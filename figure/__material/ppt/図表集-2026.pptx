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80"/>
  </p:notesMasterIdLst>
  <p:handoutMasterIdLst>
    <p:handoutMasterId r:id="rId81"/>
  </p:handoutMasterIdLst>
  <p:sldIdLst>
    <p:sldId id="507" r:id="rId2"/>
    <p:sldId id="510" r:id="rId3"/>
    <p:sldId id="536" r:id="rId4"/>
    <p:sldId id="508" r:id="rId5"/>
    <p:sldId id="509" r:id="rId6"/>
    <p:sldId id="511" r:id="rId7"/>
    <p:sldId id="512" r:id="rId8"/>
    <p:sldId id="513" r:id="rId9"/>
    <p:sldId id="514" r:id="rId10"/>
    <p:sldId id="515" r:id="rId11"/>
    <p:sldId id="516" r:id="rId12"/>
    <p:sldId id="517" r:id="rId13"/>
    <p:sldId id="518" r:id="rId14"/>
    <p:sldId id="556" r:id="rId15"/>
    <p:sldId id="535" r:id="rId16"/>
    <p:sldId id="519" r:id="rId17"/>
    <p:sldId id="520" r:id="rId18"/>
    <p:sldId id="521" r:id="rId19"/>
    <p:sldId id="541" r:id="rId20"/>
    <p:sldId id="522" r:id="rId21"/>
    <p:sldId id="523" r:id="rId22"/>
    <p:sldId id="524" r:id="rId23"/>
    <p:sldId id="525" r:id="rId24"/>
    <p:sldId id="528" r:id="rId25"/>
    <p:sldId id="526" r:id="rId26"/>
    <p:sldId id="570" r:id="rId27"/>
    <p:sldId id="571" r:id="rId28"/>
    <p:sldId id="572" r:id="rId29"/>
    <p:sldId id="529" r:id="rId30"/>
    <p:sldId id="530" r:id="rId31"/>
    <p:sldId id="531" r:id="rId32"/>
    <p:sldId id="533" r:id="rId33"/>
    <p:sldId id="534" r:id="rId34"/>
    <p:sldId id="537" r:id="rId35"/>
    <p:sldId id="538" r:id="rId36"/>
    <p:sldId id="539" r:id="rId37"/>
    <p:sldId id="540" r:id="rId38"/>
    <p:sldId id="542" r:id="rId39"/>
    <p:sldId id="543" r:id="rId40"/>
    <p:sldId id="544" r:id="rId41"/>
    <p:sldId id="566" r:id="rId42"/>
    <p:sldId id="567" r:id="rId43"/>
    <p:sldId id="549" r:id="rId44"/>
    <p:sldId id="550" r:id="rId45"/>
    <p:sldId id="551" r:id="rId46"/>
    <p:sldId id="545" r:id="rId47"/>
    <p:sldId id="591" r:id="rId48"/>
    <p:sldId id="546" r:id="rId49"/>
    <p:sldId id="547" r:id="rId50"/>
    <p:sldId id="548" r:id="rId51"/>
    <p:sldId id="557" r:id="rId52"/>
    <p:sldId id="574" r:id="rId53"/>
    <p:sldId id="575" r:id="rId54"/>
    <p:sldId id="576" r:id="rId55"/>
    <p:sldId id="578" r:id="rId56"/>
    <p:sldId id="554" r:id="rId57"/>
    <p:sldId id="564" r:id="rId58"/>
    <p:sldId id="562" r:id="rId59"/>
    <p:sldId id="561" r:id="rId60"/>
    <p:sldId id="563" r:id="rId61"/>
    <p:sldId id="559" r:id="rId62"/>
    <p:sldId id="555" r:id="rId63"/>
    <p:sldId id="565" r:id="rId64"/>
    <p:sldId id="568" r:id="rId65"/>
    <p:sldId id="560" r:id="rId66"/>
    <p:sldId id="569" r:id="rId67"/>
    <p:sldId id="580" r:id="rId68"/>
    <p:sldId id="582" r:id="rId69"/>
    <p:sldId id="579" r:id="rId70"/>
    <p:sldId id="581" r:id="rId71"/>
    <p:sldId id="583" r:id="rId72"/>
    <p:sldId id="584" r:id="rId73"/>
    <p:sldId id="585" r:id="rId74"/>
    <p:sldId id="586" r:id="rId75"/>
    <p:sldId id="589" r:id="rId76"/>
    <p:sldId id="587" r:id="rId77"/>
    <p:sldId id="588" r:id="rId78"/>
    <p:sldId id="590" r:id="rId79"/>
  </p:sldIdLst>
  <p:sldSz cx="9144000" cy="5143500" type="screen16x9"/>
  <p:notesSz cx="6858000" cy="9144000"/>
  <p:defaultTextStyle>
    <a:defPPr>
      <a:defRPr lang="ja-JP"/>
    </a:defPPr>
    <a:lvl1pPr marL="0" algn="l" defTabSz="4572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for preparation" id="{C7A31B0A-B428-7E49-A66A-CA28BAD6381A}">
          <p14:sldIdLst>
            <p14:sldId id="507"/>
            <p14:sldId id="510"/>
            <p14:sldId id="536"/>
            <p14:sldId id="508"/>
            <p14:sldId id="509"/>
            <p14:sldId id="511"/>
            <p14:sldId id="512"/>
            <p14:sldId id="513"/>
            <p14:sldId id="514"/>
            <p14:sldId id="515"/>
            <p14:sldId id="516"/>
            <p14:sldId id="517"/>
            <p14:sldId id="518"/>
            <p14:sldId id="556"/>
            <p14:sldId id="535"/>
            <p14:sldId id="519"/>
            <p14:sldId id="520"/>
            <p14:sldId id="521"/>
            <p14:sldId id="541"/>
            <p14:sldId id="522"/>
            <p14:sldId id="523"/>
            <p14:sldId id="524"/>
            <p14:sldId id="525"/>
            <p14:sldId id="528"/>
            <p14:sldId id="526"/>
            <p14:sldId id="570"/>
            <p14:sldId id="571"/>
            <p14:sldId id="572"/>
            <p14:sldId id="529"/>
            <p14:sldId id="530"/>
            <p14:sldId id="531"/>
            <p14:sldId id="533"/>
            <p14:sldId id="534"/>
            <p14:sldId id="537"/>
            <p14:sldId id="538"/>
            <p14:sldId id="539"/>
            <p14:sldId id="540"/>
            <p14:sldId id="542"/>
            <p14:sldId id="543"/>
            <p14:sldId id="544"/>
            <p14:sldId id="566"/>
            <p14:sldId id="567"/>
            <p14:sldId id="549"/>
            <p14:sldId id="550"/>
            <p14:sldId id="551"/>
            <p14:sldId id="545"/>
            <p14:sldId id="591"/>
            <p14:sldId id="546"/>
            <p14:sldId id="547"/>
            <p14:sldId id="548"/>
            <p14:sldId id="557"/>
            <p14:sldId id="574"/>
            <p14:sldId id="575"/>
            <p14:sldId id="576"/>
            <p14:sldId id="578"/>
            <p14:sldId id="554"/>
            <p14:sldId id="564"/>
            <p14:sldId id="562"/>
            <p14:sldId id="561"/>
            <p14:sldId id="563"/>
            <p14:sldId id="559"/>
            <p14:sldId id="555"/>
            <p14:sldId id="565"/>
            <p14:sldId id="568"/>
            <p14:sldId id="560"/>
            <p14:sldId id="569"/>
            <p14:sldId id="580"/>
            <p14:sldId id="582"/>
            <p14:sldId id="579"/>
            <p14:sldId id="581"/>
            <p14:sldId id="583"/>
            <p14:sldId id="584"/>
            <p14:sldId id="585"/>
            <p14:sldId id="586"/>
            <p14:sldId id="589"/>
            <p14:sldId id="587"/>
            <p14:sldId id="588"/>
            <p14:sldId id="590"/>
          </p14:sldIdLst>
        </p14:section>
        <p14:section name="Just idea" id="{5330A35D-BDF1-764E-9BDA-B976480D807D}">
          <p14:sldIdLst/>
        </p14:section>
        <p14:section name="main" id="{158790CF-913C-6D41-ABB2-681CB980D016}">
          <p14:sldIdLst/>
        </p14:section>
        <p14:section name="materials" id="{A9DAD144-7FDD-414B-9BB7-3D82A5D95C90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1643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/>
  <p:clrMru>
    <a:srgbClr val="BA1C47"/>
    <a:srgbClr val="37AA73"/>
    <a:srgbClr val="00205B"/>
    <a:srgbClr val="F0D2D7"/>
    <a:srgbClr val="F3D9DD"/>
    <a:srgbClr val="E8EBF0"/>
    <a:srgbClr val="D3D8E1"/>
    <a:srgbClr val="0070C0"/>
    <a:srgbClr val="2B3348"/>
    <a:srgbClr val="E7E7E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398"/>
    <p:restoredTop sz="94315"/>
  </p:normalViewPr>
  <p:slideViewPr>
    <p:cSldViewPr snapToGrid="0" snapToObjects="1">
      <p:cViewPr varScale="1">
        <p:scale>
          <a:sx n="160" d="100"/>
          <a:sy n="160" d="100"/>
        </p:scale>
        <p:origin x="312" y="168"/>
      </p:cViewPr>
      <p:guideLst>
        <p:guide orient="horz" pos="1643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theme" Target="theme/theme1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slide" Target="slides/slide76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notesMaster" Target="notesMasters/notesMaster1.xml"/><Relationship Id="rId85" Type="http://schemas.openxmlformats.org/officeDocument/2006/relationships/tableStyles" Target="tableStyle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handoutMaster" Target="handoutMasters/handout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61" Type="http://schemas.openxmlformats.org/officeDocument/2006/relationships/slide" Target="slides/slide60.xml"/><Relationship Id="rId82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AD50AD3-AEC9-404E-B869-3E734B1DD29B}" type="datetimeFigureOut">
              <a:rPr kumimoji="1" lang="ja-JP" altLang="en-US" smtClean="0"/>
              <a:t>2026/3/22</a:t>
            </a:fld>
            <a:endParaRPr kumimoji="1" lang="ja-JP" altLang="en-US"/>
          </a:p>
        </p:txBody>
      </p:sp>
      <p:sp>
        <p:nvSpPr>
          <p:cNvPr id="4" name="フッター プレースホルダー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66F96A5-DF89-1847-9DAE-1881412CAF1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11971477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ja-JP" altLang="en-US"/>
          </a:p>
        </p:txBody>
      </p:sp>
      <p:sp>
        <p:nvSpPr>
          <p:cNvPr id="3" name="日付プレースホル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AE1F831-3D38-1744-B189-0649E8DAA9DC}" type="datetimeFigureOut">
              <a:rPr lang="ja-JP" altLang="en-US" smtClean="0"/>
              <a:pPr/>
              <a:t>2026/3/22</a:t>
            </a:fld>
            <a:endParaRPr lang="ja-JP" altLang="en-US"/>
          </a:p>
        </p:txBody>
      </p:sp>
      <p:sp>
        <p:nvSpPr>
          <p:cNvPr id="4" name="スライド イメージ プレースホルダ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ja-JP" altLang="en-US"/>
              <a:t>マスタ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</a:p>
        </p:txBody>
      </p:sp>
      <p:sp>
        <p:nvSpPr>
          <p:cNvPr id="6" name="フッター プレースホル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ja-JP" altLang="en-US"/>
          </a:p>
        </p:txBody>
      </p:sp>
      <p:sp>
        <p:nvSpPr>
          <p:cNvPr id="7" name="スライド番号プレースホル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CD5A5B8-C720-154F-A800-95E8F5279A11}" type="slidenum">
              <a:rPr lang="ja-JP" altLang="en-US" smtClean="0"/>
              <a:pPr/>
              <a:t>‹#›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1393568816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4572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ctrTitle"/>
          </p:nvPr>
        </p:nvSpPr>
        <p:spPr>
          <a:xfrm>
            <a:off x="685801" y="1597825"/>
            <a:ext cx="7772400" cy="1102519"/>
          </a:xfrm>
          <a:effectLst/>
        </p:spPr>
        <p:txBody>
          <a:bodyPr/>
          <a:lstStyle>
            <a:lvl1pPr algn="just">
              <a:defRPr sz="4049" b="0" i="0">
                <a:solidFill>
                  <a:srgbClr val="2B3348"/>
                </a:solidFill>
                <a:effectLst/>
                <a:latin typeface="HGP創英角ｺﾞｼｯｸUB"/>
                <a:ea typeface="HGP創英角ｺﾞｼｯｸUB"/>
                <a:cs typeface="HGP創英角ｺﾞｼｯｸUB"/>
              </a:defRPr>
            </a:lvl1pPr>
          </a:lstStyle>
          <a:p>
            <a:r>
              <a:rPr lang="ja-JP" altLang="en-US" dirty="0"/>
              <a:t>マスタ タイトルの書式設定</a:t>
            </a:r>
          </a:p>
        </p:txBody>
      </p:sp>
      <p:sp>
        <p:nvSpPr>
          <p:cNvPr id="3" name="サブタイトル 2"/>
          <p:cNvSpPr>
            <a:spLocks noGrp="1"/>
          </p:cNvSpPr>
          <p:nvPr>
            <p:ph type="subTitle" idx="1"/>
          </p:nvPr>
        </p:nvSpPr>
        <p:spPr>
          <a:xfrm>
            <a:off x="685801" y="2914650"/>
            <a:ext cx="7772400" cy="1314450"/>
          </a:xfrm>
        </p:spPr>
        <p:txBody>
          <a:bodyPr>
            <a:normAutofit/>
          </a:bodyPr>
          <a:lstStyle>
            <a:lvl1pPr marL="0" indent="0" algn="just">
              <a:buNone/>
              <a:defRPr sz="1799" b="0" i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Noto Sans CJK JP Regular" panose="020B0500000000000000" pitchFamily="34" charset="-128"/>
              </a:defRPr>
            </a:lvl1pPr>
            <a:lvl2pPr marL="34286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72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58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45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31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17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04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290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ja-JP" altLang="en-US" dirty="0"/>
              <a:t>マスタ サブタイトルの書式設定</a:t>
            </a:r>
          </a:p>
        </p:txBody>
      </p:sp>
      <p:sp>
        <p:nvSpPr>
          <p:cNvPr id="6" name="スライド番号プレースホル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130B7E-F3A5-D043-AB51-DB906309A77C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E5FE1023-8FA0-9F47-B3C7-EF11DDC3EB9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85801" y="1100910"/>
            <a:ext cx="7772400" cy="486054"/>
          </a:xfrm>
        </p:spPr>
        <p:txBody>
          <a:bodyPr anchor="ctr">
            <a:normAutofit/>
          </a:bodyPr>
          <a:lstStyle>
            <a:lvl1pPr marL="0" indent="0">
              <a:buNone/>
              <a:defRPr sz="1799">
                <a:solidFill>
                  <a:srgbClr val="930D14"/>
                </a:solidFill>
                <a:latin typeface="HGPSoeiKakugothicUB" panose="020B0900000000000000" pitchFamily="34" charset="-128"/>
                <a:ea typeface="HGPSoeiKakugothicUB" panose="020B0900000000000000" pitchFamily="34" charset="-128"/>
              </a:defRPr>
            </a:lvl1pPr>
          </a:lstStyle>
          <a:p>
            <a:pPr lvl="0"/>
            <a:r>
              <a:rPr kumimoji="1" lang="ja-JP" altLang="en-US" noProof="0"/>
              <a:t>イベント名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Mai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正方形/長方形 6"/>
          <p:cNvSpPr/>
          <p:nvPr userDrawn="1"/>
        </p:nvSpPr>
        <p:spPr>
          <a:xfrm>
            <a:off x="3" y="1"/>
            <a:ext cx="9144000" cy="337544"/>
          </a:xfrm>
          <a:prstGeom prst="rect">
            <a:avLst/>
          </a:prstGeom>
          <a:solidFill>
            <a:srgbClr val="0020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350"/>
          </a:p>
        </p:txBody>
      </p:sp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457203" y="2"/>
            <a:ext cx="8229600" cy="323373"/>
          </a:xfrm>
        </p:spPr>
        <p:txBody>
          <a:bodyPr/>
          <a:lstStyle>
            <a:lvl1pPr>
              <a:defRPr sz="1425">
                <a:solidFill>
                  <a:schemeClr val="bg1"/>
                </a:solidFill>
                <a:latin typeface="Source Han Sans JP Medium"/>
                <a:cs typeface="Source Han Sans JP Medium"/>
              </a:defRPr>
            </a:lvl1pPr>
          </a:lstStyle>
          <a:p>
            <a:r>
              <a:rPr lang="ja-JP" altLang="en-US" dirty="0"/>
              <a:t>マスタ タイトルの書式設定</a:t>
            </a:r>
          </a:p>
        </p:txBody>
      </p:sp>
      <p:sp>
        <p:nvSpPr>
          <p:cNvPr id="3" name="コンテンツ プレースホルダ 2"/>
          <p:cNvSpPr>
            <a:spLocks noGrp="1"/>
          </p:cNvSpPr>
          <p:nvPr>
            <p:ph idx="1"/>
          </p:nvPr>
        </p:nvSpPr>
        <p:spPr>
          <a:xfrm>
            <a:off x="457203" y="514351"/>
            <a:ext cx="8229600" cy="4526756"/>
          </a:xfrm>
        </p:spPr>
        <p:txBody>
          <a:bodyPr/>
          <a:lstStyle>
            <a:lvl1pPr>
              <a:buClr>
                <a:srgbClr val="930D14"/>
              </a:buClr>
              <a:defRPr b="0" i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Noto Sans CJK JP Regular" panose="020B0500000000000000" pitchFamily="34" charset="-128"/>
              </a:defRPr>
            </a:lvl1pPr>
            <a:lvl2pPr>
              <a:buClr>
                <a:srgbClr val="930D14"/>
              </a:buClr>
              <a:defRPr sz="1799" b="0" i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Noto Sans CJK JP Regular" panose="020B0500000000000000" pitchFamily="34" charset="-128"/>
              </a:defRPr>
            </a:lvl2pPr>
            <a:lvl3pPr>
              <a:buClr>
                <a:srgbClr val="930D14"/>
              </a:buClr>
              <a:defRPr sz="1799" b="0" i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Noto Sans CJK JP Regular" panose="020B0500000000000000" pitchFamily="34" charset="-128"/>
              </a:defRPr>
            </a:lvl3pPr>
            <a:lvl4pPr>
              <a:buClr>
                <a:srgbClr val="930D14"/>
              </a:buClr>
              <a:defRPr sz="1799" b="0" i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Noto Sans CJK JP Regular" panose="020B0500000000000000" pitchFamily="34" charset="-128"/>
              </a:defRPr>
            </a:lvl4pPr>
            <a:lvl5pPr>
              <a:buClr>
                <a:srgbClr val="930D14"/>
              </a:buClr>
              <a:defRPr sz="1799" b="0" i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Noto Sans CJK JP Regular" panose="020B0500000000000000" pitchFamily="34" charset="-128"/>
              </a:defRPr>
            </a:lvl5pPr>
          </a:lstStyle>
          <a:p>
            <a:pPr lvl="0"/>
            <a:r>
              <a:rPr lang="ja-JP" altLang="en-US" dirty="0"/>
              <a:t>マスタ テキストの書式設定</a:t>
            </a:r>
          </a:p>
          <a:p>
            <a:pPr lvl="1"/>
            <a:r>
              <a:rPr lang="ja-JP" altLang="en-US" dirty="0"/>
              <a:t>第 </a:t>
            </a:r>
            <a:r>
              <a:rPr lang="en-US" altLang="ja-JP" dirty="0"/>
              <a:t>2 </a:t>
            </a:r>
            <a:r>
              <a:rPr lang="ja-JP" altLang="en-US" dirty="0"/>
              <a:t>レベル</a:t>
            </a:r>
          </a:p>
          <a:p>
            <a:pPr lvl="2"/>
            <a:r>
              <a:rPr lang="ja-JP" altLang="en-US" dirty="0"/>
              <a:t>第 </a:t>
            </a:r>
            <a:r>
              <a:rPr lang="en-US" altLang="ja-JP" dirty="0"/>
              <a:t>3 </a:t>
            </a:r>
            <a:r>
              <a:rPr lang="ja-JP" altLang="en-US" dirty="0"/>
              <a:t>レベル</a:t>
            </a:r>
          </a:p>
          <a:p>
            <a:pPr lvl="3"/>
            <a:r>
              <a:rPr lang="ja-JP" altLang="en-US" dirty="0"/>
              <a:t>第 </a:t>
            </a:r>
            <a:r>
              <a:rPr lang="en-US" altLang="ja-JP" dirty="0"/>
              <a:t>4 </a:t>
            </a:r>
            <a:r>
              <a:rPr lang="ja-JP" altLang="en-US" dirty="0"/>
              <a:t>レベル</a:t>
            </a:r>
          </a:p>
          <a:p>
            <a:pPr lvl="4"/>
            <a:r>
              <a:rPr lang="ja-JP" altLang="en-US" dirty="0"/>
              <a:t>第 </a:t>
            </a:r>
            <a:r>
              <a:rPr lang="en-US" altLang="ja-JP" dirty="0"/>
              <a:t>5 </a:t>
            </a:r>
            <a:r>
              <a:rPr lang="ja-JP" altLang="en-US" dirty="0"/>
              <a:t>レベル</a:t>
            </a:r>
          </a:p>
        </p:txBody>
      </p:sp>
      <p:sp>
        <p:nvSpPr>
          <p:cNvPr id="6" name="スライド番号プレースホル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130B7E-F3A5-D043-AB51-DB906309A77C}" type="slidenum">
              <a:rPr lang="ja-JP" altLang="en-US" smtClean="0"/>
              <a:pPr/>
              <a:t>‹#›</a:t>
            </a:fld>
            <a:endParaRPr lang="ja-JP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Main_without_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457203" y="13139"/>
            <a:ext cx="8229600" cy="323373"/>
          </a:xfrm>
        </p:spPr>
        <p:txBody>
          <a:bodyPr/>
          <a:lstStyle>
            <a:lvl1pPr>
              <a:defRPr sz="1425">
                <a:solidFill>
                  <a:srgbClr val="2B3348"/>
                </a:solidFill>
                <a:latin typeface="Source Han Sans JP Medium"/>
                <a:cs typeface="Source Han Sans JP Medium"/>
              </a:defRPr>
            </a:lvl1pPr>
          </a:lstStyle>
          <a:p>
            <a:r>
              <a:rPr lang="ja-JP" altLang="en-US" dirty="0"/>
              <a:t>マスタ タイトルの書式設定</a:t>
            </a:r>
          </a:p>
        </p:txBody>
      </p:sp>
      <p:sp>
        <p:nvSpPr>
          <p:cNvPr id="3" name="コンテンツ プレースホルダ 2"/>
          <p:cNvSpPr>
            <a:spLocks noGrp="1"/>
          </p:cNvSpPr>
          <p:nvPr>
            <p:ph idx="1"/>
          </p:nvPr>
        </p:nvSpPr>
        <p:spPr>
          <a:xfrm>
            <a:off x="457203" y="514351"/>
            <a:ext cx="8229600" cy="4526756"/>
          </a:xfrm>
        </p:spPr>
        <p:txBody>
          <a:bodyPr/>
          <a:lstStyle>
            <a:lvl1pPr>
              <a:buClr>
                <a:srgbClr val="BA1C47"/>
              </a:buClr>
              <a:defRPr b="0" i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Noto Sans CJK JP Regular" panose="020B0500000000000000" pitchFamily="34" charset="-128"/>
              </a:defRPr>
            </a:lvl1pPr>
            <a:lvl2pPr>
              <a:buClr>
                <a:srgbClr val="BA1C47"/>
              </a:buClr>
              <a:defRPr sz="1799" b="0" i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Noto Sans CJK JP Regular" panose="020B0500000000000000" pitchFamily="34" charset="-128"/>
              </a:defRPr>
            </a:lvl2pPr>
            <a:lvl3pPr>
              <a:buClr>
                <a:srgbClr val="BA1C47"/>
              </a:buClr>
              <a:defRPr sz="1799" b="0" i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Noto Sans CJK JP Regular" panose="020B0500000000000000" pitchFamily="34" charset="-128"/>
              </a:defRPr>
            </a:lvl3pPr>
            <a:lvl4pPr>
              <a:buClr>
                <a:srgbClr val="BA1C47"/>
              </a:buClr>
              <a:defRPr sz="1799" b="0" i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Noto Sans CJK JP Regular" panose="020B0500000000000000" pitchFamily="34" charset="-128"/>
              </a:defRPr>
            </a:lvl4pPr>
            <a:lvl5pPr>
              <a:buClr>
                <a:srgbClr val="BA1C47"/>
              </a:buClr>
              <a:defRPr sz="1799" b="0" i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Noto Sans CJK JP Regular" panose="020B0500000000000000" pitchFamily="34" charset="-128"/>
              </a:defRPr>
            </a:lvl5pPr>
          </a:lstStyle>
          <a:p>
            <a:pPr lvl="0"/>
            <a:r>
              <a:rPr lang="ja-JP" altLang="en-US" dirty="0"/>
              <a:t>マスタ テキストの書式設定</a:t>
            </a:r>
          </a:p>
          <a:p>
            <a:pPr lvl="1"/>
            <a:r>
              <a:rPr lang="ja-JP" altLang="en-US" dirty="0"/>
              <a:t>第 </a:t>
            </a:r>
            <a:r>
              <a:rPr lang="en-US" altLang="ja-JP" dirty="0"/>
              <a:t>2 </a:t>
            </a:r>
            <a:r>
              <a:rPr lang="ja-JP" altLang="en-US" dirty="0"/>
              <a:t>レベル</a:t>
            </a:r>
          </a:p>
          <a:p>
            <a:pPr lvl="2"/>
            <a:r>
              <a:rPr lang="ja-JP" altLang="en-US" dirty="0"/>
              <a:t>第 </a:t>
            </a:r>
            <a:r>
              <a:rPr lang="en-US" altLang="ja-JP" dirty="0"/>
              <a:t>3 </a:t>
            </a:r>
            <a:r>
              <a:rPr lang="ja-JP" altLang="en-US" dirty="0"/>
              <a:t>レベル</a:t>
            </a:r>
          </a:p>
          <a:p>
            <a:pPr lvl="3"/>
            <a:r>
              <a:rPr lang="ja-JP" altLang="en-US" dirty="0"/>
              <a:t>第 </a:t>
            </a:r>
            <a:r>
              <a:rPr lang="en-US" altLang="ja-JP" dirty="0"/>
              <a:t>4 </a:t>
            </a:r>
            <a:r>
              <a:rPr lang="ja-JP" altLang="en-US" dirty="0"/>
              <a:t>レベル</a:t>
            </a:r>
          </a:p>
          <a:p>
            <a:pPr lvl="4"/>
            <a:r>
              <a:rPr lang="ja-JP" altLang="en-US" dirty="0"/>
              <a:t>第 </a:t>
            </a:r>
            <a:r>
              <a:rPr lang="en-US" altLang="ja-JP" dirty="0"/>
              <a:t>5 </a:t>
            </a:r>
            <a:r>
              <a:rPr lang="ja-JP" altLang="en-US" dirty="0"/>
              <a:t>レベル</a:t>
            </a:r>
          </a:p>
        </p:txBody>
      </p:sp>
      <p:sp>
        <p:nvSpPr>
          <p:cNvPr id="6" name="スライド番号プレースホル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130B7E-F3A5-D043-AB51-DB906309A77C}" type="slidenum">
              <a:rPr lang="ja-JP" altLang="en-US" smtClean="0"/>
              <a:pPr/>
              <a:t>‹#›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171361365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正方形/長方形 6"/>
          <p:cNvSpPr/>
          <p:nvPr userDrawn="1"/>
        </p:nvSpPr>
        <p:spPr>
          <a:xfrm>
            <a:off x="3" y="0"/>
            <a:ext cx="9144000" cy="5143500"/>
          </a:xfrm>
          <a:prstGeom prst="rect">
            <a:avLst/>
          </a:prstGeom>
          <a:solidFill>
            <a:srgbClr val="B1B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350" u="sng" dirty="0"/>
          </a:p>
        </p:txBody>
      </p:sp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1336104" y="2571751"/>
            <a:ext cx="7772400" cy="1021556"/>
          </a:xfrm>
          <a:effectLst/>
        </p:spPr>
        <p:txBody>
          <a:bodyPr anchor="b"/>
          <a:lstStyle>
            <a:lvl1pPr algn="l">
              <a:defRPr sz="3000" b="0" i="0" cap="all">
                <a:solidFill>
                  <a:schemeClr val="tx1"/>
                </a:solidFill>
                <a:effectLst/>
                <a:latin typeface="HGP創英角ｺﾞｼｯｸUB"/>
                <a:ea typeface="HGP創英角ｺﾞｼｯｸUB"/>
                <a:cs typeface="HGP創英角ｺﾞｼｯｸUB"/>
              </a:defRPr>
            </a:lvl1pPr>
          </a:lstStyle>
          <a:p>
            <a:r>
              <a:rPr lang="ja-JP" altLang="en-US" dirty="0"/>
              <a:t>マスタ タイトルの書式設定</a:t>
            </a:r>
          </a:p>
        </p:txBody>
      </p:sp>
      <p:sp>
        <p:nvSpPr>
          <p:cNvPr id="6" name="スライド番号プレースホル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130B7E-F3A5-D043-AB51-DB906309A77C}" type="slidenum">
              <a:rPr lang="ja-JP" altLang="en-US" smtClean="0"/>
              <a:pPr/>
              <a:t>‹#›</a:t>
            </a:fld>
            <a:endParaRPr lang="ja-JP" altLang="en-US"/>
          </a:p>
        </p:txBody>
      </p:sp>
      <p:cxnSp>
        <p:nvCxnSpPr>
          <p:cNvPr id="8" name="直線コネクタ 7"/>
          <p:cNvCxnSpPr/>
          <p:nvPr userDrawn="1"/>
        </p:nvCxnSpPr>
        <p:spPr>
          <a:xfrm>
            <a:off x="3" y="3651870"/>
            <a:ext cx="9144000" cy="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White pap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0850132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ck pap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2A54954-C717-E34E-BE51-5A2CE9599668}"/>
              </a:ext>
            </a:extLst>
          </p:cNvPr>
          <p:cNvSpPr/>
          <p:nvPr userDrawn="1"/>
        </p:nvSpPr>
        <p:spPr>
          <a:xfrm>
            <a:off x="2" y="0"/>
            <a:ext cx="9153165" cy="514350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350"/>
          </a:p>
        </p:txBody>
      </p:sp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457203" y="13139"/>
            <a:ext cx="8229600" cy="323373"/>
          </a:xfrm>
        </p:spPr>
        <p:txBody>
          <a:bodyPr/>
          <a:lstStyle>
            <a:lvl1pPr>
              <a:defRPr sz="1425">
                <a:solidFill>
                  <a:schemeClr val="bg1"/>
                </a:solidFill>
                <a:latin typeface="Source Han Sans JP Medium"/>
                <a:cs typeface="Source Han Sans JP Medium"/>
              </a:defRPr>
            </a:lvl1pPr>
          </a:lstStyle>
          <a:p>
            <a:r>
              <a:rPr lang="ja-JP" altLang="en-US" dirty="0"/>
              <a:t>マスタ タイトルの書式設定</a:t>
            </a:r>
          </a:p>
        </p:txBody>
      </p:sp>
      <p:sp>
        <p:nvSpPr>
          <p:cNvPr id="6" name="スライド番号プレースホル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130B7E-F3A5-D043-AB51-DB906309A77C}" type="slidenum">
              <a:rPr lang="ja-JP" altLang="en-US" smtClean="0"/>
              <a:pPr/>
              <a:t>‹#›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150855985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829D002C-003E-1046-811A-0D1629A6BF35}" type="slidenum">
              <a:rPr lang="en-US" altLang="ja-JP"/>
              <a:pPr/>
              <a:t>‹#›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159752896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テキスト プレースホルダ 2"/>
          <p:cNvSpPr>
            <a:spLocks noGrp="1"/>
          </p:cNvSpPr>
          <p:nvPr>
            <p:ph type="body" idx="1"/>
          </p:nvPr>
        </p:nvSpPr>
        <p:spPr>
          <a:xfrm>
            <a:off x="457203" y="685800"/>
            <a:ext cx="8229600" cy="417195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ja-JP" altLang="en-US" dirty="0"/>
              <a:t>マスタ テキストの書式設定</a:t>
            </a:r>
          </a:p>
          <a:p>
            <a:pPr lvl="2"/>
            <a:r>
              <a:rPr lang="ja-JP" altLang="en-US" dirty="0"/>
              <a:t>第 </a:t>
            </a:r>
            <a:r>
              <a:rPr lang="en-US" altLang="ja-JP" dirty="0"/>
              <a:t>2 </a:t>
            </a:r>
            <a:r>
              <a:rPr lang="ja-JP" altLang="en-US" dirty="0"/>
              <a:t>レベル</a:t>
            </a:r>
          </a:p>
          <a:p>
            <a:pPr lvl="3"/>
            <a:r>
              <a:rPr lang="ja-JP" altLang="en-US" dirty="0"/>
              <a:t>第 </a:t>
            </a:r>
            <a:r>
              <a:rPr lang="en-US" altLang="ja-JP" dirty="0"/>
              <a:t>3 </a:t>
            </a:r>
            <a:r>
              <a:rPr lang="ja-JP" altLang="en-US" dirty="0"/>
              <a:t>レベル</a:t>
            </a:r>
          </a:p>
          <a:p>
            <a:pPr lvl="4"/>
            <a:r>
              <a:rPr lang="ja-JP" altLang="en-US" dirty="0"/>
              <a:t>第 </a:t>
            </a:r>
            <a:r>
              <a:rPr lang="en-US" altLang="ja-JP" dirty="0"/>
              <a:t>4 </a:t>
            </a:r>
            <a:r>
              <a:rPr lang="ja-JP" altLang="en-US" dirty="0"/>
              <a:t>レベル</a:t>
            </a:r>
          </a:p>
          <a:p>
            <a:pPr lvl="5"/>
            <a:r>
              <a:rPr lang="ja-JP" altLang="en-US" dirty="0"/>
              <a:t>第 </a:t>
            </a:r>
            <a:r>
              <a:rPr lang="en-US" altLang="ja-JP" dirty="0"/>
              <a:t>5 </a:t>
            </a:r>
            <a:r>
              <a:rPr lang="ja-JP" altLang="en-US" dirty="0"/>
              <a:t>レベル</a:t>
            </a:r>
          </a:p>
        </p:txBody>
      </p:sp>
      <p:sp>
        <p:nvSpPr>
          <p:cNvPr id="6" name="スライド番号プレースホルダ 5"/>
          <p:cNvSpPr>
            <a:spLocks noGrp="1"/>
          </p:cNvSpPr>
          <p:nvPr>
            <p:ph type="sldNum" sz="quarter" idx="4"/>
          </p:nvPr>
        </p:nvSpPr>
        <p:spPr>
          <a:xfrm>
            <a:off x="7019567" y="4869657"/>
            <a:ext cx="2133599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  <a:latin typeface="IPAPGothic"/>
                <a:ea typeface="IPAPGothic"/>
                <a:cs typeface="IPAPGothic"/>
              </a:defRPr>
            </a:lvl1pPr>
          </a:lstStyle>
          <a:p>
            <a:fld id="{A4130B7E-F3A5-D043-AB51-DB906309A77C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2" name="タイトル プレースホルダ 1"/>
          <p:cNvSpPr>
            <a:spLocks noGrp="1"/>
          </p:cNvSpPr>
          <p:nvPr>
            <p:ph type="title"/>
          </p:nvPr>
        </p:nvSpPr>
        <p:spPr>
          <a:xfrm>
            <a:off x="457203" y="141480"/>
            <a:ext cx="8229600" cy="40005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ja-JP" altLang="en-US" dirty="0"/>
              <a:t>マスタ タイトルの書式設定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3" r:id="rId3"/>
    <p:sldLayoutId id="2147483651" r:id="rId4"/>
    <p:sldLayoutId id="2147483652" r:id="rId5"/>
    <p:sldLayoutId id="2147483655" r:id="rId6"/>
    <p:sldLayoutId id="2147483654" r:id="rId7"/>
  </p:sldLayoutIdLst>
  <p:hf sldNum="0" hdr="0" ftr="0" dt="0"/>
  <p:txStyles>
    <p:titleStyle>
      <a:lvl1pPr algn="l" defTabSz="342863" rtl="0" eaLnBrk="1" latinLnBrk="0" hangingPunct="1">
        <a:spcBef>
          <a:spcPct val="0"/>
        </a:spcBef>
        <a:buNone/>
        <a:defRPr kumimoji="1" sz="1799" b="0" i="0" kern="1200">
          <a:solidFill>
            <a:srgbClr val="2B3348"/>
          </a:solidFill>
          <a:latin typeface="Noto Sans CJK JP Light" panose="020B0300000000000000" pitchFamily="34" charset="-128"/>
          <a:ea typeface="Noto Sans CJK JP Light" panose="020B0300000000000000" pitchFamily="34" charset="-128"/>
          <a:cs typeface="Noto Sans CJK JP Light" panose="020B0300000000000000" pitchFamily="34" charset="-128"/>
        </a:defRPr>
      </a:lvl1pPr>
    </p:titleStyle>
    <p:bodyStyle>
      <a:lvl1pPr marL="257147" indent="-257147" algn="l" defTabSz="342863" rtl="0" eaLnBrk="1" latinLnBrk="0" hangingPunct="1">
        <a:spcBef>
          <a:spcPct val="20000"/>
        </a:spcBef>
        <a:buFont typeface="Wingdings" charset="2"/>
        <a:buChar char="l"/>
        <a:defRPr kumimoji="1" sz="2399" kern="1200">
          <a:solidFill>
            <a:srgbClr val="2B3348"/>
          </a:solidFill>
          <a:latin typeface="IPAPGothic"/>
          <a:ea typeface="IPAPGothic"/>
          <a:cs typeface="IPAPGothic"/>
        </a:defRPr>
      </a:lvl1pPr>
      <a:lvl2pPr marL="557153" indent="-214291" algn="l" defTabSz="342863" rtl="0" eaLnBrk="1" latinLnBrk="0" hangingPunct="1">
        <a:spcBef>
          <a:spcPct val="20000"/>
        </a:spcBef>
        <a:buFont typeface="Arial"/>
        <a:buChar char="–"/>
        <a:defRPr kumimoji="1" sz="2099" kern="1200">
          <a:solidFill>
            <a:schemeClr val="tx1"/>
          </a:solidFill>
          <a:latin typeface="IPAPGothic"/>
          <a:ea typeface="IPAPGothic"/>
          <a:cs typeface="IPAPGothic"/>
        </a:defRPr>
      </a:lvl2pPr>
      <a:lvl3pPr marL="857158" indent="-171432" algn="l" defTabSz="342863" rtl="0" eaLnBrk="1" latinLnBrk="0" hangingPunct="1">
        <a:spcBef>
          <a:spcPct val="20000"/>
        </a:spcBef>
        <a:buFont typeface="Arial"/>
        <a:buChar char="•"/>
        <a:defRPr kumimoji="1" sz="1799" kern="1200">
          <a:solidFill>
            <a:srgbClr val="2B3348"/>
          </a:solidFill>
          <a:latin typeface="IPAPGothic"/>
          <a:ea typeface="IPAPGothic"/>
          <a:cs typeface="IPAPGothic"/>
        </a:defRPr>
      </a:lvl3pPr>
      <a:lvl4pPr marL="1200020" indent="-171432" algn="l" defTabSz="342863" rtl="0" eaLnBrk="1" latinLnBrk="0" hangingPunct="1">
        <a:spcBef>
          <a:spcPct val="20000"/>
        </a:spcBef>
        <a:buFont typeface="Arial"/>
        <a:buChar char="–"/>
        <a:defRPr kumimoji="1" sz="1500" kern="1200">
          <a:solidFill>
            <a:srgbClr val="2B3348"/>
          </a:solidFill>
          <a:latin typeface="IPAPGothic"/>
          <a:ea typeface="IPAPGothic"/>
          <a:cs typeface="IPAPGothic"/>
        </a:defRPr>
      </a:lvl4pPr>
      <a:lvl5pPr marL="1542884" indent="-171432" algn="l" defTabSz="342863" rtl="0" eaLnBrk="1" latinLnBrk="0" hangingPunct="1">
        <a:spcBef>
          <a:spcPct val="20000"/>
        </a:spcBef>
        <a:buFont typeface="Arial"/>
        <a:buChar char="»"/>
        <a:defRPr kumimoji="1" sz="1500" kern="1200">
          <a:solidFill>
            <a:srgbClr val="2B3348"/>
          </a:solidFill>
          <a:latin typeface="IPAPGothic"/>
          <a:ea typeface="IPAPGothic"/>
          <a:cs typeface="IPAPGothic"/>
        </a:defRPr>
      </a:lvl5pPr>
      <a:lvl6pPr marL="1885747" indent="-171432" algn="l" defTabSz="342863" rtl="0" eaLnBrk="1" latinLnBrk="0" hangingPunct="1">
        <a:spcBef>
          <a:spcPct val="20000"/>
        </a:spcBef>
        <a:buFont typeface="Arial"/>
        <a:buChar char="•"/>
        <a:defRPr kumimoji="1" sz="1500" kern="1200">
          <a:solidFill>
            <a:srgbClr val="2B3348"/>
          </a:solidFill>
          <a:latin typeface="+mn-lt"/>
          <a:ea typeface="+mn-ea"/>
          <a:cs typeface="+mn-cs"/>
        </a:defRPr>
      </a:lvl6pPr>
      <a:lvl7pPr marL="2228610" indent="-171432" algn="l" defTabSz="342863" rtl="0" eaLnBrk="1" latinLnBrk="0" hangingPunct="1">
        <a:spcBef>
          <a:spcPct val="20000"/>
        </a:spcBef>
        <a:buFont typeface="Arial"/>
        <a:buChar char="•"/>
        <a:defRPr kumimoji="1" sz="1500" kern="1200">
          <a:solidFill>
            <a:schemeClr val="tx1"/>
          </a:solidFill>
          <a:latin typeface="+mn-lt"/>
          <a:ea typeface="+mn-ea"/>
          <a:cs typeface="+mn-cs"/>
        </a:defRPr>
      </a:lvl7pPr>
      <a:lvl8pPr marL="2571473" indent="-171432" algn="l" defTabSz="342863" rtl="0" eaLnBrk="1" latinLnBrk="0" hangingPunct="1">
        <a:spcBef>
          <a:spcPct val="20000"/>
        </a:spcBef>
        <a:buFont typeface="Arial"/>
        <a:buChar char="•"/>
        <a:defRPr kumimoji="1" sz="1500" kern="1200">
          <a:solidFill>
            <a:schemeClr val="tx1"/>
          </a:solidFill>
          <a:latin typeface="+mn-lt"/>
          <a:ea typeface="+mn-ea"/>
          <a:cs typeface="+mn-cs"/>
        </a:defRPr>
      </a:lvl8pPr>
      <a:lvl9pPr marL="2914337" indent="-171432" algn="l" defTabSz="342863" rtl="0" eaLnBrk="1" latinLnBrk="0" hangingPunct="1">
        <a:spcBef>
          <a:spcPct val="20000"/>
        </a:spcBef>
        <a:buFont typeface="Arial"/>
        <a:buChar char="•"/>
        <a:defRPr kumimoji="1" sz="15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342863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863" algn="l" defTabSz="342863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726" algn="l" defTabSz="342863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588" algn="l" defTabSz="342863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453" algn="l" defTabSz="342863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316" algn="l" defTabSz="342863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179" algn="l" defTabSz="342863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042" algn="l" defTabSz="342863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2905" algn="l" defTabSz="342863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314600CC-1686-D752-7EFD-6DF4B9FEE92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05349774"/>
              </p:ext>
            </p:extLst>
          </p:nvPr>
        </p:nvGraphicFramePr>
        <p:xfrm>
          <a:off x="1031176" y="9717"/>
          <a:ext cx="4282477" cy="149748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51049">
                  <a:extLst>
                    <a:ext uri="{9D8B030D-6E8A-4147-A177-3AD203B41FA5}">
                      <a16:colId xmlns:a16="http://schemas.microsoft.com/office/drawing/2014/main" val="125743691"/>
                    </a:ext>
                  </a:extLst>
                </a:gridCol>
                <a:gridCol w="751049">
                  <a:extLst>
                    <a:ext uri="{9D8B030D-6E8A-4147-A177-3AD203B41FA5}">
                      <a16:colId xmlns:a16="http://schemas.microsoft.com/office/drawing/2014/main" val="637503006"/>
                    </a:ext>
                  </a:extLst>
                </a:gridCol>
                <a:gridCol w="1108088">
                  <a:extLst>
                    <a:ext uri="{9D8B030D-6E8A-4147-A177-3AD203B41FA5}">
                      <a16:colId xmlns:a16="http://schemas.microsoft.com/office/drawing/2014/main" val="3612789214"/>
                    </a:ext>
                  </a:extLst>
                </a:gridCol>
                <a:gridCol w="568731">
                  <a:extLst>
                    <a:ext uri="{9D8B030D-6E8A-4147-A177-3AD203B41FA5}">
                      <a16:colId xmlns:a16="http://schemas.microsoft.com/office/drawing/2014/main" val="1013677548"/>
                    </a:ext>
                  </a:extLst>
                </a:gridCol>
                <a:gridCol w="534829">
                  <a:extLst>
                    <a:ext uri="{9D8B030D-6E8A-4147-A177-3AD203B41FA5}">
                      <a16:colId xmlns:a16="http://schemas.microsoft.com/office/drawing/2014/main" val="162944055"/>
                    </a:ext>
                  </a:extLst>
                </a:gridCol>
                <a:gridCol w="568731">
                  <a:extLst>
                    <a:ext uri="{9D8B030D-6E8A-4147-A177-3AD203B41FA5}">
                      <a16:colId xmlns:a16="http://schemas.microsoft.com/office/drawing/2014/main" val="693123090"/>
                    </a:ext>
                  </a:extLst>
                </a:gridCol>
              </a:tblGrid>
              <a:tr h="286368">
                <a:tc>
                  <a:txBody>
                    <a:bodyPr/>
                    <a:lstStyle/>
                    <a:p>
                      <a:r>
                        <a:rPr lang="en-JP" sz="1400" dirty="0">
                          <a:solidFill>
                            <a:schemeClr val="bg1"/>
                          </a:solidFill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取引ID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solidFill>
                            <a:schemeClr val="bg1"/>
                          </a:solidFill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顧客ID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solidFill>
                            <a:schemeClr val="bg1"/>
                          </a:solidFill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品目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solidFill>
                            <a:schemeClr val="bg1"/>
                          </a:solidFill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単価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solidFill>
                            <a:schemeClr val="bg1"/>
                          </a:solidFill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個数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solidFill>
                            <a:schemeClr val="bg1"/>
                          </a:solidFill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売上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480211"/>
                  </a:ext>
                </a:extLst>
              </a:tr>
              <a:tr h="403707"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A001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c001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err="1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鶏玉丼</a:t>
                      </a:r>
                      <a:endParaRPr lang="en-JP" sz="1400" dirty="0">
                        <a:latin typeface="Arial" panose="020B0604020202020204" pitchFamily="34" charset="0"/>
                        <a:ea typeface="IPAGothic" panose="020B0509000000000000" pitchFamily="49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440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1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440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53867983"/>
                  </a:ext>
                </a:extLst>
              </a:tr>
              <a:tr h="403707"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A002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c001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はーいお茶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120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2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260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80110813"/>
                  </a:ext>
                </a:extLst>
              </a:tr>
              <a:tr h="403707"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A003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c003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ポテト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1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1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150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12437338"/>
                  </a:ext>
                </a:extLst>
              </a:tr>
            </a:tbl>
          </a:graphicData>
        </a:graphic>
      </p:graphicFrame>
      <p:sp>
        <p:nvSpPr>
          <p:cNvPr id="5" name="Right Brace 4">
            <a:extLst>
              <a:ext uri="{FF2B5EF4-FFF2-40B4-BE49-F238E27FC236}">
                <a16:creationId xmlns:a16="http://schemas.microsoft.com/office/drawing/2014/main" id="{97D9BEBB-90A6-1846-4CF4-C90796164F76}"/>
              </a:ext>
            </a:extLst>
          </p:cNvPr>
          <p:cNvSpPr/>
          <p:nvPr/>
        </p:nvSpPr>
        <p:spPr>
          <a:xfrm>
            <a:off x="5618015" y="2668924"/>
            <a:ext cx="162399" cy="2340575"/>
          </a:xfrm>
          <a:prstGeom prst="rightBrace">
            <a:avLst/>
          </a:prstGeom>
          <a:ln w="34925">
            <a:solidFill>
              <a:srgbClr val="BA1C4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JP" sz="135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D47BF85-1D22-98A8-8F0A-315EC7F4E22D}"/>
              </a:ext>
            </a:extLst>
          </p:cNvPr>
          <p:cNvSpPr txBox="1"/>
          <p:nvPr/>
        </p:nvSpPr>
        <p:spPr>
          <a:xfrm>
            <a:off x="5868145" y="3279236"/>
            <a:ext cx="2300630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500" dirty="0">
                <a:solidFill>
                  <a:srgbClr val="BA1C47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Excelの動作が重くなる</a:t>
            </a:r>
          </a:p>
          <a:p>
            <a:pPr algn="l"/>
            <a:r>
              <a:rPr lang="en-JP" sz="1500" dirty="0">
                <a:solidFill>
                  <a:srgbClr val="BA1C47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&amp; そもそも数が多すぎて</a:t>
            </a:r>
          </a:p>
          <a:p>
            <a:pPr algn="l"/>
            <a:r>
              <a:rPr lang="en-JP" sz="1500" dirty="0">
                <a:solidFill>
                  <a:srgbClr val="BA1C47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管理ルール等が破綻する</a:t>
            </a:r>
          </a:p>
          <a:p>
            <a:pPr algn="l"/>
            <a:r>
              <a:rPr lang="en-JP" sz="1500" dirty="0">
                <a:solidFill>
                  <a:srgbClr val="BA1C47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（間違いが発生する）</a:t>
            </a:r>
          </a:p>
        </p:txBody>
      </p:sp>
      <p:sp>
        <p:nvSpPr>
          <p:cNvPr id="7" name="Right Arrow 6">
            <a:extLst>
              <a:ext uri="{FF2B5EF4-FFF2-40B4-BE49-F238E27FC236}">
                <a16:creationId xmlns:a16="http://schemas.microsoft.com/office/drawing/2014/main" id="{514BA64C-4F07-559D-9D55-5A0A1F777535}"/>
              </a:ext>
            </a:extLst>
          </p:cNvPr>
          <p:cNvSpPr/>
          <p:nvPr/>
        </p:nvSpPr>
        <p:spPr>
          <a:xfrm rot="5400000">
            <a:off x="2797237" y="1633750"/>
            <a:ext cx="330860" cy="397686"/>
          </a:xfrm>
          <a:prstGeom prst="rightArrow">
            <a:avLst>
              <a:gd name="adj1" fmla="val 38993"/>
              <a:gd name="adj2" fmla="val 59990"/>
            </a:avLst>
          </a:prstGeom>
          <a:solidFill>
            <a:srgbClr val="BA1C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35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E66B37D-62B3-D3CF-2A81-A605FB81FECC}"/>
              </a:ext>
            </a:extLst>
          </p:cNvPr>
          <p:cNvSpPr txBox="1"/>
          <p:nvPr/>
        </p:nvSpPr>
        <p:spPr>
          <a:xfrm>
            <a:off x="3161514" y="1574091"/>
            <a:ext cx="3070071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5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データが数百万行レベルに増える</a:t>
            </a:r>
          </a:p>
          <a:p>
            <a:pPr algn="l"/>
            <a:r>
              <a:rPr lang="en-JP" sz="15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&amp; 表の数も増えると…</a:t>
            </a:r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CAACBEC5-F5F9-F8C0-8B4F-00BFA835735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8720370"/>
              </p:ext>
            </p:extLst>
          </p:nvPr>
        </p:nvGraphicFramePr>
        <p:xfrm>
          <a:off x="1031176" y="2169223"/>
          <a:ext cx="4282477" cy="280905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51049">
                  <a:extLst>
                    <a:ext uri="{9D8B030D-6E8A-4147-A177-3AD203B41FA5}">
                      <a16:colId xmlns:a16="http://schemas.microsoft.com/office/drawing/2014/main" val="125743691"/>
                    </a:ext>
                  </a:extLst>
                </a:gridCol>
                <a:gridCol w="751049">
                  <a:extLst>
                    <a:ext uri="{9D8B030D-6E8A-4147-A177-3AD203B41FA5}">
                      <a16:colId xmlns:a16="http://schemas.microsoft.com/office/drawing/2014/main" val="637503006"/>
                    </a:ext>
                  </a:extLst>
                </a:gridCol>
                <a:gridCol w="1108088">
                  <a:extLst>
                    <a:ext uri="{9D8B030D-6E8A-4147-A177-3AD203B41FA5}">
                      <a16:colId xmlns:a16="http://schemas.microsoft.com/office/drawing/2014/main" val="3612789214"/>
                    </a:ext>
                  </a:extLst>
                </a:gridCol>
                <a:gridCol w="568731">
                  <a:extLst>
                    <a:ext uri="{9D8B030D-6E8A-4147-A177-3AD203B41FA5}">
                      <a16:colId xmlns:a16="http://schemas.microsoft.com/office/drawing/2014/main" val="1013677548"/>
                    </a:ext>
                  </a:extLst>
                </a:gridCol>
                <a:gridCol w="534829">
                  <a:extLst>
                    <a:ext uri="{9D8B030D-6E8A-4147-A177-3AD203B41FA5}">
                      <a16:colId xmlns:a16="http://schemas.microsoft.com/office/drawing/2014/main" val="162944055"/>
                    </a:ext>
                  </a:extLst>
                </a:gridCol>
                <a:gridCol w="568731">
                  <a:extLst>
                    <a:ext uri="{9D8B030D-6E8A-4147-A177-3AD203B41FA5}">
                      <a16:colId xmlns:a16="http://schemas.microsoft.com/office/drawing/2014/main" val="693123090"/>
                    </a:ext>
                  </a:extLst>
                </a:gridCol>
              </a:tblGrid>
              <a:tr h="286368">
                <a:tc>
                  <a:txBody>
                    <a:bodyPr/>
                    <a:lstStyle/>
                    <a:p>
                      <a:r>
                        <a:rPr lang="en-JP" sz="1400" dirty="0">
                          <a:solidFill>
                            <a:schemeClr val="bg1"/>
                          </a:solidFill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取引ID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solidFill>
                            <a:schemeClr val="bg1"/>
                          </a:solidFill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顧客ID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solidFill>
                            <a:schemeClr val="bg1"/>
                          </a:solidFill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品目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solidFill>
                            <a:schemeClr val="bg1"/>
                          </a:solidFill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単価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solidFill>
                            <a:schemeClr val="bg1"/>
                          </a:solidFill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個数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solidFill>
                            <a:schemeClr val="bg1"/>
                          </a:solidFill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売上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480211"/>
                  </a:ext>
                </a:extLst>
              </a:tr>
              <a:tr h="403707"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A001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c001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err="1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鶏玉丼</a:t>
                      </a:r>
                      <a:endParaRPr lang="en-JP" sz="1400" dirty="0">
                        <a:latin typeface="Arial" panose="020B0604020202020204" pitchFamily="34" charset="0"/>
                        <a:ea typeface="IPAGothic" panose="020B0509000000000000" pitchFamily="49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440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1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440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53867983"/>
                  </a:ext>
                </a:extLst>
              </a:tr>
              <a:tr h="403707"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A002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c001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はーいお茶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120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2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260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80110813"/>
                  </a:ext>
                </a:extLst>
              </a:tr>
              <a:tr h="403707"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A003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c003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ポテト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1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1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150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12437338"/>
                  </a:ext>
                </a:extLst>
              </a:tr>
              <a:tr h="403707">
                <a:tc>
                  <a:txBody>
                    <a:bodyPr/>
                    <a:lstStyle/>
                    <a:p>
                      <a:endParaRPr lang="en-JP" sz="1400" dirty="0">
                        <a:latin typeface="Arial" panose="020B0604020202020204" pitchFamily="34" charset="0"/>
                        <a:ea typeface="IPAGothic" panose="020B0509000000000000" pitchFamily="49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JP" sz="1400" dirty="0">
                        <a:latin typeface="Arial" panose="020B0604020202020204" pitchFamily="34" charset="0"/>
                        <a:ea typeface="IPAGothic" panose="020B0509000000000000" pitchFamily="49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JP" sz="1400" dirty="0">
                        <a:latin typeface="Arial" panose="020B0604020202020204" pitchFamily="34" charset="0"/>
                        <a:ea typeface="IPAGothic" panose="020B0509000000000000" pitchFamily="49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JP" sz="1400" dirty="0">
                        <a:latin typeface="Arial" panose="020B0604020202020204" pitchFamily="34" charset="0"/>
                        <a:ea typeface="IPAGothic" panose="020B0509000000000000" pitchFamily="49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JP" sz="1400" dirty="0">
                        <a:latin typeface="Arial" panose="020B0604020202020204" pitchFamily="34" charset="0"/>
                        <a:ea typeface="IPAGothic" panose="020B0509000000000000" pitchFamily="49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JP" sz="1400" dirty="0">
                        <a:latin typeface="Arial" panose="020B0604020202020204" pitchFamily="34" charset="0"/>
                        <a:ea typeface="IPAGothic" panose="020B0509000000000000" pitchFamily="49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57189008"/>
                  </a:ext>
                </a:extLst>
              </a:tr>
              <a:tr h="403707">
                <a:tc>
                  <a:txBody>
                    <a:bodyPr/>
                    <a:lstStyle/>
                    <a:p>
                      <a:endParaRPr lang="en-JP" sz="1400" dirty="0">
                        <a:latin typeface="Arial" panose="020B0604020202020204" pitchFamily="34" charset="0"/>
                        <a:ea typeface="IPAGothic" panose="020B0509000000000000" pitchFamily="49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JP" sz="1400" dirty="0">
                        <a:latin typeface="Arial" panose="020B0604020202020204" pitchFamily="34" charset="0"/>
                        <a:ea typeface="IPAGothic" panose="020B0509000000000000" pitchFamily="49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JP" sz="1400" dirty="0">
                        <a:latin typeface="Arial" panose="020B0604020202020204" pitchFamily="34" charset="0"/>
                        <a:ea typeface="IPAGothic" panose="020B0509000000000000" pitchFamily="49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JP" sz="1400" dirty="0">
                        <a:latin typeface="Arial" panose="020B0604020202020204" pitchFamily="34" charset="0"/>
                        <a:ea typeface="IPAGothic" panose="020B0509000000000000" pitchFamily="49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JP" sz="1400" dirty="0">
                        <a:latin typeface="Arial" panose="020B0604020202020204" pitchFamily="34" charset="0"/>
                        <a:ea typeface="IPAGothic" panose="020B0509000000000000" pitchFamily="49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JP" sz="1400" dirty="0">
                        <a:latin typeface="Arial" panose="020B0604020202020204" pitchFamily="34" charset="0"/>
                        <a:ea typeface="IPAGothic" panose="020B0509000000000000" pitchFamily="49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60357127"/>
                  </a:ext>
                </a:extLst>
              </a:tr>
              <a:tr h="504154"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X57925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x67b2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きのこの里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200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3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600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1047392"/>
                  </a:ext>
                </a:extLst>
              </a:tr>
            </a:tbl>
          </a:graphicData>
        </a:graphic>
      </p:graphicFrame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448BE514-B04F-1FA3-C791-24C64217D94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76830822"/>
              </p:ext>
            </p:extLst>
          </p:nvPr>
        </p:nvGraphicFramePr>
        <p:xfrm>
          <a:off x="1133500" y="2312944"/>
          <a:ext cx="4282477" cy="280905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51049">
                  <a:extLst>
                    <a:ext uri="{9D8B030D-6E8A-4147-A177-3AD203B41FA5}">
                      <a16:colId xmlns:a16="http://schemas.microsoft.com/office/drawing/2014/main" val="125743691"/>
                    </a:ext>
                  </a:extLst>
                </a:gridCol>
                <a:gridCol w="751049">
                  <a:extLst>
                    <a:ext uri="{9D8B030D-6E8A-4147-A177-3AD203B41FA5}">
                      <a16:colId xmlns:a16="http://schemas.microsoft.com/office/drawing/2014/main" val="637503006"/>
                    </a:ext>
                  </a:extLst>
                </a:gridCol>
                <a:gridCol w="1108088">
                  <a:extLst>
                    <a:ext uri="{9D8B030D-6E8A-4147-A177-3AD203B41FA5}">
                      <a16:colId xmlns:a16="http://schemas.microsoft.com/office/drawing/2014/main" val="3612789214"/>
                    </a:ext>
                  </a:extLst>
                </a:gridCol>
                <a:gridCol w="568731">
                  <a:extLst>
                    <a:ext uri="{9D8B030D-6E8A-4147-A177-3AD203B41FA5}">
                      <a16:colId xmlns:a16="http://schemas.microsoft.com/office/drawing/2014/main" val="1013677548"/>
                    </a:ext>
                  </a:extLst>
                </a:gridCol>
                <a:gridCol w="534829">
                  <a:extLst>
                    <a:ext uri="{9D8B030D-6E8A-4147-A177-3AD203B41FA5}">
                      <a16:colId xmlns:a16="http://schemas.microsoft.com/office/drawing/2014/main" val="162944055"/>
                    </a:ext>
                  </a:extLst>
                </a:gridCol>
                <a:gridCol w="568731">
                  <a:extLst>
                    <a:ext uri="{9D8B030D-6E8A-4147-A177-3AD203B41FA5}">
                      <a16:colId xmlns:a16="http://schemas.microsoft.com/office/drawing/2014/main" val="693123090"/>
                    </a:ext>
                  </a:extLst>
                </a:gridCol>
              </a:tblGrid>
              <a:tr h="286368">
                <a:tc>
                  <a:txBody>
                    <a:bodyPr/>
                    <a:lstStyle/>
                    <a:p>
                      <a:r>
                        <a:rPr lang="en-JP" sz="1400" dirty="0">
                          <a:solidFill>
                            <a:schemeClr val="bg1"/>
                          </a:solidFill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取引ID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solidFill>
                            <a:schemeClr val="bg1"/>
                          </a:solidFill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顧客ID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solidFill>
                            <a:schemeClr val="bg1"/>
                          </a:solidFill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品目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solidFill>
                            <a:schemeClr val="bg1"/>
                          </a:solidFill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単価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solidFill>
                            <a:schemeClr val="bg1"/>
                          </a:solidFill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個数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solidFill>
                            <a:schemeClr val="bg1"/>
                          </a:solidFill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売上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480211"/>
                  </a:ext>
                </a:extLst>
              </a:tr>
              <a:tr h="403707"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A001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c001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err="1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鶏玉丼</a:t>
                      </a:r>
                      <a:endParaRPr lang="en-JP" sz="1400" dirty="0">
                        <a:latin typeface="Arial" panose="020B0604020202020204" pitchFamily="34" charset="0"/>
                        <a:ea typeface="IPAGothic" panose="020B0509000000000000" pitchFamily="49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440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1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440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53867983"/>
                  </a:ext>
                </a:extLst>
              </a:tr>
              <a:tr h="403707"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A002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c001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はーいお茶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120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2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260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80110813"/>
                  </a:ext>
                </a:extLst>
              </a:tr>
              <a:tr h="403707"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A003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c003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ポテト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1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1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150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12437338"/>
                  </a:ext>
                </a:extLst>
              </a:tr>
              <a:tr h="403707">
                <a:tc>
                  <a:txBody>
                    <a:bodyPr/>
                    <a:lstStyle/>
                    <a:p>
                      <a:endParaRPr lang="en-JP" sz="1400" dirty="0">
                        <a:latin typeface="Arial" panose="020B0604020202020204" pitchFamily="34" charset="0"/>
                        <a:ea typeface="IPAGothic" panose="020B0509000000000000" pitchFamily="49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JP" sz="1400" dirty="0">
                        <a:latin typeface="Arial" panose="020B0604020202020204" pitchFamily="34" charset="0"/>
                        <a:ea typeface="IPAGothic" panose="020B0509000000000000" pitchFamily="49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JP" sz="1400" dirty="0">
                        <a:latin typeface="Arial" panose="020B0604020202020204" pitchFamily="34" charset="0"/>
                        <a:ea typeface="IPAGothic" panose="020B0509000000000000" pitchFamily="49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JP" sz="1400" dirty="0">
                        <a:latin typeface="Arial" panose="020B0604020202020204" pitchFamily="34" charset="0"/>
                        <a:ea typeface="IPAGothic" panose="020B0509000000000000" pitchFamily="49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JP" sz="1400" dirty="0">
                        <a:latin typeface="Arial" panose="020B0604020202020204" pitchFamily="34" charset="0"/>
                        <a:ea typeface="IPAGothic" panose="020B0509000000000000" pitchFamily="49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JP" sz="1400" dirty="0">
                        <a:latin typeface="Arial" panose="020B0604020202020204" pitchFamily="34" charset="0"/>
                        <a:ea typeface="IPAGothic" panose="020B0509000000000000" pitchFamily="49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57189008"/>
                  </a:ext>
                </a:extLst>
              </a:tr>
              <a:tr h="403707">
                <a:tc>
                  <a:txBody>
                    <a:bodyPr/>
                    <a:lstStyle/>
                    <a:p>
                      <a:endParaRPr lang="en-JP" sz="1400" dirty="0">
                        <a:latin typeface="Arial" panose="020B0604020202020204" pitchFamily="34" charset="0"/>
                        <a:ea typeface="IPAGothic" panose="020B0509000000000000" pitchFamily="49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JP" sz="1400" dirty="0">
                        <a:latin typeface="Arial" panose="020B0604020202020204" pitchFamily="34" charset="0"/>
                        <a:ea typeface="IPAGothic" panose="020B0509000000000000" pitchFamily="49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JP" sz="1400" dirty="0">
                        <a:latin typeface="Arial" panose="020B0604020202020204" pitchFamily="34" charset="0"/>
                        <a:ea typeface="IPAGothic" panose="020B0509000000000000" pitchFamily="49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JP" sz="1400" dirty="0">
                        <a:latin typeface="Arial" panose="020B0604020202020204" pitchFamily="34" charset="0"/>
                        <a:ea typeface="IPAGothic" panose="020B0509000000000000" pitchFamily="49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JP" sz="1400" dirty="0">
                        <a:latin typeface="Arial" panose="020B0604020202020204" pitchFamily="34" charset="0"/>
                        <a:ea typeface="IPAGothic" panose="020B0509000000000000" pitchFamily="49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JP" sz="1400" dirty="0">
                        <a:latin typeface="Arial" panose="020B0604020202020204" pitchFamily="34" charset="0"/>
                        <a:ea typeface="IPAGothic" panose="020B0509000000000000" pitchFamily="49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60357127"/>
                  </a:ext>
                </a:extLst>
              </a:tr>
              <a:tr h="504154"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X57925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x67b2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きのこの里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200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3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600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1047392"/>
                  </a:ext>
                </a:extLst>
              </a:tr>
            </a:tbl>
          </a:graphicData>
        </a:graphic>
      </p:graphicFrame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339EF993-E822-679F-526E-B9F3D533889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13510489"/>
              </p:ext>
            </p:extLst>
          </p:nvPr>
        </p:nvGraphicFramePr>
        <p:xfrm>
          <a:off x="1247800" y="2427245"/>
          <a:ext cx="4282477" cy="280905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51049">
                  <a:extLst>
                    <a:ext uri="{9D8B030D-6E8A-4147-A177-3AD203B41FA5}">
                      <a16:colId xmlns:a16="http://schemas.microsoft.com/office/drawing/2014/main" val="125743691"/>
                    </a:ext>
                  </a:extLst>
                </a:gridCol>
                <a:gridCol w="751049">
                  <a:extLst>
                    <a:ext uri="{9D8B030D-6E8A-4147-A177-3AD203B41FA5}">
                      <a16:colId xmlns:a16="http://schemas.microsoft.com/office/drawing/2014/main" val="637503006"/>
                    </a:ext>
                  </a:extLst>
                </a:gridCol>
                <a:gridCol w="1108088">
                  <a:extLst>
                    <a:ext uri="{9D8B030D-6E8A-4147-A177-3AD203B41FA5}">
                      <a16:colId xmlns:a16="http://schemas.microsoft.com/office/drawing/2014/main" val="3612789214"/>
                    </a:ext>
                  </a:extLst>
                </a:gridCol>
                <a:gridCol w="568731">
                  <a:extLst>
                    <a:ext uri="{9D8B030D-6E8A-4147-A177-3AD203B41FA5}">
                      <a16:colId xmlns:a16="http://schemas.microsoft.com/office/drawing/2014/main" val="1013677548"/>
                    </a:ext>
                  </a:extLst>
                </a:gridCol>
                <a:gridCol w="534829">
                  <a:extLst>
                    <a:ext uri="{9D8B030D-6E8A-4147-A177-3AD203B41FA5}">
                      <a16:colId xmlns:a16="http://schemas.microsoft.com/office/drawing/2014/main" val="162944055"/>
                    </a:ext>
                  </a:extLst>
                </a:gridCol>
                <a:gridCol w="568731">
                  <a:extLst>
                    <a:ext uri="{9D8B030D-6E8A-4147-A177-3AD203B41FA5}">
                      <a16:colId xmlns:a16="http://schemas.microsoft.com/office/drawing/2014/main" val="693123090"/>
                    </a:ext>
                  </a:extLst>
                </a:gridCol>
              </a:tblGrid>
              <a:tr h="286368">
                <a:tc>
                  <a:txBody>
                    <a:bodyPr/>
                    <a:lstStyle/>
                    <a:p>
                      <a:r>
                        <a:rPr lang="en-JP" sz="1400" dirty="0">
                          <a:solidFill>
                            <a:schemeClr val="bg1"/>
                          </a:solidFill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取引ID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solidFill>
                            <a:schemeClr val="bg1"/>
                          </a:solidFill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顧客ID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solidFill>
                            <a:schemeClr val="bg1"/>
                          </a:solidFill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品目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solidFill>
                            <a:schemeClr val="bg1"/>
                          </a:solidFill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単価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solidFill>
                            <a:schemeClr val="bg1"/>
                          </a:solidFill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個数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solidFill>
                            <a:schemeClr val="bg1"/>
                          </a:solidFill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売上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480211"/>
                  </a:ext>
                </a:extLst>
              </a:tr>
              <a:tr h="403707"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A001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c001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err="1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鶏玉丼</a:t>
                      </a:r>
                      <a:endParaRPr lang="en-JP" sz="1400" dirty="0">
                        <a:latin typeface="Arial" panose="020B0604020202020204" pitchFamily="34" charset="0"/>
                        <a:ea typeface="IPAGothic" panose="020B0509000000000000" pitchFamily="49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440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1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440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53867983"/>
                  </a:ext>
                </a:extLst>
              </a:tr>
              <a:tr h="403707"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A002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c001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はーいお茶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120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2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260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80110813"/>
                  </a:ext>
                </a:extLst>
              </a:tr>
              <a:tr h="403707"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A003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c003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ポテト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1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1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150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12437338"/>
                  </a:ext>
                </a:extLst>
              </a:tr>
              <a:tr h="403707">
                <a:tc>
                  <a:txBody>
                    <a:bodyPr/>
                    <a:lstStyle/>
                    <a:p>
                      <a:endParaRPr lang="en-JP" sz="1400" dirty="0">
                        <a:latin typeface="Arial" panose="020B0604020202020204" pitchFamily="34" charset="0"/>
                        <a:ea typeface="IPAGothic" panose="020B0509000000000000" pitchFamily="49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JP" sz="1400" dirty="0">
                        <a:latin typeface="Arial" panose="020B0604020202020204" pitchFamily="34" charset="0"/>
                        <a:ea typeface="IPAGothic" panose="020B0509000000000000" pitchFamily="49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JP" sz="1400" dirty="0">
                        <a:latin typeface="Arial" panose="020B0604020202020204" pitchFamily="34" charset="0"/>
                        <a:ea typeface="IPAGothic" panose="020B0509000000000000" pitchFamily="49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JP" sz="1400" dirty="0">
                        <a:latin typeface="Arial" panose="020B0604020202020204" pitchFamily="34" charset="0"/>
                        <a:ea typeface="IPAGothic" panose="020B0509000000000000" pitchFamily="49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JP" sz="1400" dirty="0">
                        <a:latin typeface="Arial" panose="020B0604020202020204" pitchFamily="34" charset="0"/>
                        <a:ea typeface="IPAGothic" panose="020B0509000000000000" pitchFamily="49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JP" sz="1400" dirty="0">
                        <a:latin typeface="Arial" panose="020B0604020202020204" pitchFamily="34" charset="0"/>
                        <a:ea typeface="IPAGothic" panose="020B0509000000000000" pitchFamily="49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57189008"/>
                  </a:ext>
                </a:extLst>
              </a:tr>
              <a:tr h="403707">
                <a:tc>
                  <a:txBody>
                    <a:bodyPr/>
                    <a:lstStyle/>
                    <a:p>
                      <a:endParaRPr lang="en-JP" sz="1400" dirty="0">
                        <a:latin typeface="Arial" panose="020B0604020202020204" pitchFamily="34" charset="0"/>
                        <a:ea typeface="IPAGothic" panose="020B0509000000000000" pitchFamily="49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JP" sz="1400" dirty="0">
                        <a:latin typeface="Arial" panose="020B0604020202020204" pitchFamily="34" charset="0"/>
                        <a:ea typeface="IPAGothic" panose="020B0509000000000000" pitchFamily="49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JP" sz="1400" dirty="0">
                        <a:latin typeface="Arial" panose="020B0604020202020204" pitchFamily="34" charset="0"/>
                        <a:ea typeface="IPAGothic" panose="020B0509000000000000" pitchFamily="49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JP" sz="1400" dirty="0">
                        <a:latin typeface="Arial" panose="020B0604020202020204" pitchFamily="34" charset="0"/>
                        <a:ea typeface="IPAGothic" panose="020B0509000000000000" pitchFamily="49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JP" sz="1400" dirty="0">
                        <a:latin typeface="Arial" panose="020B0604020202020204" pitchFamily="34" charset="0"/>
                        <a:ea typeface="IPAGothic" panose="020B0509000000000000" pitchFamily="49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JP" sz="1400" dirty="0">
                        <a:latin typeface="Arial" panose="020B0604020202020204" pitchFamily="34" charset="0"/>
                        <a:ea typeface="IPAGothic" panose="020B0509000000000000" pitchFamily="49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60357127"/>
                  </a:ext>
                </a:extLst>
              </a:tr>
              <a:tr h="504154"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X57925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x67b2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きのこの里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200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3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600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1047392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3358DAC2-3C46-03C6-A18B-99528546E496}"/>
              </a:ext>
            </a:extLst>
          </p:cNvPr>
          <p:cNvSpPr txBox="1"/>
          <p:nvPr/>
        </p:nvSpPr>
        <p:spPr>
          <a:xfrm rot="5400000">
            <a:off x="3206946" y="4046636"/>
            <a:ext cx="377026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5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73131880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3560DFDB-D45F-4420-726E-E4ACF06B8F0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98660612"/>
              </p:ext>
            </p:extLst>
          </p:nvPr>
        </p:nvGraphicFramePr>
        <p:xfrm>
          <a:off x="1043612" y="1347620"/>
          <a:ext cx="5417819" cy="259229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57567">
                  <a:extLst>
                    <a:ext uri="{9D8B030D-6E8A-4147-A177-3AD203B41FA5}">
                      <a16:colId xmlns:a16="http://schemas.microsoft.com/office/drawing/2014/main" val="2723497409"/>
                    </a:ext>
                  </a:extLst>
                </a:gridCol>
                <a:gridCol w="1748155">
                  <a:extLst>
                    <a:ext uri="{9D8B030D-6E8A-4147-A177-3AD203B41FA5}">
                      <a16:colId xmlns:a16="http://schemas.microsoft.com/office/drawing/2014/main" val="1250676939"/>
                    </a:ext>
                  </a:extLst>
                </a:gridCol>
                <a:gridCol w="1359217">
                  <a:extLst>
                    <a:ext uri="{9D8B030D-6E8A-4147-A177-3AD203B41FA5}">
                      <a16:colId xmlns:a16="http://schemas.microsoft.com/office/drawing/2014/main" val="1803529712"/>
                    </a:ext>
                  </a:extLst>
                </a:gridCol>
                <a:gridCol w="1452880">
                  <a:extLst>
                    <a:ext uri="{9D8B030D-6E8A-4147-A177-3AD203B41FA5}">
                      <a16:colId xmlns:a16="http://schemas.microsoft.com/office/drawing/2014/main" val="1031376194"/>
                    </a:ext>
                  </a:extLst>
                </a:gridCol>
              </a:tblGrid>
              <a:tr h="343263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600" b="0" i="0">
                          <a:solidFill>
                            <a:schemeClr val="bg1"/>
                          </a:solidFill>
                          <a:latin typeface="IPAPGothic" panose="020B0500000000000000" pitchFamily="34" charset="-128"/>
                          <a:ea typeface="IPAPGothic" panose="020B0500000000000000" pitchFamily="34" charset="-128"/>
                        </a:rPr>
                        <a:t>購買</a:t>
                      </a:r>
                      <a:r>
                        <a:rPr kumimoji="1" lang="en-US" altLang="ja-JP" sz="1600" b="0" i="0" dirty="0">
                          <a:solidFill>
                            <a:schemeClr val="bg1"/>
                          </a:solidFill>
                          <a:latin typeface="IPAPGothic" panose="020B0500000000000000" pitchFamily="34" charset="-128"/>
                          <a:ea typeface="IPAPGothic" panose="020B0500000000000000" pitchFamily="34" charset="-128"/>
                        </a:rPr>
                        <a:t>ID</a:t>
                      </a:r>
                      <a:endParaRPr kumimoji="1" lang="ja-JP" altLang="en-US" sz="1600" b="0" i="0">
                        <a:solidFill>
                          <a:schemeClr val="bg1"/>
                        </a:solidFill>
                        <a:latin typeface="IPAPGothic" panose="020B0500000000000000" pitchFamily="34" charset="-128"/>
                        <a:ea typeface="IPAPGothic" panose="020B0500000000000000" pitchFamily="34" charset="-128"/>
                      </a:endParaRPr>
                    </a:p>
                  </a:txBody>
                  <a:tcPr marL="91439" marR="91439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600" b="1" i="0">
                          <a:solidFill>
                            <a:schemeClr val="bg1"/>
                          </a:solidFill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購買日</a:t>
                      </a:r>
                    </a:p>
                  </a:txBody>
                  <a:tcPr marL="91439" marR="91439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600" b="0" i="0">
                          <a:solidFill>
                            <a:schemeClr val="bg1"/>
                          </a:solidFill>
                          <a:latin typeface="IPAPGothic" panose="020B0500000000000000" pitchFamily="34" charset="-128"/>
                          <a:ea typeface="IPAPGothic" panose="020B0500000000000000" pitchFamily="34" charset="-128"/>
                        </a:rPr>
                        <a:t>品名</a:t>
                      </a:r>
                    </a:p>
                  </a:txBody>
                  <a:tcPr marL="91439" marR="91439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600" b="1" i="0">
                          <a:solidFill>
                            <a:schemeClr val="bg1"/>
                          </a:solidFill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売り上げ（円）</a:t>
                      </a:r>
                    </a:p>
                  </a:txBody>
                  <a:tcPr marL="91439" marR="91439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63860891"/>
                  </a:ext>
                </a:extLst>
              </a:tr>
              <a:tr h="562257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>
                          <a:latin typeface="IPAPGothic" panose="020B0500000000000000" pitchFamily="34" charset="-128"/>
                          <a:ea typeface="IPAPGothic" panose="020B0500000000000000" pitchFamily="34" charset="-128"/>
                        </a:rPr>
                        <a:t>1123</a:t>
                      </a:r>
                      <a:endParaRPr kumimoji="1" lang="ja-JP" altLang="en-US" sz="1600">
                        <a:latin typeface="IPAPGothic" panose="020B0500000000000000" pitchFamily="34" charset="-128"/>
                        <a:ea typeface="IPAPGothic" panose="020B0500000000000000" pitchFamily="34" charset="-128"/>
                      </a:endParaRPr>
                    </a:p>
                  </a:txBody>
                  <a:tcPr marL="91439" marR="91439" anchor="ctr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>
                          <a:latin typeface="IPAPGothic" panose="020B0500000000000000" pitchFamily="34" charset="-128"/>
                          <a:ea typeface="IPAPGothic" panose="020B0500000000000000" pitchFamily="34" charset="-128"/>
                        </a:rPr>
                        <a:t>2019/10/05</a:t>
                      </a:r>
                      <a:endParaRPr kumimoji="1" lang="ja-JP" altLang="en-US" sz="1600">
                        <a:latin typeface="IPAPGothic" panose="020B0500000000000000" pitchFamily="34" charset="-128"/>
                        <a:ea typeface="IPAPGothic" panose="020B0500000000000000" pitchFamily="34" charset="-128"/>
                      </a:endParaRPr>
                    </a:p>
                  </a:txBody>
                  <a:tcPr marL="91439" marR="91439" anchor="ctr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600">
                          <a:latin typeface="IPAPGothic" panose="020B0500000000000000" pitchFamily="34" charset="-128"/>
                          <a:ea typeface="IPAPGothic" panose="020B0500000000000000" pitchFamily="34" charset="-128"/>
                        </a:rPr>
                        <a:t>コーヒー</a:t>
                      </a:r>
                    </a:p>
                  </a:txBody>
                  <a:tcPr marL="91439" marR="91439" anchor="ctr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>
                          <a:latin typeface="IPAPGothic" panose="020B0500000000000000" pitchFamily="34" charset="-128"/>
                          <a:ea typeface="IPAPGothic" panose="020B0500000000000000" pitchFamily="34" charset="-128"/>
                        </a:rPr>
                        <a:t>350</a:t>
                      </a:r>
                      <a:endParaRPr kumimoji="1" lang="ja-JP" altLang="en-US" sz="1600">
                        <a:latin typeface="IPAPGothic" panose="020B0500000000000000" pitchFamily="34" charset="-128"/>
                        <a:ea typeface="IPAPGothic" panose="020B0500000000000000" pitchFamily="34" charset="-128"/>
                      </a:endParaRPr>
                    </a:p>
                  </a:txBody>
                  <a:tcPr marL="144000" marR="91439" anchor="ctr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61164628"/>
                  </a:ext>
                </a:extLst>
              </a:tr>
              <a:tr h="562257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>
                          <a:latin typeface="IPAPGothic" panose="020B0500000000000000" pitchFamily="34" charset="-128"/>
                          <a:ea typeface="IPAPGothic" panose="020B0500000000000000" pitchFamily="34" charset="-128"/>
                        </a:rPr>
                        <a:t>1124</a:t>
                      </a:r>
                      <a:endParaRPr kumimoji="1" lang="ja-JP" altLang="en-US" sz="1600">
                        <a:latin typeface="IPAPGothic" panose="020B0500000000000000" pitchFamily="34" charset="-128"/>
                        <a:ea typeface="IPAPGothic" panose="020B0500000000000000" pitchFamily="34" charset="-128"/>
                      </a:endParaRPr>
                    </a:p>
                  </a:txBody>
                  <a:tcPr marL="91439" marR="91439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BA1C47">
                        <a:alpha val="19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>
                          <a:latin typeface="IPAPGothic" panose="020B0500000000000000" pitchFamily="34" charset="-128"/>
                          <a:ea typeface="IPAPGothic" panose="020B0500000000000000" pitchFamily="34" charset="-128"/>
                        </a:rPr>
                        <a:t>2019/10/06</a:t>
                      </a:r>
                      <a:endParaRPr kumimoji="1" lang="ja-JP" altLang="en-US" sz="1600">
                        <a:latin typeface="IPAPGothic" panose="020B0500000000000000" pitchFamily="34" charset="-128"/>
                        <a:ea typeface="IPAPGothic" panose="020B0500000000000000" pitchFamily="34" charset="-128"/>
                      </a:endParaRPr>
                    </a:p>
                  </a:txBody>
                  <a:tcPr marL="91439" marR="91439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BA1C47">
                        <a:alpha val="19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600">
                          <a:latin typeface="IPAPGothic" panose="020B0500000000000000" pitchFamily="34" charset="-128"/>
                          <a:ea typeface="IPAPGothic" panose="020B0500000000000000" pitchFamily="34" charset="-128"/>
                        </a:rPr>
                        <a:t>ホットミルク</a:t>
                      </a:r>
                    </a:p>
                  </a:txBody>
                  <a:tcPr marL="91439" marR="91439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BA1C47">
                        <a:alpha val="19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>
                          <a:latin typeface="IPAPGothic" panose="020B0500000000000000" pitchFamily="34" charset="-128"/>
                          <a:ea typeface="IPAPGothic" panose="020B0500000000000000" pitchFamily="34" charset="-128"/>
                        </a:rPr>
                        <a:t>300</a:t>
                      </a:r>
                      <a:r>
                        <a:rPr kumimoji="1" lang="ja-JP" altLang="en-US" sz="1600">
                          <a:latin typeface="IPAPGothic" panose="020B0500000000000000" pitchFamily="34" charset="-128"/>
                          <a:ea typeface="IPAPGothic" panose="020B0500000000000000" pitchFamily="34" charset="-128"/>
                        </a:rPr>
                        <a:t>円</a:t>
                      </a:r>
                    </a:p>
                  </a:txBody>
                  <a:tcPr marL="91439" marR="91439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BA1C47">
                        <a:alpha val="19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72955934"/>
                  </a:ext>
                </a:extLst>
              </a:tr>
              <a:tr h="562257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>
                          <a:latin typeface="IPAPGothic" panose="020B0500000000000000" pitchFamily="34" charset="-128"/>
                          <a:ea typeface="IPAPGothic" panose="020B0500000000000000" pitchFamily="34" charset="-128"/>
                        </a:rPr>
                        <a:t>1125</a:t>
                      </a:r>
                      <a:endParaRPr kumimoji="1" lang="ja-JP" altLang="en-US" sz="1600">
                        <a:latin typeface="IPAPGothic" panose="020B0500000000000000" pitchFamily="34" charset="-128"/>
                        <a:ea typeface="IPAPGothic" panose="020B0500000000000000" pitchFamily="34" charset="-128"/>
                      </a:endParaRPr>
                    </a:p>
                  </a:txBody>
                  <a:tcPr marL="91439" marR="91439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>
                          <a:latin typeface="IPAPGothic" panose="020B0500000000000000" pitchFamily="34" charset="-128"/>
                          <a:ea typeface="IPAPGothic" panose="020B0500000000000000" pitchFamily="34" charset="-128"/>
                        </a:rPr>
                        <a:t>2019</a:t>
                      </a:r>
                      <a:r>
                        <a:rPr kumimoji="1" lang="ja-JP" altLang="en-US" sz="1600">
                          <a:latin typeface="IPAPGothic" panose="020B0500000000000000" pitchFamily="34" charset="-128"/>
                          <a:ea typeface="IPAPGothic" panose="020B0500000000000000" pitchFamily="34" charset="-128"/>
                        </a:rPr>
                        <a:t>年</a:t>
                      </a:r>
                      <a:r>
                        <a:rPr kumimoji="1" lang="en-US" altLang="ja-JP" sz="1600" dirty="0">
                          <a:latin typeface="IPAPGothic" panose="020B0500000000000000" pitchFamily="34" charset="-128"/>
                          <a:ea typeface="IPAPGothic" panose="020B0500000000000000" pitchFamily="34" charset="-128"/>
                        </a:rPr>
                        <a:t>10</a:t>
                      </a:r>
                      <a:r>
                        <a:rPr kumimoji="1" lang="ja-JP" altLang="en-US" sz="1600">
                          <a:latin typeface="IPAPGothic" panose="020B0500000000000000" pitchFamily="34" charset="-128"/>
                          <a:ea typeface="IPAPGothic" panose="020B0500000000000000" pitchFamily="34" charset="-128"/>
                        </a:rPr>
                        <a:t>月</a:t>
                      </a:r>
                      <a:r>
                        <a:rPr kumimoji="1" lang="en-US" altLang="ja-JP" sz="1600" dirty="0">
                          <a:latin typeface="IPAPGothic" panose="020B0500000000000000" pitchFamily="34" charset="-128"/>
                          <a:ea typeface="IPAPGothic" panose="020B0500000000000000" pitchFamily="34" charset="-128"/>
                        </a:rPr>
                        <a:t>7</a:t>
                      </a:r>
                      <a:r>
                        <a:rPr kumimoji="1" lang="ja-JP" altLang="en-US" sz="1600">
                          <a:latin typeface="IPAPGothic" panose="020B0500000000000000" pitchFamily="34" charset="-128"/>
                          <a:ea typeface="IPAPGothic" panose="020B0500000000000000" pitchFamily="34" charset="-128"/>
                        </a:rPr>
                        <a:t>日</a:t>
                      </a:r>
                    </a:p>
                  </a:txBody>
                  <a:tcPr marL="91439" marR="91439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600">
                          <a:latin typeface="IPAPGothic" panose="020B0500000000000000" pitchFamily="34" charset="-128"/>
                          <a:ea typeface="IPAPGothic" panose="020B0500000000000000" pitchFamily="34" charset="-128"/>
                        </a:rPr>
                        <a:t>野菜ジュース</a:t>
                      </a:r>
                    </a:p>
                  </a:txBody>
                  <a:tcPr marL="91439" marR="91439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Font typeface="Arial" panose="020B0604020202020204" pitchFamily="34" charset="0"/>
                        <a:buNone/>
                      </a:pPr>
                      <a:r>
                        <a:rPr kumimoji="1" lang="en-US" altLang="ja-JP" sz="1600" dirty="0">
                          <a:latin typeface="IPAPGothic" panose="020B0500000000000000" pitchFamily="34" charset="-128"/>
                          <a:ea typeface="IPAPGothic" panose="020B0500000000000000" pitchFamily="34" charset="-128"/>
                        </a:rPr>
                        <a:t>100</a:t>
                      </a:r>
                      <a:endParaRPr kumimoji="1" lang="ja-JP" altLang="en-US" sz="1600">
                        <a:latin typeface="IPAPGothic" panose="020B0500000000000000" pitchFamily="34" charset="-128"/>
                        <a:ea typeface="IPAPGothic" panose="020B0500000000000000" pitchFamily="34" charset="-128"/>
                      </a:endParaRPr>
                    </a:p>
                  </a:txBody>
                  <a:tcPr marL="91439" marR="91439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27216005"/>
                  </a:ext>
                </a:extLst>
              </a:tr>
              <a:tr h="562257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>
                          <a:latin typeface="IPAPGothic" panose="020B0500000000000000" pitchFamily="34" charset="-128"/>
                          <a:ea typeface="IPAPGothic" panose="020B0500000000000000" pitchFamily="34" charset="-128"/>
                        </a:rPr>
                        <a:t>1126</a:t>
                      </a:r>
                      <a:endParaRPr kumimoji="1" lang="ja-JP" altLang="en-US" sz="1600">
                        <a:latin typeface="IPAPGothic" panose="020B0500000000000000" pitchFamily="34" charset="-128"/>
                        <a:ea typeface="IPAPGothic" panose="020B0500000000000000" pitchFamily="34" charset="-128"/>
                      </a:endParaRPr>
                    </a:p>
                  </a:txBody>
                  <a:tcPr marL="91439" marR="91439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>
                          <a:latin typeface="IPAPGothic" panose="020B0500000000000000" pitchFamily="34" charset="-128"/>
                          <a:ea typeface="IPAPGothic" panose="020B0500000000000000" pitchFamily="34" charset="-128"/>
                        </a:rPr>
                        <a:t>2019/10/08</a:t>
                      </a:r>
                      <a:endParaRPr kumimoji="1" lang="ja-JP" altLang="en-US" sz="1600">
                        <a:latin typeface="IPAPGothic" panose="020B0500000000000000" pitchFamily="34" charset="-128"/>
                        <a:ea typeface="IPAPGothic" panose="020B0500000000000000" pitchFamily="34" charset="-128"/>
                      </a:endParaRPr>
                    </a:p>
                  </a:txBody>
                  <a:tcPr marL="91439" marR="91439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600">
                          <a:latin typeface="IPAPGothic" panose="020B0500000000000000" pitchFamily="34" charset="-128"/>
                          <a:ea typeface="IPAPGothic" panose="020B0500000000000000" pitchFamily="34" charset="-128"/>
                        </a:rPr>
                        <a:t>コーヒー</a:t>
                      </a:r>
                    </a:p>
                  </a:txBody>
                  <a:tcPr marL="91439" marR="91439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Font typeface="Arial" panose="020B0604020202020204" pitchFamily="34" charset="0"/>
                        <a:buNone/>
                      </a:pPr>
                      <a:r>
                        <a:rPr kumimoji="1" lang="en-US" altLang="ja-JP" sz="1600" dirty="0">
                          <a:latin typeface="IPAPGothic" panose="020B0500000000000000" pitchFamily="34" charset="-128"/>
                          <a:ea typeface="IPAPGothic" panose="020B0500000000000000" pitchFamily="34" charset="-128"/>
                        </a:rPr>
                        <a:t>3</a:t>
                      </a:r>
                      <a:r>
                        <a:rPr kumimoji="1" lang="ja-JP" altLang="en-US" sz="1600">
                          <a:latin typeface="IPAPGothic" panose="020B0500000000000000" pitchFamily="34" charset="-128"/>
                          <a:ea typeface="IPAPGothic" panose="020B0500000000000000" pitchFamily="34" charset="-128"/>
                        </a:rPr>
                        <a:t>百万円</a:t>
                      </a:r>
                    </a:p>
                  </a:txBody>
                  <a:tcPr marL="91439" marR="91439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05739047"/>
                  </a:ext>
                </a:extLst>
              </a:tr>
            </a:tbl>
          </a:graphicData>
        </a:graphic>
      </p:graphicFrame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387F66E1-F7DB-7559-E039-9D18083A60C9}"/>
              </a:ext>
            </a:extLst>
          </p:cNvPr>
          <p:cNvSpPr/>
          <p:nvPr/>
        </p:nvSpPr>
        <p:spPr>
          <a:xfrm>
            <a:off x="5220073" y="3435846"/>
            <a:ext cx="1080120" cy="432048"/>
          </a:xfrm>
          <a:prstGeom prst="roundRect">
            <a:avLst/>
          </a:prstGeom>
          <a:noFill/>
          <a:ln w="44450">
            <a:solidFill>
              <a:srgbClr val="BA1C47"/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A2750B21-44BD-8EFD-C1EB-B4E59699F57B}"/>
              </a:ext>
            </a:extLst>
          </p:cNvPr>
          <p:cNvSpPr/>
          <p:nvPr/>
        </p:nvSpPr>
        <p:spPr>
          <a:xfrm>
            <a:off x="1907705" y="2859783"/>
            <a:ext cx="1728192" cy="432048"/>
          </a:xfrm>
          <a:prstGeom prst="roundRect">
            <a:avLst/>
          </a:prstGeom>
          <a:noFill/>
          <a:ln w="44450">
            <a:solidFill>
              <a:srgbClr val="BA1C47"/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F650242C-F39C-74B9-706E-E1A08AC0D692}"/>
              </a:ext>
            </a:extLst>
          </p:cNvPr>
          <p:cNvCxnSpPr>
            <a:cxnSpLocks/>
          </p:cNvCxnSpPr>
          <p:nvPr/>
        </p:nvCxnSpPr>
        <p:spPr>
          <a:xfrm>
            <a:off x="6323312" y="2563697"/>
            <a:ext cx="480936" cy="0"/>
          </a:xfrm>
          <a:prstGeom prst="straightConnector1">
            <a:avLst/>
          </a:prstGeom>
          <a:ln w="57150">
            <a:solidFill>
              <a:srgbClr val="BA1C47"/>
            </a:solidFill>
            <a:prstDash val="sysDot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2509FC64-AD72-B18B-DDA9-C051D7C37740}"/>
              </a:ext>
            </a:extLst>
          </p:cNvPr>
          <p:cNvSpPr txBox="1"/>
          <p:nvPr/>
        </p:nvSpPr>
        <p:spPr>
          <a:xfrm>
            <a:off x="6810676" y="2271315"/>
            <a:ext cx="18261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600" dirty="0">
                <a:solidFill>
                  <a:srgbClr val="BA1C47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キャンセルされた</a:t>
            </a:r>
          </a:p>
          <a:p>
            <a:pPr algn="l"/>
            <a:r>
              <a:rPr lang="en-JP" sz="1600" dirty="0">
                <a:solidFill>
                  <a:srgbClr val="BA1C47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取引が残っている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337C9CD3-73CA-C3E4-9F79-2247B4864FC1}"/>
              </a:ext>
            </a:extLst>
          </p:cNvPr>
          <p:cNvCxnSpPr>
            <a:cxnSpLocks/>
          </p:cNvCxnSpPr>
          <p:nvPr/>
        </p:nvCxnSpPr>
        <p:spPr>
          <a:xfrm>
            <a:off x="6325961" y="3647514"/>
            <a:ext cx="480936" cy="0"/>
          </a:xfrm>
          <a:prstGeom prst="straightConnector1">
            <a:avLst/>
          </a:prstGeom>
          <a:ln w="57150">
            <a:solidFill>
              <a:srgbClr val="BA1C47"/>
            </a:solidFill>
            <a:prstDash val="sysDot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08B436F0-057A-C389-A30C-3111312FCA5E}"/>
              </a:ext>
            </a:extLst>
          </p:cNvPr>
          <p:cNvSpPr txBox="1"/>
          <p:nvPr/>
        </p:nvSpPr>
        <p:spPr>
          <a:xfrm>
            <a:off x="6813325" y="3355133"/>
            <a:ext cx="18261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600" dirty="0">
                <a:solidFill>
                  <a:srgbClr val="BA1C47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あり得ない金額が</a:t>
            </a:r>
          </a:p>
          <a:p>
            <a:pPr algn="l"/>
            <a:r>
              <a:rPr lang="en-JP" sz="1600" dirty="0">
                <a:solidFill>
                  <a:srgbClr val="BA1C47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誤入力されている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AED4BF05-21B0-F1DE-CB12-F818E3FDC193}"/>
              </a:ext>
            </a:extLst>
          </p:cNvPr>
          <p:cNvCxnSpPr>
            <a:cxnSpLocks/>
          </p:cNvCxnSpPr>
          <p:nvPr/>
        </p:nvCxnSpPr>
        <p:spPr>
          <a:xfrm>
            <a:off x="3508814" y="3295863"/>
            <a:ext cx="0" cy="932077"/>
          </a:xfrm>
          <a:prstGeom prst="straightConnector1">
            <a:avLst/>
          </a:prstGeom>
          <a:ln w="57150">
            <a:solidFill>
              <a:srgbClr val="BA1C47"/>
            </a:solidFill>
            <a:prstDash val="sysDot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0DE88A46-4E37-DC6A-D1F2-A5A9D57679E2}"/>
              </a:ext>
            </a:extLst>
          </p:cNvPr>
          <p:cNvSpPr txBox="1"/>
          <p:nvPr/>
        </p:nvSpPr>
        <p:spPr>
          <a:xfrm>
            <a:off x="2185375" y="4227939"/>
            <a:ext cx="26468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JP" sz="1600" dirty="0">
                <a:solidFill>
                  <a:srgbClr val="BA1C47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日付の入力形式が異なる</a:t>
            </a:r>
          </a:p>
          <a:p>
            <a:pPr algn="ctr"/>
            <a:r>
              <a:rPr lang="en-JP" sz="1600" dirty="0">
                <a:solidFill>
                  <a:srgbClr val="BA1C47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（集計時にエラーが出る）</a:t>
            </a:r>
          </a:p>
        </p:txBody>
      </p:sp>
    </p:spTree>
    <p:extLst>
      <p:ext uri="{BB962C8B-B14F-4D97-AF65-F5344CB8AC3E}">
        <p14:creationId xmlns:p14="http://schemas.microsoft.com/office/powerpoint/2010/main" val="416297505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A9C1A0B4-CB92-B949-703C-0969293F1861}"/>
              </a:ext>
            </a:extLst>
          </p:cNvPr>
          <p:cNvSpPr/>
          <p:nvPr/>
        </p:nvSpPr>
        <p:spPr>
          <a:xfrm>
            <a:off x="6364151" y="1574072"/>
            <a:ext cx="2161203" cy="767569"/>
          </a:xfrm>
          <a:prstGeom prst="roundRect">
            <a:avLst>
              <a:gd name="adj" fmla="val 50000"/>
            </a:avLst>
          </a:prstGeom>
          <a:solidFill>
            <a:srgbClr val="BA1C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E0610F91-1842-D90F-0F38-39D15A7F9D7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86759215"/>
              </p:ext>
            </p:extLst>
          </p:nvPr>
        </p:nvGraphicFramePr>
        <p:xfrm>
          <a:off x="611565" y="771555"/>
          <a:ext cx="5417819" cy="259229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57567">
                  <a:extLst>
                    <a:ext uri="{9D8B030D-6E8A-4147-A177-3AD203B41FA5}">
                      <a16:colId xmlns:a16="http://schemas.microsoft.com/office/drawing/2014/main" val="2723497409"/>
                    </a:ext>
                  </a:extLst>
                </a:gridCol>
                <a:gridCol w="1748155">
                  <a:extLst>
                    <a:ext uri="{9D8B030D-6E8A-4147-A177-3AD203B41FA5}">
                      <a16:colId xmlns:a16="http://schemas.microsoft.com/office/drawing/2014/main" val="1250676939"/>
                    </a:ext>
                  </a:extLst>
                </a:gridCol>
                <a:gridCol w="1359217">
                  <a:extLst>
                    <a:ext uri="{9D8B030D-6E8A-4147-A177-3AD203B41FA5}">
                      <a16:colId xmlns:a16="http://schemas.microsoft.com/office/drawing/2014/main" val="1803529712"/>
                    </a:ext>
                  </a:extLst>
                </a:gridCol>
                <a:gridCol w="1452880">
                  <a:extLst>
                    <a:ext uri="{9D8B030D-6E8A-4147-A177-3AD203B41FA5}">
                      <a16:colId xmlns:a16="http://schemas.microsoft.com/office/drawing/2014/main" val="1031376194"/>
                    </a:ext>
                  </a:extLst>
                </a:gridCol>
              </a:tblGrid>
              <a:tr h="343263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600" b="0" i="0">
                          <a:solidFill>
                            <a:schemeClr val="bg1"/>
                          </a:solidFill>
                          <a:latin typeface="IPAPGothic" panose="020B0500000000000000" pitchFamily="34" charset="-128"/>
                          <a:ea typeface="IPAPGothic" panose="020B0500000000000000" pitchFamily="34" charset="-128"/>
                        </a:rPr>
                        <a:t>購買</a:t>
                      </a:r>
                      <a:r>
                        <a:rPr kumimoji="1" lang="en-US" altLang="ja-JP" sz="1600" b="0" i="0" dirty="0">
                          <a:solidFill>
                            <a:schemeClr val="bg1"/>
                          </a:solidFill>
                          <a:latin typeface="IPAPGothic" panose="020B0500000000000000" pitchFamily="34" charset="-128"/>
                          <a:ea typeface="IPAPGothic" panose="020B0500000000000000" pitchFamily="34" charset="-128"/>
                        </a:rPr>
                        <a:t>ID</a:t>
                      </a:r>
                      <a:endParaRPr kumimoji="1" lang="ja-JP" altLang="en-US" sz="1600" b="0" i="0">
                        <a:solidFill>
                          <a:schemeClr val="bg1"/>
                        </a:solidFill>
                        <a:latin typeface="IPAPGothic" panose="020B0500000000000000" pitchFamily="34" charset="-128"/>
                        <a:ea typeface="IPAPGothic" panose="020B0500000000000000" pitchFamily="34" charset="-128"/>
                      </a:endParaRPr>
                    </a:p>
                  </a:txBody>
                  <a:tcPr marL="91439" marR="91439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600" b="1" i="0">
                          <a:solidFill>
                            <a:schemeClr val="bg1"/>
                          </a:solidFill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購買日</a:t>
                      </a:r>
                    </a:p>
                  </a:txBody>
                  <a:tcPr marL="91439" marR="91439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600" b="0" i="0">
                          <a:solidFill>
                            <a:schemeClr val="bg1"/>
                          </a:solidFill>
                          <a:latin typeface="IPAPGothic" panose="020B0500000000000000" pitchFamily="34" charset="-128"/>
                          <a:ea typeface="IPAPGothic" panose="020B0500000000000000" pitchFamily="34" charset="-128"/>
                        </a:rPr>
                        <a:t>品名</a:t>
                      </a:r>
                    </a:p>
                  </a:txBody>
                  <a:tcPr marL="91439" marR="91439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600" b="1" i="0">
                          <a:solidFill>
                            <a:schemeClr val="bg1"/>
                          </a:solidFill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売り上げ（円）</a:t>
                      </a:r>
                    </a:p>
                  </a:txBody>
                  <a:tcPr marL="91439" marR="91439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63860891"/>
                  </a:ext>
                </a:extLst>
              </a:tr>
              <a:tr h="562257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>
                          <a:latin typeface="IPAPGothic" panose="020B0500000000000000" pitchFamily="34" charset="-128"/>
                          <a:ea typeface="IPAPGothic" panose="020B0500000000000000" pitchFamily="34" charset="-128"/>
                        </a:rPr>
                        <a:t>1123</a:t>
                      </a:r>
                      <a:endParaRPr kumimoji="1" lang="ja-JP" altLang="en-US" sz="1600">
                        <a:latin typeface="IPAPGothic" panose="020B0500000000000000" pitchFamily="34" charset="-128"/>
                        <a:ea typeface="IPAPGothic" panose="020B0500000000000000" pitchFamily="34" charset="-128"/>
                      </a:endParaRPr>
                    </a:p>
                  </a:txBody>
                  <a:tcPr marL="91439" marR="91439" anchor="ctr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>
                          <a:latin typeface="IPAPGothic" panose="020B0500000000000000" pitchFamily="34" charset="-128"/>
                          <a:ea typeface="IPAPGothic" panose="020B0500000000000000" pitchFamily="34" charset="-128"/>
                        </a:rPr>
                        <a:t>2019/10/05</a:t>
                      </a:r>
                      <a:endParaRPr kumimoji="1" lang="ja-JP" altLang="en-US" sz="1600">
                        <a:latin typeface="IPAPGothic" panose="020B0500000000000000" pitchFamily="34" charset="-128"/>
                        <a:ea typeface="IPAPGothic" panose="020B0500000000000000" pitchFamily="34" charset="-128"/>
                      </a:endParaRPr>
                    </a:p>
                  </a:txBody>
                  <a:tcPr marL="91439" marR="91439" anchor="ctr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600">
                          <a:latin typeface="IPAPGothic" panose="020B0500000000000000" pitchFamily="34" charset="-128"/>
                          <a:ea typeface="IPAPGothic" panose="020B0500000000000000" pitchFamily="34" charset="-128"/>
                        </a:rPr>
                        <a:t>コーヒー</a:t>
                      </a:r>
                    </a:p>
                  </a:txBody>
                  <a:tcPr marL="91439" marR="91439" anchor="ctr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>
                          <a:latin typeface="IPAPGothic" panose="020B0500000000000000" pitchFamily="34" charset="-128"/>
                          <a:ea typeface="IPAPGothic" panose="020B0500000000000000" pitchFamily="34" charset="-128"/>
                        </a:rPr>
                        <a:t>350</a:t>
                      </a:r>
                      <a:endParaRPr kumimoji="1" lang="ja-JP" altLang="en-US" sz="1600">
                        <a:latin typeface="IPAPGothic" panose="020B0500000000000000" pitchFamily="34" charset="-128"/>
                        <a:ea typeface="IPAPGothic" panose="020B0500000000000000" pitchFamily="34" charset="-128"/>
                      </a:endParaRPr>
                    </a:p>
                  </a:txBody>
                  <a:tcPr marL="144000" marR="91439" anchor="ctr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61164628"/>
                  </a:ext>
                </a:extLst>
              </a:tr>
              <a:tr h="562257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>
                          <a:latin typeface="IPAPGothic" panose="020B0500000000000000" pitchFamily="34" charset="-128"/>
                          <a:ea typeface="IPAPGothic" panose="020B0500000000000000" pitchFamily="34" charset="-128"/>
                        </a:rPr>
                        <a:t>1124</a:t>
                      </a:r>
                      <a:endParaRPr kumimoji="1" lang="ja-JP" altLang="en-US" sz="1600">
                        <a:latin typeface="IPAPGothic" panose="020B0500000000000000" pitchFamily="34" charset="-128"/>
                        <a:ea typeface="IPAPGothic" panose="020B0500000000000000" pitchFamily="34" charset="-128"/>
                      </a:endParaRPr>
                    </a:p>
                  </a:txBody>
                  <a:tcPr marL="91439" marR="91439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>
                          <a:latin typeface="IPAPGothic" panose="020B0500000000000000" pitchFamily="34" charset="-128"/>
                          <a:ea typeface="IPAPGothic" panose="020B0500000000000000" pitchFamily="34" charset="-128"/>
                        </a:rPr>
                        <a:t>2019/10/06</a:t>
                      </a:r>
                      <a:endParaRPr kumimoji="1" lang="ja-JP" altLang="en-US" sz="1600">
                        <a:latin typeface="IPAPGothic" panose="020B0500000000000000" pitchFamily="34" charset="-128"/>
                        <a:ea typeface="IPAPGothic" panose="020B0500000000000000" pitchFamily="34" charset="-128"/>
                      </a:endParaRPr>
                    </a:p>
                  </a:txBody>
                  <a:tcPr marL="91439" marR="91439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600">
                          <a:latin typeface="IPAPGothic" panose="020B0500000000000000" pitchFamily="34" charset="-128"/>
                          <a:ea typeface="IPAPGothic" panose="020B0500000000000000" pitchFamily="34" charset="-128"/>
                        </a:rPr>
                        <a:t>ホットミルク</a:t>
                      </a:r>
                    </a:p>
                  </a:txBody>
                  <a:tcPr marL="91439" marR="91439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>
                          <a:latin typeface="IPAPGothic" panose="020B0500000000000000" pitchFamily="34" charset="-128"/>
                          <a:ea typeface="IPAPGothic" panose="020B0500000000000000" pitchFamily="34" charset="-128"/>
                        </a:rPr>
                        <a:t>300</a:t>
                      </a:r>
                      <a:r>
                        <a:rPr kumimoji="1" lang="ja-JP" altLang="en-US" sz="1600">
                          <a:latin typeface="IPAPGothic" panose="020B0500000000000000" pitchFamily="34" charset="-128"/>
                          <a:ea typeface="IPAPGothic" panose="020B0500000000000000" pitchFamily="34" charset="-128"/>
                        </a:rPr>
                        <a:t>円</a:t>
                      </a:r>
                    </a:p>
                  </a:txBody>
                  <a:tcPr marL="91439" marR="91439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72955934"/>
                  </a:ext>
                </a:extLst>
              </a:tr>
              <a:tr h="562257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>
                          <a:latin typeface="IPAPGothic" panose="020B0500000000000000" pitchFamily="34" charset="-128"/>
                          <a:ea typeface="IPAPGothic" panose="020B0500000000000000" pitchFamily="34" charset="-128"/>
                        </a:rPr>
                        <a:t>1125</a:t>
                      </a:r>
                      <a:endParaRPr kumimoji="1" lang="ja-JP" altLang="en-US" sz="1600">
                        <a:latin typeface="IPAPGothic" panose="020B0500000000000000" pitchFamily="34" charset="-128"/>
                        <a:ea typeface="IPAPGothic" panose="020B0500000000000000" pitchFamily="34" charset="-128"/>
                      </a:endParaRPr>
                    </a:p>
                  </a:txBody>
                  <a:tcPr marL="91439" marR="91439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>
                          <a:latin typeface="IPAPGothic" panose="020B0500000000000000" pitchFamily="34" charset="-128"/>
                          <a:ea typeface="IPAPGothic" panose="020B0500000000000000" pitchFamily="34" charset="-128"/>
                        </a:rPr>
                        <a:t>2019</a:t>
                      </a:r>
                      <a:r>
                        <a:rPr kumimoji="1" lang="ja-JP" altLang="en-US" sz="1600">
                          <a:latin typeface="IPAPGothic" panose="020B0500000000000000" pitchFamily="34" charset="-128"/>
                          <a:ea typeface="IPAPGothic" panose="020B0500000000000000" pitchFamily="34" charset="-128"/>
                        </a:rPr>
                        <a:t>年</a:t>
                      </a:r>
                      <a:r>
                        <a:rPr kumimoji="1" lang="en-US" altLang="ja-JP" sz="1600" dirty="0">
                          <a:latin typeface="IPAPGothic" panose="020B0500000000000000" pitchFamily="34" charset="-128"/>
                          <a:ea typeface="IPAPGothic" panose="020B0500000000000000" pitchFamily="34" charset="-128"/>
                        </a:rPr>
                        <a:t>10</a:t>
                      </a:r>
                      <a:r>
                        <a:rPr kumimoji="1" lang="ja-JP" altLang="en-US" sz="1600">
                          <a:latin typeface="IPAPGothic" panose="020B0500000000000000" pitchFamily="34" charset="-128"/>
                          <a:ea typeface="IPAPGothic" panose="020B0500000000000000" pitchFamily="34" charset="-128"/>
                        </a:rPr>
                        <a:t>月</a:t>
                      </a:r>
                      <a:r>
                        <a:rPr kumimoji="1" lang="en-US" altLang="ja-JP" sz="1600" dirty="0">
                          <a:latin typeface="IPAPGothic" panose="020B0500000000000000" pitchFamily="34" charset="-128"/>
                          <a:ea typeface="IPAPGothic" panose="020B0500000000000000" pitchFamily="34" charset="-128"/>
                        </a:rPr>
                        <a:t>7</a:t>
                      </a:r>
                      <a:r>
                        <a:rPr kumimoji="1" lang="ja-JP" altLang="en-US" sz="1600">
                          <a:latin typeface="IPAPGothic" panose="020B0500000000000000" pitchFamily="34" charset="-128"/>
                          <a:ea typeface="IPAPGothic" panose="020B0500000000000000" pitchFamily="34" charset="-128"/>
                        </a:rPr>
                        <a:t>日</a:t>
                      </a:r>
                    </a:p>
                  </a:txBody>
                  <a:tcPr marL="91439" marR="91439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600">
                          <a:latin typeface="IPAPGothic" panose="020B0500000000000000" pitchFamily="34" charset="-128"/>
                          <a:ea typeface="IPAPGothic" panose="020B0500000000000000" pitchFamily="34" charset="-128"/>
                        </a:rPr>
                        <a:t>野菜ジュース</a:t>
                      </a:r>
                    </a:p>
                  </a:txBody>
                  <a:tcPr marL="91439" marR="91439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Font typeface="Arial" panose="020B0604020202020204" pitchFamily="34" charset="0"/>
                        <a:buNone/>
                      </a:pPr>
                      <a:r>
                        <a:rPr kumimoji="1" lang="en-US" altLang="ja-JP" sz="1600" dirty="0">
                          <a:latin typeface="IPAPGothic" panose="020B0500000000000000" pitchFamily="34" charset="-128"/>
                          <a:ea typeface="IPAPGothic" panose="020B0500000000000000" pitchFamily="34" charset="-128"/>
                        </a:rPr>
                        <a:t>100</a:t>
                      </a:r>
                      <a:endParaRPr kumimoji="1" lang="ja-JP" altLang="en-US" sz="1600">
                        <a:latin typeface="IPAPGothic" panose="020B0500000000000000" pitchFamily="34" charset="-128"/>
                        <a:ea typeface="IPAPGothic" panose="020B0500000000000000" pitchFamily="34" charset="-128"/>
                      </a:endParaRPr>
                    </a:p>
                  </a:txBody>
                  <a:tcPr marL="91439" marR="91439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27216005"/>
                  </a:ext>
                </a:extLst>
              </a:tr>
              <a:tr h="562257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>
                          <a:latin typeface="IPAPGothic" panose="020B0500000000000000" pitchFamily="34" charset="-128"/>
                          <a:ea typeface="IPAPGothic" panose="020B0500000000000000" pitchFamily="34" charset="-128"/>
                        </a:rPr>
                        <a:t>1126</a:t>
                      </a:r>
                      <a:endParaRPr kumimoji="1" lang="ja-JP" altLang="en-US" sz="1600">
                        <a:latin typeface="IPAPGothic" panose="020B0500000000000000" pitchFamily="34" charset="-128"/>
                        <a:ea typeface="IPAPGothic" panose="020B0500000000000000" pitchFamily="34" charset="-128"/>
                      </a:endParaRPr>
                    </a:p>
                  </a:txBody>
                  <a:tcPr marL="91439" marR="91439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>
                          <a:latin typeface="IPAPGothic" panose="020B0500000000000000" pitchFamily="34" charset="-128"/>
                          <a:ea typeface="IPAPGothic" panose="020B0500000000000000" pitchFamily="34" charset="-128"/>
                        </a:rPr>
                        <a:t>2019/10/08</a:t>
                      </a:r>
                      <a:endParaRPr kumimoji="1" lang="ja-JP" altLang="en-US" sz="1600">
                        <a:latin typeface="IPAPGothic" panose="020B0500000000000000" pitchFamily="34" charset="-128"/>
                        <a:ea typeface="IPAPGothic" panose="020B0500000000000000" pitchFamily="34" charset="-128"/>
                      </a:endParaRPr>
                    </a:p>
                  </a:txBody>
                  <a:tcPr marL="91439" marR="91439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600">
                          <a:latin typeface="IPAPGothic" panose="020B0500000000000000" pitchFamily="34" charset="-128"/>
                          <a:ea typeface="IPAPGothic" panose="020B0500000000000000" pitchFamily="34" charset="-128"/>
                        </a:rPr>
                        <a:t>コーヒー</a:t>
                      </a:r>
                    </a:p>
                  </a:txBody>
                  <a:tcPr marL="91439" marR="91439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Font typeface="Arial" panose="020B0604020202020204" pitchFamily="34" charset="0"/>
                        <a:buNone/>
                      </a:pPr>
                      <a:r>
                        <a:rPr kumimoji="1" lang="en-US" altLang="ja-JP" sz="1600" dirty="0">
                          <a:latin typeface="IPAPGothic" panose="020B0500000000000000" pitchFamily="34" charset="-128"/>
                          <a:ea typeface="IPAPGothic" panose="020B0500000000000000" pitchFamily="34" charset="-128"/>
                        </a:rPr>
                        <a:t>3</a:t>
                      </a:r>
                      <a:r>
                        <a:rPr kumimoji="1" lang="ja-JP" altLang="en-US" sz="1600">
                          <a:latin typeface="IPAPGothic" panose="020B0500000000000000" pitchFamily="34" charset="-128"/>
                          <a:ea typeface="IPAPGothic" panose="020B0500000000000000" pitchFamily="34" charset="-128"/>
                        </a:rPr>
                        <a:t>百万円</a:t>
                      </a:r>
                    </a:p>
                  </a:txBody>
                  <a:tcPr marL="91439" marR="91439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05739047"/>
                  </a:ext>
                </a:extLst>
              </a:tr>
            </a:tbl>
          </a:graphicData>
        </a:graphic>
      </p:graphicFrame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3E57329E-3AD1-1230-5535-2B4104106FDD}"/>
              </a:ext>
            </a:extLst>
          </p:cNvPr>
          <p:cNvSpPr/>
          <p:nvPr/>
        </p:nvSpPr>
        <p:spPr>
          <a:xfrm>
            <a:off x="4788024" y="2859783"/>
            <a:ext cx="1080120" cy="432048"/>
          </a:xfrm>
          <a:prstGeom prst="roundRect">
            <a:avLst/>
          </a:prstGeom>
          <a:noFill/>
          <a:ln w="44450">
            <a:solidFill>
              <a:srgbClr val="BA1C47"/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DE00B2AC-39F0-2EB3-C13A-7113CE92B252}"/>
              </a:ext>
            </a:extLst>
          </p:cNvPr>
          <p:cNvSpPr/>
          <p:nvPr/>
        </p:nvSpPr>
        <p:spPr>
          <a:xfrm>
            <a:off x="1475656" y="2283719"/>
            <a:ext cx="1728192" cy="432048"/>
          </a:xfrm>
          <a:prstGeom prst="roundRect">
            <a:avLst/>
          </a:prstGeom>
          <a:noFill/>
          <a:ln w="44450">
            <a:solidFill>
              <a:srgbClr val="BA1C47"/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3FD05AB6-87DE-012F-8F7F-6A14E3AF0BC2}"/>
              </a:ext>
            </a:extLst>
          </p:cNvPr>
          <p:cNvCxnSpPr>
            <a:cxnSpLocks/>
          </p:cNvCxnSpPr>
          <p:nvPr/>
        </p:nvCxnSpPr>
        <p:spPr>
          <a:xfrm flipH="1">
            <a:off x="5975262" y="1960436"/>
            <a:ext cx="388889" cy="0"/>
          </a:xfrm>
          <a:prstGeom prst="straightConnector1">
            <a:avLst/>
          </a:prstGeom>
          <a:ln w="57150">
            <a:solidFill>
              <a:srgbClr val="BA1C47"/>
            </a:solidFill>
            <a:prstDash val="sysDot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B5E56221-4A21-45F0-C3A0-0673695C24EE}"/>
              </a:ext>
            </a:extLst>
          </p:cNvPr>
          <p:cNvSpPr txBox="1"/>
          <p:nvPr/>
        </p:nvSpPr>
        <p:spPr>
          <a:xfrm>
            <a:off x="6497714" y="1604811"/>
            <a:ext cx="1895071" cy="7076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chemeClr val="bg1"/>
                </a:solidFill>
                <a:latin typeface="IPAPGothic" panose="020B0500000000000000" pitchFamily="34" charset="-128"/>
                <a:ea typeface="IPAPGothic" panose="020B0500000000000000" pitchFamily="34" charset="-128"/>
                <a:cs typeface="IPAPGothic"/>
              </a:rPr>
              <a:t>存在しない商品</a:t>
            </a:r>
          </a:p>
          <a:p>
            <a:pPr algn="l"/>
            <a:r>
              <a:rPr lang="en-JP" sz="1999" dirty="0">
                <a:solidFill>
                  <a:schemeClr val="bg1"/>
                </a:solidFill>
                <a:latin typeface="IPAPGothic" panose="020B0500000000000000" pitchFamily="34" charset="-128"/>
                <a:ea typeface="IPAPGothic" panose="020B0500000000000000" pitchFamily="34" charset="-128"/>
                <a:cs typeface="IPAPGothic"/>
              </a:rPr>
              <a:t>の取引がある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1EFECDC5-D101-A64D-6F85-7B82B12DBBB2}"/>
              </a:ext>
            </a:extLst>
          </p:cNvPr>
          <p:cNvCxnSpPr>
            <a:cxnSpLocks/>
          </p:cNvCxnSpPr>
          <p:nvPr/>
        </p:nvCxnSpPr>
        <p:spPr>
          <a:xfrm flipH="1" flipV="1">
            <a:off x="3030110" y="2733558"/>
            <a:ext cx="83" cy="964907"/>
          </a:xfrm>
          <a:prstGeom prst="straightConnector1">
            <a:avLst/>
          </a:prstGeom>
          <a:ln w="57150">
            <a:solidFill>
              <a:srgbClr val="BA1C47"/>
            </a:solidFill>
            <a:prstDash val="sysDot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5F61A615-72E6-F81A-2E4D-21A49B7C4F39}"/>
              </a:ext>
            </a:extLst>
          </p:cNvPr>
          <p:cNvSpPr/>
          <p:nvPr/>
        </p:nvSpPr>
        <p:spPr>
          <a:xfrm>
            <a:off x="6305958" y="2702811"/>
            <a:ext cx="2280596" cy="767569"/>
          </a:xfrm>
          <a:prstGeom prst="roundRect">
            <a:avLst>
              <a:gd name="adj" fmla="val 50000"/>
            </a:avLst>
          </a:prstGeom>
          <a:solidFill>
            <a:srgbClr val="BA1C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F9C1B2AB-477D-A8E4-1AA4-E5B2541C9D5C}"/>
              </a:ext>
            </a:extLst>
          </p:cNvPr>
          <p:cNvCxnSpPr>
            <a:cxnSpLocks/>
          </p:cNvCxnSpPr>
          <p:nvPr/>
        </p:nvCxnSpPr>
        <p:spPr>
          <a:xfrm flipH="1">
            <a:off x="5917074" y="3089176"/>
            <a:ext cx="388889" cy="0"/>
          </a:xfrm>
          <a:prstGeom prst="straightConnector1">
            <a:avLst/>
          </a:prstGeom>
          <a:ln w="57150">
            <a:solidFill>
              <a:srgbClr val="BA1C47"/>
            </a:solidFill>
            <a:prstDash val="sysDot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BE8B3191-77F3-A2BF-9342-69CD5CB6DAD8}"/>
              </a:ext>
            </a:extLst>
          </p:cNvPr>
          <p:cNvSpPr txBox="1"/>
          <p:nvPr/>
        </p:nvSpPr>
        <p:spPr>
          <a:xfrm>
            <a:off x="6439527" y="2733552"/>
            <a:ext cx="2085827" cy="7076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chemeClr val="bg1"/>
                </a:solidFill>
                <a:latin typeface="IPAPGothic" panose="020B0500000000000000" pitchFamily="34" charset="-128"/>
                <a:ea typeface="IPAPGothic" panose="020B0500000000000000" pitchFamily="34" charset="-128"/>
                <a:cs typeface="IPAPGothic"/>
              </a:rPr>
              <a:t>ありえない金額</a:t>
            </a:r>
          </a:p>
          <a:p>
            <a:pPr algn="l"/>
            <a:r>
              <a:rPr lang="en-JP" sz="1999" dirty="0">
                <a:solidFill>
                  <a:schemeClr val="bg1"/>
                </a:solidFill>
                <a:latin typeface="IPAPGothic" panose="020B0500000000000000" pitchFamily="34" charset="-128"/>
                <a:ea typeface="IPAPGothic" panose="020B0500000000000000" pitchFamily="34" charset="-128"/>
                <a:cs typeface="IPAPGothic"/>
              </a:rPr>
              <a:t>が入力されている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2B5944F3-F06A-0F98-0867-415193BB0BD8}"/>
              </a:ext>
            </a:extLst>
          </p:cNvPr>
          <p:cNvSpPr/>
          <p:nvPr/>
        </p:nvSpPr>
        <p:spPr>
          <a:xfrm>
            <a:off x="1910617" y="3727401"/>
            <a:ext cx="2280596" cy="767569"/>
          </a:xfrm>
          <a:prstGeom prst="roundRect">
            <a:avLst>
              <a:gd name="adj" fmla="val 50000"/>
            </a:avLst>
          </a:prstGeom>
          <a:solidFill>
            <a:srgbClr val="BA1C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AB453AE-A96E-CD35-A793-2DFA624A25AA}"/>
              </a:ext>
            </a:extLst>
          </p:cNvPr>
          <p:cNvSpPr txBox="1"/>
          <p:nvPr/>
        </p:nvSpPr>
        <p:spPr>
          <a:xfrm>
            <a:off x="2044187" y="3758142"/>
            <a:ext cx="1972015" cy="7076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chemeClr val="bg1"/>
                </a:solidFill>
                <a:latin typeface="IPAPGothic" panose="020B0500000000000000" pitchFamily="34" charset="-128"/>
                <a:ea typeface="IPAPGothic" panose="020B0500000000000000" pitchFamily="34" charset="-128"/>
                <a:cs typeface="IPAPGothic"/>
              </a:rPr>
              <a:t>日付の入力形式</a:t>
            </a:r>
          </a:p>
          <a:p>
            <a:pPr algn="l"/>
            <a:r>
              <a:rPr lang="en-JP" sz="1999" dirty="0">
                <a:solidFill>
                  <a:schemeClr val="bg1"/>
                </a:solidFill>
                <a:latin typeface="IPAPGothic" panose="020B0500000000000000" pitchFamily="34" charset="-128"/>
                <a:ea typeface="IPAPGothic" panose="020B0500000000000000" pitchFamily="34" charset="-128"/>
                <a:cs typeface="IPAPGothic"/>
              </a:rPr>
              <a:t>が異なる</a:t>
            </a:r>
          </a:p>
        </p:txBody>
      </p:sp>
    </p:spTree>
    <p:extLst>
      <p:ext uri="{BB962C8B-B14F-4D97-AF65-F5344CB8AC3E}">
        <p14:creationId xmlns:p14="http://schemas.microsoft.com/office/powerpoint/2010/main" val="8359908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4" grpId="0" animBg="1"/>
      <p:bldP spid="5" grpId="0" animBg="1"/>
      <p:bldP spid="7" grpId="0"/>
      <p:bldP spid="9" grpId="0" animBg="1"/>
      <p:bldP spid="11" grpId="0"/>
      <p:bldP spid="12" grpId="0" animBg="1"/>
      <p:bldP spid="13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339EF993-E822-679F-526E-B9F3D533889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52341555"/>
              </p:ext>
            </p:extLst>
          </p:nvPr>
        </p:nvGraphicFramePr>
        <p:xfrm>
          <a:off x="3779913" y="1491630"/>
          <a:ext cx="4680520" cy="270861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05817">
                  <a:extLst>
                    <a:ext uri="{9D8B030D-6E8A-4147-A177-3AD203B41FA5}">
                      <a16:colId xmlns:a16="http://schemas.microsoft.com/office/drawing/2014/main" val="125743691"/>
                    </a:ext>
                  </a:extLst>
                </a:gridCol>
                <a:gridCol w="1105817">
                  <a:extLst>
                    <a:ext uri="{9D8B030D-6E8A-4147-A177-3AD203B41FA5}">
                      <a16:colId xmlns:a16="http://schemas.microsoft.com/office/drawing/2014/main" val="637503006"/>
                    </a:ext>
                  </a:extLst>
                </a:gridCol>
                <a:gridCol w="1316759">
                  <a:extLst>
                    <a:ext uri="{9D8B030D-6E8A-4147-A177-3AD203B41FA5}">
                      <a16:colId xmlns:a16="http://schemas.microsoft.com/office/drawing/2014/main" val="3612789214"/>
                    </a:ext>
                  </a:extLst>
                </a:gridCol>
                <a:gridCol w="1152127">
                  <a:extLst>
                    <a:ext uri="{9D8B030D-6E8A-4147-A177-3AD203B41FA5}">
                      <a16:colId xmlns:a16="http://schemas.microsoft.com/office/drawing/2014/main" val="1013677548"/>
                    </a:ext>
                  </a:extLst>
                </a:gridCol>
              </a:tblGrid>
              <a:tr h="286368">
                <a:tc>
                  <a:txBody>
                    <a:bodyPr/>
                    <a:lstStyle/>
                    <a:p>
                      <a:r>
                        <a:rPr lang="en-JP" sz="1400" dirty="0">
                          <a:solidFill>
                            <a:schemeClr val="bg1"/>
                          </a:solidFill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商品ID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solidFill>
                            <a:schemeClr val="bg1"/>
                          </a:solidFill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名称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solidFill>
                            <a:schemeClr val="bg1"/>
                          </a:solidFill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単価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solidFill>
                            <a:schemeClr val="bg1"/>
                          </a:solidFill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登録日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480211"/>
                  </a:ext>
                </a:extLst>
              </a:tr>
              <a:tr h="403707"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AB0023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err="1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鶏玉丼</a:t>
                      </a:r>
                      <a:endParaRPr lang="en-JP" sz="1400" dirty="0">
                        <a:latin typeface="Arial" panose="020B0604020202020204" pitchFamily="34" charset="0"/>
                        <a:ea typeface="IPAGothic" panose="020B0509000000000000" pitchFamily="49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440</a:t>
                      </a:r>
                      <a:endParaRPr lang="en-JP" sz="1400" dirty="0">
                        <a:latin typeface="Arial" panose="020B0604020202020204" pitchFamily="34" charset="0"/>
                        <a:ea typeface="IPAGothic" panose="020B0509000000000000" pitchFamily="49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2010/07/15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53867983"/>
                  </a:ext>
                </a:extLst>
              </a:tr>
              <a:tr h="403707"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AC0027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はーいお茶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130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2010/09/25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80110813"/>
                  </a:ext>
                </a:extLst>
              </a:tr>
              <a:tr h="403707"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AD0002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ポテト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150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2011/10/02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12437338"/>
                  </a:ext>
                </a:extLst>
              </a:tr>
              <a:tr h="403707">
                <a:tc>
                  <a:txBody>
                    <a:bodyPr/>
                    <a:lstStyle/>
                    <a:p>
                      <a:endParaRPr lang="en-JP" sz="1400" dirty="0">
                        <a:latin typeface="Arial" panose="020B0604020202020204" pitchFamily="34" charset="0"/>
                        <a:ea typeface="IPAGothic" panose="020B0509000000000000" pitchFamily="49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JP" sz="1400" dirty="0">
                        <a:latin typeface="Arial" panose="020B0604020202020204" pitchFamily="34" charset="0"/>
                        <a:ea typeface="IPAGothic" panose="020B0509000000000000" pitchFamily="49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JP" sz="1400" dirty="0">
                        <a:latin typeface="Arial" panose="020B0604020202020204" pitchFamily="34" charset="0"/>
                        <a:ea typeface="IPAGothic" panose="020B0509000000000000" pitchFamily="49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JP" sz="1400" dirty="0">
                        <a:latin typeface="Arial" panose="020B0604020202020204" pitchFamily="34" charset="0"/>
                        <a:ea typeface="IPAGothic" panose="020B0509000000000000" pitchFamily="49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57189008"/>
                  </a:ext>
                </a:extLst>
              </a:tr>
              <a:tr h="403707">
                <a:tc>
                  <a:txBody>
                    <a:bodyPr/>
                    <a:lstStyle/>
                    <a:p>
                      <a:endParaRPr lang="en-JP" sz="1400" dirty="0">
                        <a:latin typeface="Arial" panose="020B0604020202020204" pitchFamily="34" charset="0"/>
                        <a:ea typeface="IPAGothic" panose="020B0509000000000000" pitchFamily="49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JP" sz="1400" dirty="0">
                        <a:latin typeface="Arial" panose="020B0604020202020204" pitchFamily="34" charset="0"/>
                        <a:ea typeface="IPAGothic" panose="020B0509000000000000" pitchFamily="49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JP" sz="1400" dirty="0">
                        <a:latin typeface="Arial" panose="020B0604020202020204" pitchFamily="34" charset="0"/>
                        <a:ea typeface="IPAGothic" panose="020B0509000000000000" pitchFamily="49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JP" sz="1400" dirty="0">
                        <a:latin typeface="Arial" panose="020B0604020202020204" pitchFamily="34" charset="0"/>
                        <a:ea typeface="IPAGothic" panose="020B0509000000000000" pitchFamily="49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60357127"/>
                  </a:ext>
                </a:extLst>
              </a:tr>
              <a:tr h="403707"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QR1127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きのこの里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200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2023/04/01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1047392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222D6E7D-3CEF-4B29-3440-80E814B6AE8D}"/>
              </a:ext>
            </a:extLst>
          </p:cNvPr>
          <p:cNvSpPr txBox="1"/>
          <p:nvPr/>
        </p:nvSpPr>
        <p:spPr>
          <a:xfrm rot="5400000">
            <a:off x="5625189" y="3174750"/>
            <a:ext cx="377026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5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…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D645FAB-186B-3440-8E18-2F724E12BFA4}"/>
              </a:ext>
            </a:extLst>
          </p:cNvPr>
          <p:cNvSpPr txBox="1"/>
          <p:nvPr/>
        </p:nvSpPr>
        <p:spPr>
          <a:xfrm>
            <a:off x="191691" y="2509183"/>
            <a:ext cx="3257623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500" dirty="0">
                <a:solidFill>
                  <a:srgbClr val="BA1C47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例えば100万個ある商品から該当</a:t>
            </a:r>
          </a:p>
          <a:p>
            <a:pPr algn="l"/>
            <a:r>
              <a:rPr lang="en-JP" sz="1500" dirty="0">
                <a:solidFill>
                  <a:srgbClr val="BA1C47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する商品IDのものを先頭から愚直に</a:t>
            </a:r>
          </a:p>
          <a:p>
            <a:pPr algn="l"/>
            <a:r>
              <a:rPr lang="en-JP" sz="1500" dirty="0">
                <a:solidFill>
                  <a:srgbClr val="BA1C47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探すと、最悪100万回チェックする</a:t>
            </a:r>
          </a:p>
          <a:p>
            <a:pPr algn="l"/>
            <a:r>
              <a:rPr lang="en-JP" sz="1500" dirty="0">
                <a:solidFill>
                  <a:srgbClr val="BA1C47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必要あり</a:t>
            </a:r>
          </a:p>
        </p:txBody>
      </p:sp>
      <p:sp>
        <p:nvSpPr>
          <p:cNvPr id="14" name="Right Arrow 13">
            <a:extLst>
              <a:ext uri="{FF2B5EF4-FFF2-40B4-BE49-F238E27FC236}">
                <a16:creationId xmlns:a16="http://schemas.microsoft.com/office/drawing/2014/main" id="{370A1139-BCBF-71A7-EEE4-DFC0E2112FC3}"/>
              </a:ext>
            </a:extLst>
          </p:cNvPr>
          <p:cNvSpPr/>
          <p:nvPr/>
        </p:nvSpPr>
        <p:spPr>
          <a:xfrm rot="5400000">
            <a:off x="2336993" y="2752888"/>
            <a:ext cx="2488152" cy="397686"/>
          </a:xfrm>
          <a:prstGeom prst="rightArrow">
            <a:avLst>
              <a:gd name="adj1" fmla="val 38993"/>
              <a:gd name="adj2" fmla="val 59990"/>
            </a:avLst>
          </a:prstGeom>
          <a:gradFill>
            <a:gsLst>
              <a:gs pos="0">
                <a:srgbClr val="BA1C47"/>
              </a:gs>
              <a:gs pos="100000">
                <a:srgbClr val="BA1C47">
                  <a:alpha val="0"/>
                </a:srgbClr>
              </a:gs>
            </a:gsLst>
            <a:lin ang="108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350"/>
          </a:p>
        </p:txBody>
      </p:sp>
    </p:spTree>
    <p:extLst>
      <p:ext uri="{BB962C8B-B14F-4D97-AF65-F5344CB8AC3E}">
        <p14:creationId xmlns:p14="http://schemas.microsoft.com/office/powerpoint/2010/main" val="247410550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9C3DC5B4-A697-E054-FEC0-9726BF714818}"/>
              </a:ext>
            </a:extLst>
          </p:cNvPr>
          <p:cNvSpPr/>
          <p:nvPr/>
        </p:nvSpPr>
        <p:spPr>
          <a:xfrm>
            <a:off x="680110" y="1142741"/>
            <a:ext cx="2736304" cy="2671969"/>
          </a:xfrm>
          <a:prstGeom prst="rect">
            <a:avLst/>
          </a:prstGeom>
          <a:solidFill>
            <a:srgbClr val="BA1C47">
              <a:alpha val="808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2" name="Can 1">
            <a:extLst>
              <a:ext uri="{FF2B5EF4-FFF2-40B4-BE49-F238E27FC236}">
                <a16:creationId xmlns:a16="http://schemas.microsoft.com/office/drawing/2014/main" id="{5A041AAB-04AD-EB44-CD22-A0698CF8AC8F}"/>
              </a:ext>
            </a:extLst>
          </p:cNvPr>
          <p:cNvSpPr/>
          <p:nvPr/>
        </p:nvSpPr>
        <p:spPr>
          <a:xfrm>
            <a:off x="4025771" y="506396"/>
            <a:ext cx="1056118" cy="1152127"/>
          </a:xfrm>
          <a:prstGeom prst="can">
            <a:avLst>
              <a:gd name="adj" fmla="val 30659"/>
            </a:avLst>
          </a:prstGeom>
          <a:solidFill>
            <a:schemeClr val="bg1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F5B6BFB-1859-8976-DE39-C83523033B6E}"/>
              </a:ext>
            </a:extLst>
          </p:cNvPr>
          <p:cNvSpPr txBox="1"/>
          <p:nvPr/>
        </p:nvSpPr>
        <p:spPr>
          <a:xfrm>
            <a:off x="3890021" y="157096"/>
            <a:ext cx="132760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6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Xさんの口座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5D3B964-A90E-4367-4E11-6EF2623655C2}"/>
              </a:ext>
            </a:extLst>
          </p:cNvPr>
          <p:cNvSpPr txBox="1"/>
          <p:nvPr/>
        </p:nvSpPr>
        <p:spPr>
          <a:xfrm>
            <a:off x="4204213" y="866434"/>
            <a:ext cx="699230" cy="70775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JP" sz="2399" b="1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100</a:t>
            </a:r>
          </a:p>
          <a:p>
            <a:pPr algn="ctr"/>
            <a:r>
              <a:rPr lang="en-JP" sz="16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万円</a:t>
            </a:r>
            <a:endParaRPr lang="en-JP" sz="1999" dirty="0">
              <a:solidFill>
                <a:srgbClr val="2B3348"/>
              </a:solidFill>
              <a:latin typeface="Noto Sans CJK JP Regular" panose="020B0500000000000000" pitchFamily="34" charset="-128"/>
              <a:ea typeface="Noto Sans CJK JP Regular" panose="020B0500000000000000" pitchFamily="34" charset="-128"/>
              <a:cs typeface="IPAPGothic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63FEBD5-7388-3BBC-EDBD-BFE331EAAACB}"/>
              </a:ext>
            </a:extLst>
          </p:cNvPr>
          <p:cNvSpPr txBox="1"/>
          <p:nvPr/>
        </p:nvSpPr>
        <p:spPr>
          <a:xfrm>
            <a:off x="970081" y="852891"/>
            <a:ext cx="215636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6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Aさんの振り込み処理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F317B82-1377-7F62-6E95-3B0E606A86CE}"/>
              </a:ext>
            </a:extLst>
          </p:cNvPr>
          <p:cNvSpPr txBox="1"/>
          <p:nvPr/>
        </p:nvSpPr>
        <p:spPr>
          <a:xfrm>
            <a:off x="680114" y="1345705"/>
            <a:ext cx="203132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ja-JP" altLang="en-US" sz="160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「振込先口座」残高</a:t>
            </a:r>
            <a:endParaRPr lang="en-JP" sz="1600" dirty="0" err="1">
              <a:solidFill>
                <a:srgbClr val="2B3348"/>
              </a:solidFill>
              <a:latin typeface="Noto Sans CJK JP Regular" panose="020B0500000000000000" pitchFamily="34" charset="-128"/>
              <a:ea typeface="Noto Sans CJK JP Regular" panose="020B0500000000000000" pitchFamily="34" charset="-128"/>
              <a:cs typeface="IPAPGothic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3CA9987-DCF4-0393-7CF2-535CA9A4A4B6}"/>
              </a:ext>
            </a:extLst>
          </p:cNvPr>
          <p:cNvSpPr txBox="1"/>
          <p:nvPr/>
        </p:nvSpPr>
        <p:spPr>
          <a:xfrm>
            <a:off x="797445" y="1578282"/>
            <a:ext cx="1109598" cy="46153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JP" sz="2399" b="1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100</a:t>
            </a:r>
            <a:r>
              <a:rPr lang="en-JP" sz="16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万円</a:t>
            </a:r>
            <a:endParaRPr lang="en-JP" sz="1999" dirty="0">
              <a:solidFill>
                <a:srgbClr val="2B3348"/>
              </a:solidFill>
              <a:latin typeface="Noto Sans CJK JP Regular" panose="020B0500000000000000" pitchFamily="34" charset="-128"/>
              <a:ea typeface="Noto Sans CJK JP Regular" panose="020B0500000000000000" pitchFamily="34" charset="-128"/>
              <a:cs typeface="IPAPGothic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6452070-A80D-8169-ABCD-737E5FC93F4B}"/>
              </a:ext>
            </a:extLst>
          </p:cNvPr>
          <p:cNvSpPr txBox="1"/>
          <p:nvPr/>
        </p:nvSpPr>
        <p:spPr>
          <a:xfrm>
            <a:off x="797445" y="2087391"/>
            <a:ext cx="100540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ja-JP" altLang="en-US" sz="160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振込金額</a:t>
            </a:r>
            <a:endParaRPr lang="en-JP" sz="1600" dirty="0" err="1">
              <a:solidFill>
                <a:srgbClr val="2B3348"/>
              </a:solidFill>
              <a:latin typeface="Noto Sans CJK JP Regular" panose="020B0500000000000000" pitchFamily="34" charset="-128"/>
              <a:ea typeface="Noto Sans CJK JP Regular" panose="020B0500000000000000" pitchFamily="34" charset="-128"/>
              <a:cs typeface="IPAPGothic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D472957-CA80-AD99-796C-863B76ED7B01}"/>
              </a:ext>
            </a:extLst>
          </p:cNvPr>
          <p:cNvSpPr txBox="1"/>
          <p:nvPr/>
        </p:nvSpPr>
        <p:spPr>
          <a:xfrm>
            <a:off x="797445" y="2325049"/>
            <a:ext cx="938077" cy="46153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JP" sz="2399" b="1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10</a:t>
            </a:r>
            <a:r>
              <a:rPr lang="en-JP" sz="16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万円</a:t>
            </a:r>
            <a:endParaRPr lang="en-JP" sz="1999" dirty="0">
              <a:solidFill>
                <a:srgbClr val="2B3348"/>
              </a:solidFill>
              <a:latin typeface="Noto Sans CJK JP Regular" panose="020B0500000000000000" pitchFamily="34" charset="-128"/>
              <a:ea typeface="Noto Sans CJK JP Regular" panose="020B0500000000000000" pitchFamily="34" charset="-128"/>
              <a:cs typeface="IPAPGothic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A1DB96C-F4A4-56E5-1CAD-FA66DA04BD0D}"/>
              </a:ext>
            </a:extLst>
          </p:cNvPr>
          <p:cNvSpPr txBox="1"/>
          <p:nvPr/>
        </p:nvSpPr>
        <p:spPr>
          <a:xfrm>
            <a:off x="818357" y="2835365"/>
            <a:ext cx="59503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ja-JP" altLang="en-US" sz="160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計算</a:t>
            </a:r>
            <a:endParaRPr lang="en-JP" sz="1600" dirty="0" err="1">
              <a:solidFill>
                <a:srgbClr val="2B3348"/>
              </a:solidFill>
              <a:latin typeface="Noto Sans CJK JP Regular" panose="020B0500000000000000" pitchFamily="34" charset="-128"/>
              <a:ea typeface="Noto Sans CJK JP Regular" panose="020B0500000000000000" pitchFamily="34" charset="-128"/>
              <a:cs typeface="IPAPGothic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B505755-F9DA-1189-7B08-42AF3079BE8C}"/>
              </a:ext>
            </a:extLst>
          </p:cNvPr>
          <p:cNvSpPr txBox="1"/>
          <p:nvPr/>
        </p:nvSpPr>
        <p:spPr>
          <a:xfrm>
            <a:off x="790301" y="3073023"/>
            <a:ext cx="2177199" cy="46153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JP" sz="2399" b="1" dirty="0">
                <a:solidFill>
                  <a:srgbClr val="BA1C47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100</a:t>
            </a:r>
            <a:r>
              <a:rPr lang="en-JP" sz="17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万円 + </a:t>
            </a:r>
            <a:r>
              <a:rPr lang="en-JP" sz="2399" b="1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10</a:t>
            </a:r>
            <a:r>
              <a:rPr lang="en-JP" sz="16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万円</a:t>
            </a:r>
            <a:endParaRPr lang="en-JP" sz="1999" dirty="0">
              <a:solidFill>
                <a:srgbClr val="2B3348"/>
              </a:solidFill>
              <a:latin typeface="Noto Sans CJK JP Regular" panose="020B0500000000000000" pitchFamily="34" charset="-128"/>
              <a:ea typeface="Noto Sans CJK JP Regular" panose="020B0500000000000000" pitchFamily="34" charset="-128"/>
              <a:cs typeface="IPAPGothic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F19E8A2-46F8-5215-52D9-7C04411AAAA2}"/>
              </a:ext>
            </a:extLst>
          </p:cNvPr>
          <p:cNvSpPr/>
          <p:nvPr/>
        </p:nvSpPr>
        <p:spPr>
          <a:xfrm>
            <a:off x="5724129" y="1131595"/>
            <a:ext cx="2736304" cy="2671969"/>
          </a:xfrm>
          <a:prstGeom prst="rect">
            <a:avLst/>
          </a:prstGeom>
          <a:solidFill>
            <a:srgbClr val="0070C0">
              <a:alpha val="808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2F0A1BF-8329-5FC9-97EC-C78B3166D078}"/>
              </a:ext>
            </a:extLst>
          </p:cNvPr>
          <p:cNvSpPr txBox="1"/>
          <p:nvPr/>
        </p:nvSpPr>
        <p:spPr>
          <a:xfrm>
            <a:off x="6014100" y="841746"/>
            <a:ext cx="216597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6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Bさんの振り込み処理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63CF343-7542-7C31-10B5-DD5C703AF58A}"/>
              </a:ext>
            </a:extLst>
          </p:cNvPr>
          <p:cNvSpPr txBox="1"/>
          <p:nvPr/>
        </p:nvSpPr>
        <p:spPr>
          <a:xfrm>
            <a:off x="5724133" y="1334558"/>
            <a:ext cx="203132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ja-JP" altLang="en-US" sz="160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「振込先口座」残高</a:t>
            </a:r>
            <a:endParaRPr lang="en-JP" sz="1600" dirty="0" err="1">
              <a:solidFill>
                <a:srgbClr val="2B3348"/>
              </a:solidFill>
              <a:latin typeface="Noto Sans CJK JP Regular" panose="020B0500000000000000" pitchFamily="34" charset="-128"/>
              <a:ea typeface="Noto Sans CJK JP Regular" panose="020B0500000000000000" pitchFamily="34" charset="-128"/>
              <a:cs typeface="IPAPGothic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0730DE5-29D4-E2FC-69F9-FF63393B4592}"/>
              </a:ext>
            </a:extLst>
          </p:cNvPr>
          <p:cNvSpPr txBox="1"/>
          <p:nvPr/>
        </p:nvSpPr>
        <p:spPr>
          <a:xfrm>
            <a:off x="5841463" y="1567138"/>
            <a:ext cx="1109599" cy="46153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JP" sz="2399" b="1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100</a:t>
            </a:r>
            <a:r>
              <a:rPr lang="en-JP" sz="16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万円</a:t>
            </a:r>
            <a:endParaRPr lang="en-JP" sz="1999" dirty="0">
              <a:solidFill>
                <a:srgbClr val="2B3348"/>
              </a:solidFill>
              <a:latin typeface="Noto Sans CJK JP Regular" panose="020B0500000000000000" pitchFamily="34" charset="-128"/>
              <a:ea typeface="Noto Sans CJK JP Regular" panose="020B0500000000000000" pitchFamily="34" charset="-128"/>
              <a:cs typeface="IPAPGothic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FA846D6-D608-4485-0873-FCC8473E2494}"/>
              </a:ext>
            </a:extLst>
          </p:cNvPr>
          <p:cNvSpPr txBox="1"/>
          <p:nvPr/>
        </p:nvSpPr>
        <p:spPr>
          <a:xfrm>
            <a:off x="5841464" y="2076246"/>
            <a:ext cx="100540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ja-JP" altLang="en-US" sz="160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振込金額</a:t>
            </a:r>
            <a:endParaRPr lang="en-JP" sz="1600" dirty="0" err="1">
              <a:solidFill>
                <a:srgbClr val="2B3348"/>
              </a:solidFill>
              <a:latin typeface="Noto Sans CJK JP Regular" panose="020B0500000000000000" pitchFamily="34" charset="-128"/>
              <a:ea typeface="Noto Sans CJK JP Regular" panose="020B0500000000000000" pitchFamily="34" charset="-128"/>
              <a:cs typeface="IPAPGothic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1574152-F20D-AB2D-42D8-141F8393677F}"/>
              </a:ext>
            </a:extLst>
          </p:cNvPr>
          <p:cNvSpPr txBox="1"/>
          <p:nvPr/>
        </p:nvSpPr>
        <p:spPr>
          <a:xfrm>
            <a:off x="5841463" y="2313904"/>
            <a:ext cx="938078" cy="46153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JP" sz="2399" b="1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10</a:t>
            </a:r>
            <a:r>
              <a:rPr lang="en-JP" sz="16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万円</a:t>
            </a:r>
            <a:endParaRPr lang="en-JP" sz="1999" dirty="0">
              <a:solidFill>
                <a:srgbClr val="2B3348"/>
              </a:solidFill>
              <a:latin typeface="Noto Sans CJK JP Regular" panose="020B0500000000000000" pitchFamily="34" charset="-128"/>
              <a:ea typeface="Noto Sans CJK JP Regular" panose="020B0500000000000000" pitchFamily="34" charset="-128"/>
              <a:cs typeface="IPAPGothic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86CDEC6-0479-B1DB-8E52-C4349FACE767}"/>
              </a:ext>
            </a:extLst>
          </p:cNvPr>
          <p:cNvSpPr txBox="1"/>
          <p:nvPr/>
        </p:nvSpPr>
        <p:spPr>
          <a:xfrm>
            <a:off x="5862376" y="2824220"/>
            <a:ext cx="59503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ja-JP" altLang="en-US" sz="160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計算</a:t>
            </a:r>
            <a:endParaRPr lang="en-JP" sz="1600" dirty="0" err="1">
              <a:solidFill>
                <a:srgbClr val="2B3348"/>
              </a:solidFill>
              <a:latin typeface="Noto Sans CJK JP Regular" panose="020B0500000000000000" pitchFamily="34" charset="-128"/>
              <a:ea typeface="Noto Sans CJK JP Regular" panose="020B0500000000000000" pitchFamily="34" charset="-128"/>
              <a:cs typeface="IPAPGothic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FDE4575-14EB-EA5C-EF05-B7983728B973}"/>
              </a:ext>
            </a:extLst>
          </p:cNvPr>
          <p:cNvSpPr txBox="1"/>
          <p:nvPr/>
        </p:nvSpPr>
        <p:spPr>
          <a:xfrm>
            <a:off x="5834321" y="3061878"/>
            <a:ext cx="2177199" cy="46153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JP" sz="2399" b="1" dirty="0">
                <a:solidFill>
                  <a:srgbClr val="0070C0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100</a:t>
            </a:r>
            <a:r>
              <a:rPr lang="en-JP" sz="17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万円 + </a:t>
            </a:r>
            <a:r>
              <a:rPr lang="en-JP" sz="2399" b="1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10</a:t>
            </a:r>
            <a:r>
              <a:rPr lang="en-JP" sz="16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万円</a:t>
            </a:r>
            <a:endParaRPr lang="en-JP" sz="1999" dirty="0">
              <a:solidFill>
                <a:srgbClr val="2B3348"/>
              </a:solidFill>
              <a:latin typeface="Noto Sans CJK JP Regular" panose="020B0500000000000000" pitchFamily="34" charset="-128"/>
              <a:ea typeface="Noto Sans CJK JP Regular" panose="020B0500000000000000" pitchFamily="34" charset="-128"/>
              <a:cs typeface="IPAPGothic"/>
            </a:endParaRPr>
          </a:p>
        </p:txBody>
      </p:sp>
      <p:sp>
        <p:nvSpPr>
          <p:cNvPr id="22" name="Can 21">
            <a:extLst>
              <a:ext uri="{FF2B5EF4-FFF2-40B4-BE49-F238E27FC236}">
                <a16:creationId xmlns:a16="http://schemas.microsoft.com/office/drawing/2014/main" id="{967E49FB-7602-D667-57D3-29E80A0E00D0}"/>
              </a:ext>
            </a:extLst>
          </p:cNvPr>
          <p:cNvSpPr/>
          <p:nvPr/>
        </p:nvSpPr>
        <p:spPr>
          <a:xfrm>
            <a:off x="4026974" y="2199413"/>
            <a:ext cx="1056118" cy="1152127"/>
          </a:xfrm>
          <a:prstGeom prst="can">
            <a:avLst>
              <a:gd name="adj" fmla="val 30659"/>
            </a:avLst>
          </a:prstGeom>
          <a:solidFill>
            <a:schemeClr val="bg1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399161D0-4925-03F8-D01B-83AB23325F86}"/>
              </a:ext>
            </a:extLst>
          </p:cNvPr>
          <p:cNvSpPr txBox="1"/>
          <p:nvPr/>
        </p:nvSpPr>
        <p:spPr>
          <a:xfrm>
            <a:off x="4213910" y="2559451"/>
            <a:ext cx="682238" cy="70775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JP" sz="2399" b="1" dirty="0">
                <a:solidFill>
                  <a:srgbClr val="BA1C47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110</a:t>
            </a:r>
          </a:p>
          <a:p>
            <a:pPr algn="ctr"/>
            <a:r>
              <a:rPr lang="en-JP" sz="16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万円</a:t>
            </a:r>
            <a:endParaRPr lang="en-JP" sz="1999" dirty="0">
              <a:solidFill>
                <a:srgbClr val="2B3348"/>
              </a:solidFill>
              <a:latin typeface="Noto Sans CJK JP Regular" panose="020B0500000000000000" pitchFamily="34" charset="-128"/>
              <a:ea typeface="Noto Sans CJK JP Regular" panose="020B0500000000000000" pitchFamily="34" charset="-128"/>
              <a:cs typeface="IPAPGothic"/>
            </a:endParaRPr>
          </a:p>
        </p:txBody>
      </p:sp>
      <p:sp>
        <p:nvSpPr>
          <p:cNvPr id="24" name="Can 23">
            <a:extLst>
              <a:ext uri="{FF2B5EF4-FFF2-40B4-BE49-F238E27FC236}">
                <a16:creationId xmlns:a16="http://schemas.microsoft.com/office/drawing/2014/main" id="{CF3A564F-B070-E740-6C34-5528F7832289}"/>
              </a:ext>
            </a:extLst>
          </p:cNvPr>
          <p:cNvSpPr/>
          <p:nvPr/>
        </p:nvSpPr>
        <p:spPr>
          <a:xfrm>
            <a:off x="4004766" y="3815370"/>
            <a:ext cx="1056118" cy="1152127"/>
          </a:xfrm>
          <a:prstGeom prst="can">
            <a:avLst>
              <a:gd name="adj" fmla="val 30659"/>
            </a:avLst>
          </a:prstGeom>
          <a:solidFill>
            <a:schemeClr val="bg1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6884A4D-ACCA-60B5-2F1B-14E83B1775A7}"/>
              </a:ext>
            </a:extLst>
          </p:cNvPr>
          <p:cNvSpPr txBox="1"/>
          <p:nvPr/>
        </p:nvSpPr>
        <p:spPr>
          <a:xfrm>
            <a:off x="4191703" y="4175408"/>
            <a:ext cx="682238" cy="70775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JP" sz="2399" b="1" dirty="0"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110</a:t>
            </a:r>
          </a:p>
          <a:p>
            <a:pPr algn="ctr"/>
            <a:r>
              <a:rPr lang="en-JP" sz="16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万円</a:t>
            </a:r>
            <a:endParaRPr lang="en-JP" sz="1999" dirty="0">
              <a:solidFill>
                <a:srgbClr val="2B3348"/>
              </a:solidFill>
              <a:latin typeface="Noto Sans CJK JP Regular" panose="020B0500000000000000" pitchFamily="34" charset="-128"/>
              <a:ea typeface="Noto Sans CJK JP Regular" panose="020B0500000000000000" pitchFamily="34" charset="-128"/>
              <a:cs typeface="IPAPGothic"/>
            </a:endParaRPr>
          </a:p>
        </p:txBody>
      </p:sp>
      <p:sp>
        <p:nvSpPr>
          <p:cNvPr id="26" name="Right Arrow 25">
            <a:extLst>
              <a:ext uri="{FF2B5EF4-FFF2-40B4-BE49-F238E27FC236}">
                <a16:creationId xmlns:a16="http://schemas.microsoft.com/office/drawing/2014/main" id="{5ACA6E73-3AFC-D163-0707-DD21A285B210}"/>
              </a:ext>
            </a:extLst>
          </p:cNvPr>
          <p:cNvSpPr/>
          <p:nvPr/>
        </p:nvSpPr>
        <p:spPr>
          <a:xfrm rot="5400000">
            <a:off x="4395820" y="1800788"/>
            <a:ext cx="327953" cy="387988"/>
          </a:xfrm>
          <a:prstGeom prst="rightArrow">
            <a:avLst>
              <a:gd name="adj1" fmla="val 38993"/>
              <a:gd name="adj2" fmla="val 59990"/>
            </a:avLst>
          </a:prstGeom>
          <a:gradFill>
            <a:gsLst>
              <a:gs pos="0">
                <a:schemeClr val="bg1">
                  <a:lumMod val="50000"/>
                </a:schemeClr>
              </a:gs>
              <a:gs pos="100000">
                <a:schemeClr val="bg1">
                  <a:lumMod val="50000"/>
                  <a:alpha val="8000"/>
                </a:schemeClr>
              </a:gs>
            </a:gsLst>
            <a:lin ang="108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350"/>
          </a:p>
        </p:txBody>
      </p:sp>
      <p:sp>
        <p:nvSpPr>
          <p:cNvPr id="27" name="Right Arrow 26">
            <a:extLst>
              <a:ext uri="{FF2B5EF4-FFF2-40B4-BE49-F238E27FC236}">
                <a16:creationId xmlns:a16="http://schemas.microsoft.com/office/drawing/2014/main" id="{EC33C419-8CB1-59B9-708F-BEEE7781F63B}"/>
              </a:ext>
            </a:extLst>
          </p:cNvPr>
          <p:cNvSpPr/>
          <p:nvPr/>
        </p:nvSpPr>
        <p:spPr>
          <a:xfrm rot="5400000">
            <a:off x="4395819" y="3401526"/>
            <a:ext cx="327953" cy="387988"/>
          </a:xfrm>
          <a:prstGeom prst="rightArrow">
            <a:avLst>
              <a:gd name="adj1" fmla="val 38993"/>
              <a:gd name="adj2" fmla="val 59990"/>
            </a:avLst>
          </a:prstGeom>
          <a:gradFill>
            <a:gsLst>
              <a:gs pos="0">
                <a:srgbClr val="BA1C47"/>
              </a:gs>
              <a:gs pos="100000">
                <a:srgbClr val="BA1C47">
                  <a:alpha val="0"/>
                </a:srgbClr>
              </a:gs>
            </a:gsLst>
            <a:lin ang="108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350"/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734878D3-4F62-6AD9-83BE-C4B3CE4991C2}"/>
              </a:ext>
            </a:extLst>
          </p:cNvPr>
          <p:cNvCxnSpPr>
            <a:cxnSpLocks/>
          </p:cNvCxnSpPr>
          <p:nvPr/>
        </p:nvCxnSpPr>
        <p:spPr>
          <a:xfrm flipV="1">
            <a:off x="3126443" y="2894859"/>
            <a:ext cx="1047508" cy="304258"/>
          </a:xfrm>
          <a:prstGeom prst="straightConnector1">
            <a:avLst/>
          </a:prstGeom>
          <a:ln w="57150">
            <a:solidFill>
              <a:srgbClr val="BA1C47"/>
            </a:solidFill>
            <a:prstDash val="sysDot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8F1FC932-7DB9-FB67-3F21-1EE15BA9A8D3}"/>
              </a:ext>
            </a:extLst>
          </p:cNvPr>
          <p:cNvSpPr txBox="1"/>
          <p:nvPr/>
        </p:nvSpPr>
        <p:spPr>
          <a:xfrm rot="900000">
            <a:off x="4684624" y="4350343"/>
            <a:ext cx="37863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3200" dirty="0">
                <a:solidFill>
                  <a:srgbClr val="BA1C47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?</a:t>
            </a:r>
            <a:endParaRPr lang="en-JP" sz="1999" dirty="0">
              <a:solidFill>
                <a:srgbClr val="BA1C47"/>
              </a:solidFill>
              <a:latin typeface="Noto Sans CJK JP Regular" panose="020B0500000000000000" pitchFamily="34" charset="-128"/>
              <a:ea typeface="Noto Sans CJK JP Regular" panose="020B0500000000000000" pitchFamily="34" charset="-128"/>
              <a:cs typeface="IPAPGothic"/>
            </a:endParaRP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CE12BE65-06DF-DEC8-AF77-F36CCC63FD7A}"/>
              </a:ext>
            </a:extLst>
          </p:cNvPr>
          <p:cNvCxnSpPr>
            <a:cxnSpLocks/>
            <a:stCxn id="21" idx="1"/>
          </p:cNvCxnSpPr>
          <p:nvPr/>
        </p:nvCxnSpPr>
        <p:spPr>
          <a:xfrm flipH="1" flipV="1">
            <a:off x="4936106" y="2898812"/>
            <a:ext cx="898214" cy="393834"/>
          </a:xfrm>
          <a:prstGeom prst="straightConnector1">
            <a:avLst/>
          </a:prstGeom>
          <a:ln w="57150">
            <a:solidFill>
              <a:srgbClr val="0070C0"/>
            </a:solidFill>
            <a:prstDash val="sysDot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80DBA877-C48F-45D9-B6E6-0AB8F08F8FAB}"/>
              </a:ext>
            </a:extLst>
          </p:cNvPr>
          <p:cNvSpPr txBox="1"/>
          <p:nvPr/>
        </p:nvSpPr>
        <p:spPr>
          <a:xfrm>
            <a:off x="4732325" y="3431543"/>
            <a:ext cx="59503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6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確定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11857CE1-6DA5-680B-1A59-F469F0259336}"/>
              </a:ext>
            </a:extLst>
          </p:cNvPr>
          <p:cNvSpPr txBox="1"/>
          <p:nvPr/>
        </p:nvSpPr>
        <p:spPr>
          <a:xfrm>
            <a:off x="4703470" y="1810454"/>
            <a:ext cx="59503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6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処理</a:t>
            </a:r>
          </a:p>
        </p:txBody>
      </p:sp>
      <p:grpSp>
        <p:nvGrpSpPr>
          <p:cNvPr id="38" name="図形グループ 3">
            <a:extLst>
              <a:ext uri="{FF2B5EF4-FFF2-40B4-BE49-F238E27FC236}">
                <a16:creationId xmlns:a16="http://schemas.microsoft.com/office/drawing/2014/main" id="{BB549AC4-0163-59E0-F3A7-B4C5C7B367C5}"/>
              </a:ext>
            </a:extLst>
          </p:cNvPr>
          <p:cNvGrpSpPr/>
          <p:nvPr/>
        </p:nvGrpSpPr>
        <p:grpSpPr>
          <a:xfrm>
            <a:off x="809823" y="775825"/>
            <a:ext cx="162831" cy="418239"/>
            <a:chOff x="5076056" y="2564904"/>
            <a:chExt cx="306696" cy="787765"/>
          </a:xfrm>
          <a:solidFill>
            <a:srgbClr val="2B3348"/>
          </a:solidFill>
        </p:grpSpPr>
        <p:sp>
          <p:nvSpPr>
            <p:cNvPr id="39" name="円/楕円 4">
              <a:extLst>
                <a:ext uri="{FF2B5EF4-FFF2-40B4-BE49-F238E27FC236}">
                  <a16:creationId xmlns:a16="http://schemas.microsoft.com/office/drawing/2014/main" id="{5149E2A1-5A66-9265-9531-7CB9C0F39CC0}"/>
                </a:ext>
              </a:extLst>
            </p:cNvPr>
            <p:cNvSpPr/>
            <p:nvPr/>
          </p:nvSpPr>
          <p:spPr>
            <a:xfrm>
              <a:off x="5076056" y="2564904"/>
              <a:ext cx="302809" cy="302809"/>
            </a:xfrm>
            <a:prstGeom prst="ellipse">
              <a:avLst/>
            </a:prstGeom>
            <a:grpFill/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1350"/>
            </a:p>
          </p:txBody>
        </p:sp>
        <p:grpSp>
          <p:nvGrpSpPr>
            <p:cNvPr id="40" name="図形グループ 5">
              <a:extLst>
                <a:ext uri="{FF2B5EF4-FFF2-40B4-BE49-F238E27FC236}">
                  <a16:creationId xmlns:a16="http://schemas.microsoft.com/office/drawing/2014/main" id="{69E6DE90-93A6-9CBE-8A19-36FB49A4545A}"/>
                </a:ext>
              </a:extLst>
            </p:cNvPr>
            <p:cNvGrpSpPr/>
            <p:nvPr/>
          </p:nvGrpSpPr>
          <p:grpSpPr>
            <a:xfrm>
              <a:off x="5079942" y="2849608"/>
              <a:ext cx="302810" cy="503061"/>
              <a:chOff x="6012159" y="2565899"/>
              <a:chExt cx="302810" cy="503061"/>
            </a:xfrm>
            <a:grpFill/>
          </p:grpSpPr>
          <p:sp>
            <p:nvSpPr>
              <p:cNvPr id="41" name="円/楕円 6">
                <a:extLst>
                  <a:ext uri="{FF2B5EF4-FFF2-40B4-BE49-F238E27FC236}">
                    <a16:creationId xmlns:a16="http://schemas.microsoft.com/office/drawing/2014/main" id="{3BE897B3-8C6C-B48B-CA91-9763EAA4B533}"/>
                  </a:ext>
                </a:extLst>
              </p:cNvPr>
              <p:cNvSpPr/>
              <p:nvPr/>
            </p:nvSpPr>
            <p:spPr>
              <a:xfrm>
                <a:off x="6012160" y="2565899"/>
                <a:ext cx="302809" cy="302809"/>
              </a:xfrm>
              <a:prstGeom prst="ellipse">
                <a:avLst/>
              </a:prstGeom>
              <a:grpFill/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ja-JP" altLang="en-US" sz="1350"/>
              </a:p>
            </p:txBody>
          </p:sp>
          <p:sp>
            <p:nvSpPr>
              <p:cNvPr id="42" name="正方形/長方形 7">
                <a:extLst>
                  <a:ext uri="{FF2B5EF4-FFF2-40B4-BE49-F238E27FC236}">
                    <a16:creationId xmlns:a16="http://schemas.microsoft.com/office/drawing/2014/main" id="{FC8B458B-CD1C-4DFB-F567-24D9ACBFB609}"/>
                  </a:ext>
                </a:extLst>
              </p:cNvPr>
              <p:cNvSpPr/>
              <p:nvPr/>
            </p:nvSpPr>
            <p:spPr>
              <a:xfrm>
                <a:off x="6012159" y="2702301"/>
                <a:ext cx="302810" cy="366659"/>
              </a:xfrm>
              <a:prstGeom prst="rect">
                <a:avLst/>
              </a:prstGeom>
              <a:grpFill/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ja-JP" altLang="en-US" sz="1350"/>
              </a:p>
            </p:txBody>
          </p:sp>
        </p:grpSp>
      </p:grpSp>
      <p:grpSp>
        <p:nvGrpSpPr>
          <p:cNvPr id="43" name="図形グループ 3">
            <a:extLst>
              <a:ext uri="{FF2B5EF4-FFF2-40B4-BE49-F238E27FC236}">
                <a16:creationId xmlns:a16="http://schemas.microsoft.com/office/drawing/2014/main" id="{7B618D2B-1A80-8B1A-F7AA-E5C71CB97122}"/>
              </a:ext>
            </a:extLst>
          </p:cNvPr>
          <p:cNvGrpSpPr/>
          <p:nvPr/>
        </p:nvGrpSpPr>
        <p:grpSpPr>
          <a:xfrm>
            <a:off x="5862371" y="794856"/>
            <a:ext cx="162831" cy="418239"/>
            <a:chOff x="5076056" y="2564904"/>
            <a:chExt cx="306696" cy="787765"/>
          </a:xfrm>
          <a:solidFill>
            <a:srgbClr val="2B3348"/>
          </a:solidFill>
        </p:grpSpPr>
        <p:sp>
          <p:nvSpPr>
            <p:cNvPr id="44" name="円/楕円 4">
              <a:extLst>
                <a:ext uri="{FF2B5EF4-FFF2-40B4-BE49-F238E27FC236}">
                  <a16:creationId xmlns:a16="http://schemas.microsoft.com/office/drawing/2014/main" id="{E5D502D6-B93F-F3C4-EE11-ADCB7347AB0A}"/>
                </a:ext>
              </a:extLst>
            </p:cNvPr>
            <p:cNvSpPr/>
            <p:nvPr/>
          </p:nvSpPr>
          <p:spPr>
            <a:xfrm>
              <a:off x="5076056" y="2564904"/>
              <a:ext cx="302809" cy="302809"/>
            </a:xfrm>
            <a:prstGeom prst="ellipse">
              <a:avLst/>
            </a:prstGeom>
            <a:grpFill/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1350"/>
            </a:p>
          </p:txBody>
        </p:sp>
        <p:grpSp>
          <p:nvGrpSpPr>
            <p:cNvPr id="45" name="図形グループ 5">
              <a:extLst>
                <a:ext uri="{FF2B5EF4-FFF2-40B4-BE49-F238E27FC236}">
                  <a16:creationId xmlns:a16="http://schemas.microsoft.com/office/drawing/2014/main" id="{9A13AE7C-EA89-42C4-312E-42B828E30C1B}"/>
                </a:ext>
              </a:extLst>
            </p:cNvPr>
            <p:cNvGrpSpPr/>
            <p:nvPr/>
          </p:nvGrpSpPr>
          <p:grpSpPr>
            <a:xfrm>
              <a:off x="5079942" y="2849608"/>
              <a:ext cx="302810" cy="503061"/>
              <a:chOff x="6012159" y="2565899"/>
              <a:chExt cx="302810" cy="503061"/>
            </a:xfrm>
            <a:grpFill/>
          </p:grpSpPr>
          <p:sp>
            <p:nvSpPr>
              <p:cNvPr id="46" name="円/楕円 6">
                <a:extLst>
                  <a:ext uri="{FF2B5EF4-FFF2-40B4-BE49-F238E27FC236}">
                    <a16:creationId xmlns:a16="http://schemas.microsoft.com/office/drawing/2014/main" id="{2279C105-F007-0401-5B78-B6EAD6FFFC24}"/>
                  </a:ext>
                </a:extLst>
              </p:cNvPr>
              <p:cNvSpPr/>
              <p:nvPr/>
            </p:nvSpPr>
            <p:spPr>
              <a:xfrm>
                <a:off x="6012160" y="2565899"/>
                <a:ext cx="302809" cy="302809"/>
              </a:xfrm>
              <a:prstGeom prst="ellipse">
                <a:avLst/>
              </a:prstGeom>
              <a:grpFill/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ja-JP" altLang="en-US" sz="1350"/>
              </a:p>
            </p:txBody>
          </p:sp>
          <p:sp>
            <p:nvSpPr>
              <p:cNvPr id="47" name="正方形/長方形 7">
                <a:extLst>
                  <a:ext uri="{FF2B5EF4-FFF2-40B4-BE49-F238E27FC236}">
                    <a16:creationId xmlns:a16="http://schemas.microsoft.com/office/drawing/2014/main" id="{CF0E419F-64D3-B05B-A638-4CAAF6C7119C}"/>
                  </a:ext>
                </a:extLst>
              </p:cNvPr>
              <p:cNvSpPr/>
              <p:nvPr/>
            </p:nvSpPr>
            <p:spPr>
              <a:xfrm>
                <a:off x="6012159" y="2702301"/>
                <a:ext cx="302810" cy="366659"/>
              </a:xfrm>
              <a:prstGeom prst="rect">
                <a:avLst/>
              </a:prstGeom>
              <a:grpFill/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ja-JP" altLang="en-US" sz="1350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58649410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2ECF2AAE-5B92-8E3A-0E30-AE2210192A13}"/>
              </a:ext>
            </a:extLst>
          </p:cNvPr>
          <p:cNvSpPr/>
          <p:nvPr/>
        </p:nvSpPr>
        <p:spPr>
          <a:xfrm>
            <a:off x="35496" y="1419623"/>
            <a:ext cx="1296144" cy="1584176"/>
          </a:xfrm>
          <a:prstGeom prst="roundRect">
            <a:avLst>
              <a:gd name="adj" fmla="val 10442"/>
            </a:avLst>
          </a:prstGeom>
          <a:noFill/>
          <a:ln w="25400">
            <a:solidFill>
              <a:schemeClr val="bg1">
                <a:lumMod val="75000"/>
                <a:alpha val="83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34D0D42-D38F-0331-B33E-ECE9736F4186}"/>
              </a:ext>
            </a:extLst>
          </p:cNvPr>
          <p:cNvSpPr txBox="1"/>
          <p:nvPr/>
        </p:nvSpPr>
        <p:spPr>
          <a:xfrm>
            <a:off x="220945" y="1095987"/>
            <a:ext cx="92525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6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アプリA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0F23B87-95F0-E34B-A216-62C16DF2AE43}"/>
              </a:ext>
            </a:extLst>
          </p:cNvPr>
          <p:cNvSpPr txBox="1"/>
          <p:nvPr/>
        </p:nvSpPr>
        <p:spPr>
          <a:xfrm>
            <a:off x="142392" y="1650632"/>
            <a:ext cx="108234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JP" sz="14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プログラム</a:t>
            </a:r>
          </a:p>
          <a:p>
            <a:pPr algn="ctr"/>
            <a:r>
              <a:rPr lang="en-JP" sz="14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コード</a:t>
            </a:r>
          </a:p>
        </p:txBody>
      </p:sp>
      <p:pic>
        <p:nvPicPr>
          <p:cNvPr id="12" name="Graphic 11" descr="Document with solid fill">
            <a:extLst>
              <a:ext uri="{FF2B5EF4-FFF2-40B4-BE49-F238E27FC236}">
                <a16:creationId xmlns:a16="http://schemas.microsoft.com/office/drawing/2014/main" id="{F8BEDACE-38A5-F33F-8163-EA5C9238714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870783" y="3330642"/>
            <a:ext cx="579775" cy="579775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E80DB41D-AD36-8423-5830-CD00D5F44646}"/>
              </a:ext>
            </a:extLst>
          </p:cNvPr>
          <p:cNvSpPr txBox="1"/>
          <p:nvPr/>
        </p:nvSpPr>
        <p:spPr>
          <a:xfrm>
            <a:off x="1439953" y="3964925"/>
            <a:ext cx="144142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400" dirty="0" err="1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データファイル</a:t>
            </a:r>
            <a:endParaRPr lang="en-JP" sz="1400" dirty="0" err="1">
              <a:solidFill>
                <a:srgbClr val="2B3348"/>
              </a:solidFill>
              <a:latin typeface="Noto Sans CJK JP Regular" panose="020B0500000000000000" pitchFamily="34" charset="-128"/>
              <a:ea typeface="Noto Sans CJK JP Regular" panose="020B0500000000000000" pitchFamily="34" charset="-128"/>
              <a:cs typeface="IPAPGothic"/>
            </a:endParaRP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88D5A754-7417-E9F9-C7B6-6347AD9A08F1}"/>
              </a:ext>
            </a:extLst>
          </p:cNvPr>
          <p:cNvSpPr/>
          <p:nvPr/>
        </p:nvSpPr>
        <p:spPr>
          <a:xfrm>
            <a:off x="1512595" y="1419624"/>
            <a:ext cx="1296144" cy="1584176"/>
          </a:xfrm>
          <a:prstGeom prst="roundRect">
            <a:avLst>
              <a:gd name="adj" fmla="val 10442"/>
            </a:avLst>
          </a:prstGeom>
          <a:noFill/>
          <a:ln w="25400">
            <a:solidFill>
              <a:schemeClr val="bg1">
                <a:lumMod val="75000"/>
                <a:alpha val="83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98DA0E0-48AD-30E9-AE34-981A3507AE5E}"/>
              </a:ext>
            </a:extLst>
          </p:cNvPr>
          <p:cNvSpPr txBox="1"/>
          <p:nvPr/>
        </p:nvSpPr>
        <p:spPr>
          <a:xfrm>
            <a:off x="1698045" y="1095987"/>
            <a:ext cx="93487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6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アプリB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0B7B7A3-CAEE-9EB0-D527-315728E6C101}"/>
              </a:ext>
            </a:extLst>
          </p:cNvPr>
          <p:cNvSpPr txBox="1"/>
          <p:nvPr/>
        </p:nvSpPr>
        <p:spPr>
          <a:xfrm>
            <a:off x="1619491" y="1650632"/>
            <a:ext cx="108234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JP" sz="14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プログラム</a:t>
            </a:r>
          </a:p>
          <a:p>
            <a:pPr algn="ctr"/>
            <a:r>
              <a:rPr lang="en-JP" sz="14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コード</a:t>
            </a:r>
          </a:p>
        </p:txBody>
      </p:sp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A1F41FF0-D8D7-FA86-57F8-6BD98036182B}"/>
              </a:ext>
            </a:extLst>
          </p:cNvPr>
          <p:cNvSpPr/>
          <p:nvPr/>
        </p:nvSpPr>
        <p:spPr>
          <a:xfrm>
            <a:off x="2989691" y="1419624"/>
            <a:ext cx="1296144" cy="1584176"/>
          </a:xfrm>
          <a:prstGeom prst="roundRect">
            <a:avLst>
              <a:gd name="adj" fmla="val 10442"/>
            </a:avLst>
          </a:prstGeom>
          <a:noFill/>
          <a:ln w="25400">
            <a:solidFill>
              <a:schemeClr val="bg1">
                <a:lumMod val="75000"/>
                <a:alpha val="83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2FA91503-7C86-0616-7ECB-F2DF842422B9}"/>
              </a:ext>
            </a:extLst>
          </p:cNvPr>
          <p:cNvSpPr txBox="1"/>
          <p:nvPr/>
        </p:nvSpPr>
        <p:spPr>
          <a:xfrm>
            <a:off x="3175141" y="1095987"/>
            <a:ext cx="93166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6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アプリC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1802441-E60D-C632-8AB5-F0741B5F27BD}"/>
              </a:ext>
            </a:extLst>
          </p:cNvPr>
          <p:cNvSpPr txBox="1"/>
          <p:nvPr/>
        </p:nvSpPr>
        <p:spPr>
          <a:xfrm>
            <a:off x="3096588" y="1650632"/>
            <a:ext cx="108234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JP" sz="14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プログラム</a:t>
            </a:r>
          </a:p>
          <a:p>
            <a:pPr algn="ctr"/>
            <a:r>
              <a:rPr lang="en-JP" sz="14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コード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35E8C36-249F-9169-53E8-47C926F9D609}"/>
              </a:ext>
            </a:extLst>
          </p:cNvPr>
          <p:cNvSpPr txBox="1"/>
          <p:nvPr/>
        </p:nvSpPr>
        <p:spPr>
          <a:xfrm>
            <a:off x="1599009" y="2322356"/>
            <a:ext cx="108234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JP" sz="14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データ処理</a:t>
            </a:r>
          </a:p>
          <a:p>
            <a:pPr algn="ctr"/>
            <a:r>
              <a:rPr lang="en-JP" sz="14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部分</a:t>
            </a:r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B2DA3C7F-DEB9-9152-EC44-B5E0B9F96A29}"/>
              </a:ext>
            </a:extLst>
          </p:cNvPr>
          <p:cNvCxnSpPr>
            <a:cxnSpLocks/>
          </p:cNvCxnSpPr>
          <p:nvPr/>
        </p:nvCxnSpPr>
        <p:spPr>
          <a:xfrm>
            <a:off x="2160664" y="2789025"/>
            <a:ext cx="0" cy="534562"/>
          </a:xfrm>
          <a:prstGeom prst="straightConnector1">
            <a:avLst/>
          </a:prstGeom>
          <a:ln w="34925">
            <a:solidFill>
              <a:srgbClr val="0070C0"/>
            </a:solidFill>
            <a:prstDash val="sysDot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ounded Rectangle 37">
            <a:extLst>
              <a:ext uri="{FF2B5EF4-FFF2-40B4-BE49-F238E27FC236}">
                <a16:creationId xmlns:a16="http://schemas.microsoft.com/office/drawing/2014/main" id="{B654B8CF-E0B5-D3C1-E675-644B4FA28099}"/>
              </a:ext>
            </a:extLst>
          </p:cNvPr>
          <p:cNvSpPr/>
          <p:nvPr/>
        </p:nvSpPr>
        <p:spPr>
          <a:xfrm>
            <a:off x="1584603" y="2284202"/>
            <a:ext cx="1152127" cy="579775"/>
          </a:xfrm>
          <a:prstGeom prst="roundRect">
            <a:avLst>
              <a:gd name="adj" fmla="val 10442"/>
            </a:avLst>
          </a:prstGeom>
          <a:solidFill>
            <a:srgbClr val="0070C0">
              <a:alpha val="20165"/>
            </a:srgbClr>
          </a:solidFill>
          <a:ln w="349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 dirty="0"/>
          </a:p>
        </p:txBody>
      </p:sp>
      <p:pic>
        <p:nvPicPr>
          <p:cNvPr id="41" name="Graphic 40" descr="Document with solid fill">
            <a:extLst>
              <a:ext uri="{FF2B5EF4-FFF2-40B4-BE49-F238E27FC236}">
                <a16:creationId xmlns:a16="http://schemas.microsoft.com/office/drawing/2014/main" id="{51330B3C-847F-7DFF-B975-0D015E41422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360845" y="3330642"/>
            <a:ext cx="579775" cy="579775"/>
          </a:xfrm>
          <a:prstGeom prst="rect">
            <a:avLst/>
          </a:prstGeom>
        </p:spPr>
      </p:pic>
      <p:sp>
        <p:nvSpPr>
          <p:cNvPr id="43" name="TextBox 42">
            <a:extLst>
              <a:ext uri="{FF2B5EF4-FFF2-40B4-BE49-F238E27FC236}">
                <a16:creationId xmlns:a16="http://schemas.microsoft.com/office/drawing/2014/main" id="{7613B6B7-7169-B665-79C2-F61ED9B1274E}"/>
              </a:ext>
            </a:extLst>
          </p:cNvPr>
          <p:cNvSpPr txBox="1"/>
          <p:nvPr/>
        </p:nvSpPr>
        <p:spPr>
          <a:xfrm>
            <a:off x="3089070" y="2322356"/>
            <a:ext cx="108234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JP" sz="14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データ処理</a:t>
            </a:r>
          </a:p>
          <a:p>
            <a:pPr algn="ctr"/>
            <a:r>
              <a:rPr lang="en-JP" sz="14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部分</a:t>
            </a:r>
          </a:p>
        </p:txBody>
      </p: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5D29ADBF-3526-EB33-48EE-9578DA9DFE19}"/>
              </a:ext>
            </a:extLst>
          </p:cNvPr>
          <p:cNvCxnSpPr>
            <a:cxnSpLocks/>
          </p:cNvCxnSpPr>
          <p:nvPr/>
        </p:nvCxnSpPr>
        <p:spPr>
          <a:xfrm>
            <a:off x="3650727" y="2789025"/>
            <a:ext cx="0" cy="534562"/>
          </a:xfrm>
          <a:prstGeom prst="straightConnector1">
            <a:avLst/>
          </a:prstGeom>
          <a:ln w="34925">
            <a:solidFill>
              <a:srgbClr val="0070C0"/>
            </a:solidFill>
            <a:prstDash val="sysDot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Rounded Rectangle 44">
            <a:extLst>
              <a:ext uri="{FF2B5EF4-FFF2-40B4-BE49-F238E27FC236}">
                <a16:creationId xmlns:a16="http://schemas.microsoft.com/office/drawing/2014/main" id="{C0FA9BD8-68A6-3BEA-CFB0-5A002D45D86C}"/>
              </a:ext>
            </a:extLst>
          </p:cNvPr>
          <p:cNvSpPr/>
          <p:nvPr/>
        </p:nvSpPr>
        <p:spPr>
          <a:xfrm>
            <a:off x="3074666" y="2284202"/>
            <a:ext cx="1152127" cy="579775"/>
          </a:xfrm>
          <a:prstGeom prst="roundRect">
            <a:avLst>
              <a:gd name="adj" fmla="val 10442"/>
            </a:avLst>
          </a:prstGeom>
          <a:solidFill>
            <a:srgbClr val="0070C0">
              <a:alpha val="20165"/>
            </a:srgbClr>
          </a:solidFill>
          <a:ln w="349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 dirty="0"/>
          </a:p>
        </p:txBody>
      </p:sp>
      <p:pic>
        <p:nvPicPr>
          <p:cNvPr id="46" name="Graphic 45" descr="Document with solid fill">
            <a:extLst>
              <a:ext uri="{FF2B5EF4-FFF2-40B4-BE49-F238E27FC236}">
                <a16:creationId xmlns:a16="http://schemas.microsoft.com/office/drawing/2014/main" id="{FE621EC2-3142-120F-6F36-00768BCF363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92570" y="3312247"/>
            <a:ext cx="579775" cy="579775"/>
          </a:xfrm>
          <a:prstGeom prst="rect">
            <a:avLst/>
          </a:prstGeom>
        </p:spPr>
      </p:pic>
      <p:sp>
        <p:nvSpPr>
          <p:cNvPr id="47" name="TextBox 46">
            <a:extLst>
              <a:ext uri="{FF2B5EF4-FFF2-40B4-BE49-F238E27FC236}">
                <a16:creationId xmlns:a16="http://schemas.microsoft.com/office/drawing/2014/main" id="{5A751E7C-3B29-222E-B991-EFF991D510E8}"/>
              </a:ext>
            </a:extLst>
          </p:cNvPr>
          <p:cNvSpPr txBox="1"/>
          <p:nvPr/>
        </p:nvSpPr>
        <p:spPr>
          <a:xfrm>
            <a:off x="120797" y="2303961"/>
            <a:ext cx="108234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JP" sz="14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データ処理</a:t>
            </a:r>
          </a:p>
          <a:p>
            <a:pPr algn="ctr"/>
            <a:r>
              <a:rPr lang="en-JP" sz="14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部分</a:t>
            </a:r>
          </a:p>
        </p:txBody>
      </p: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8E29D221-A416-3D3F-57C8-A435A68836AF}"/>
              </a:ext>
            </a:extLst>
          </p:cNvPr>
          <p:cNvCxnSpPr>
            <a:cxnSpLocks/>
          </p:cNvCxnSpPr>
          <p:nvPr/>
        </p:nvCxnSpPr>
        <p:spPr>
          <a:xfrm>
            <a:off x="682454" y="2770629"/>
            <a:ext cx="0" cy="534562"/>
          </a:xfrm>
          <a:prstGeom prst="straightConnector1">
            <a:avLst/>
          </a:prstGeom>
          <a:ln w="34925">
            <a:solidFill>
              <a:srgbClr val="0070C0"/>
            </a:solidFill>
            <a:prstDash val="sysDot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Rounded Rectangle 48">
            <a:extLst>
              <a:ext uri="{FF2B5EF4-FFF2-40B4-BE49-F238E27FC236}">
                <a16:creationId xmlns:a16="http://schemas.microsoft.com/office/drawing/2014/main" id="{A257550B-1FB4-A945-67F0-D0886625F625}"/>
              </a:ext>
            </a:extLst>
          </p:cNvPr>
          <p:cNvSpPr/>
          <p:nvPr/>
        </p:nvSpPr>
        <p:spPr>
          <a:xfrm>
            <a:off x="106391" y="2265806"/>
            <a:ext cx="1152127" cy="579775"/>
          </a:xfrm>
          <a:prstGeom prst="roundRect">
            <a:avLst>
              <a:gd name="adj" fmla="val 10442"/>
            </a:avLst>
          </a:prstGeom>
          <a:solidFill>
            <a:srgbClr val="0070C0">
              <a:alpha val="20165"/>
            </a:srgbClr>
          </a:solidFill>
          <a:ln w="349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 dirty="0"/>
          </a:p>
        </p:txBody>
      </p:sp>
      <p:sp>
        <p:nvSpPr>
          <p:cNvPr id="50" name="Rounded Rectangle 49">
            <a:extLst>
              <a:ext uri="{FF2B5EF4-FFF2-40B4-BE49-F238E27FC236}">
                <a16:creationId xmlns:a16="http://schemas.microsoft.com/office/drawing/2014/main" id="{C5CC952E-74D7-4C77-79D3-278D4BD95A0D}"/>
              </a:ext>
            </a:extLst>
          </p:cNvPr>
          <p:cNvSpPr/>
          <p:nvPr/>
        </p:nvSpPr>
        <p:spPr>
          <a:xfrm>
            <a:off x="4858165" y="1434546"/>
            <a:ext cx="1296144" cy="831261"/>
          </a:xfrm>
          <a:prstGeom prst="roundRect">
            <a:avLst>
              <a:gd name="adj" fmla="val 10442"/>
            </a:avLst>
          </a:prstGeom>
          <a:noFill/>
          <a:ln w="25400">
            <a:solidFill>
              <a:schemeClr val="bg1">
                <a:lumMod val="75000"/>
                <a:alpha val="83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 dirty="0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0FC49945-0363-C8B9-1644-05DAFDA18184}"/>
              </a:ext>
            </a:extLst>
          </p:cNvPr>
          <p:cNvSpPr txBox="1"/>
          <p:nvPr/>
        </p:nvSpPr>
        <p:spPr>
          <a:xfrm>
            <a:off x="4955286" y="1616482"/>
            <a:ext cx="108234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JP" sz="14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プログラム</a:t>
            </a:r>
          </a:p>
          <a:p>
            <a:pPr algn="ctr"/>
            <a:r>
              <a:rPr lang="en-JP" sz="14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コード</a:t>
            </a:r>
          </a:p>
        </p:txBody>
      </p:sp>
      <p:sp>
        <p:nvSpPr>
          <p:cNvPr id="52" name="Rounded Rectangle 51">
            <a:extLst>
              <a:ext uri="{FF2B5EF4-FFF2-40B4-BE49-F238E27FC236}">
                <a16:creationId xmlns:a16="http://schemas.microsoft.com/office/drawing/2014/main" id="{4977DA36-BEAB-663D-D1CE-E26DF17F1D1D}"/>
              </a:ext>
            </a:extLst>
          </p:cNvPr>
          <p:cNvSpPr/>
          <p:nvPr/>
        </p:nvSpPr>
        <p:spPr>
          <a:xfrm>
            <a:off x="6335264" y="1434546"/>
            <a:ext cx="1296144" cy="831261"/>
          </a:xfrm>
          <a:prstGeom prst="roundRect">
            <a:avLst>
              <a:gd name="adj" fmla="val 10442"/>
            </a:avLst>
          </a:prstGeom>
          <a:noFill/>
          <a:ln w="25400">
            <a:solidFill>
              <a:schemeClr val="bg1">
                <a:lumMod val="75000"/>
                <a:alpha val="83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 dirty="0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24722C7C-CA60-9087-A57E-04D58BC3F164}"/>
              </a:ext>
            </a:extLst>
          </p:cNvPr>
          <p:cNvSpPr txBox="1"/>
          <p:nvPr/>
        </p:nvSpPr>
        <p:spPr>
          <a:xfrm>
            <a:off x="6432385" y="1616482"/>
            <a:ext cx="108234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JP" sz="14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プログラム</a:t>
            </a:r>
          </a:p>
          <a:p>
            <a:pPr algn="ctr"/>
            <a:r>
              <a:rPr lang="en-JP" sz="14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コード</a:t>
            </a:r>
          </a:p>
        </p:txBody>
      </p:sp>
      <p:sp>
        <p:nvSpPr>
          <p:cNvPr id="54" name="Rounded Rectangle 53">
            <a:extLst>
              <a:ext uri="{FF2B5EF4-FFF2-40B4-BE49-F238E27FC236}">
                <a16:creationId xmlns:a16="http://schemas.microsoft.com/office/drawing/2014/main" id="{05FED38D-B9BC-DBF4-993D-D034C92520A9}"/>
              </a:ext>
            </a:extLst>
          </p:cNvPr>
          <p:cNvSpPr/>
          <p:nvPr/>
        </p:nvSpPr>
        <p:spPr>
          <a:xfrm>
            <a:off x="7812360" y="1434546"/>
            <a:ext cx="1296144" cy="831261"/>
          </a:xfrm>
          <a:prstGeom prst="roundRect">
            <a:avLst>
              <a:gd name="adj" fmla="val 10442"/>
            </a:avLst>
          </a:prstGeom>
          <a:noFill/>
          <a:ln w="25400">
            <a:solidFill>
              <a:schemeClr val="bg1">
                <a:lumMod val="75000"/>
                <a:alpha val="83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 dirty="0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C290364C-93AA-2012-3255-A514FC580A0C}"/>
              </a:ext>
            </a:extLst>
          </p:cNvPr>
          <p:cNvSpPr txBox="1"/>
          <p:nvPr/>
        </p:nvSpPr>
        <p:spPr>
          <a:xfrm>
            <a:off x="10420114" y="1616482"/>
            <a:ext cx="108234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JP" sz="14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プログラム</a:t>
            </a:r>
          </a:p>
          <a:p>
            <a:pPr algn="ctr"/>
            <a:r>
              <a:rPr lang="en-JP" sz="14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コード</a:t>
            </a:r>
          </a:p>
        </p:txBody>
      </p:sp>
      <p:sp>
        <p:nvSpPr>
          <p:cNvPr id="62" name="Rounded Rectangle 61">
            <a:extLst>
              <a:ext uri="{FF2B5EF4-FFF2-40B4-BE49-F238E27FC236}">
                <a16:creationId xmlns:a16="http://schemas.microsoft.com/office/drawing/2014/main" id="{4777DB7B-5C62-7764-0BDE-74FAEE178980}"/>
              </a:ext>
            </a:extLst>
          </p:cNvPr>
          <p:cNvSpPr/>
          <p:nvPr/>
        </p:nvSpPr>
        <p:spPr>
          <a:xfrm>
            <a:off x="4858170" y="2619847"/>
            <a:ext cx="4250323" cy="1290564"/>
          </a:xfrm>
          <a:prstGeom prst="roundRect">
            <a:avLst>
              <a:gd name="adj" fmla="val 10442"/>
            </a:avLst>
          </a:prstGeom>
          <a:noFill/>
          <a:ln w="25400">
            <a:solidFill>
              <a:schemeClr val="bg1">
                <a:lumMod val="75000"/>
                <a:alpha val="83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 dirty="0"/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6E149B8F-5F4D-AB7C-ED72-11A04B329104}"/>
              </a:ext>
            </a:extLst>
          </p:cNvPr>
          <p:cNvSpPr txBox="1"/>
          <p:nvPr/>
        </p:nvSpPr>
        <p:spPr>
          <a:xfrm>
            <a:off x="6034876" y="3964925"/>
            <a:ext cx="198002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400" dirty="0" err="1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データベースシステム</a:t>
            </a:r>
            <a:endParaRPr lang="en-JP" sz="1400" dirty="0" err="1">
              <a:solidFill>
                <a:srgbClr val="2B3348"/>
              </a:solidFill>
              <a:latin typeface="Noto Sans CJK JP Regular" panose="020B0500000000000000" pitchFamily="34" charset="-128"/>
              <a:ea typeface="Noto Sans CJK JP Regular" panose="020B0500000000000000" pitchFamily="34" charset="-128"/>
              <a:cs typeface="IPAPGothic"/>
            </a:endParaRPr>
          </a:p>
        </p:txBody>
      </p:sp>
      <p:sp>
        <p:nvSpPr>
          <p:cNvPr id="64" name="Rounded Rectangle 63">
            <a:extLst>
              <a:ext uri="{FF2B5EF4-FFF2-40B4-BE49-F238E27FC236}">
                <a16:creationId xmlns:a16="http://schemas.microsoft.com/office/drawing/2014/main" id="{BDB5A218-3195-66D8-1E2C-2F8DC2647834}"/>
              </a:ext>
            </a:extLst>
          </p:cNvPr>
          <p:cNvSpPr/>
          <p:nvPr/>
        </p:nvSpPr>
        <p:spPr>
          <a:xfrm>
            <a:off x="5001816" y="2770627"/>
            <a:ext cx="3980031" cy="441732"/>
          </a:xfrm>
          <a:prstGeom prst="roundRect">
            <a:avLst>
              <a:gd name="adj" fmla="val 16530"/>
            </a:avLst>
          </a:prstGeom>
          <a:solidFill>
            <a:srgbClr val="BA1C47">
              <a:alpha val="20165"/>
            </a:srgbClr>
          </a:solidFill>
          <a:ln w="349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 dirty="0"/>
          </a:p>
        </p:txBody>
      </p:sp>
      <p:sp>
        <p:nvSpPr>
          <p:cNvPr id="65" name="Rounded Rectangle 64">
            <a:extLst>
              <a:ext uri="{FF2B5EF4-FFF2-40B4-BE49-F238E27FC236}">
                <a16:creationId xmlns:a16="http://schemas.microsoft.com/office/drawing/2014/main" id="{13E401D7-C89E-28F7-3D63-466C2C109C4A}"/>
              </a:ext>
            </a:extLst>
          </p:cNvPr>
          <p:cNvSpPr/>
          <p:nvPr/>
        </p:nvSpPr>
        <p:spPr>
          <a:xfrm>
            <a:off x="4993314" y="3323583"/>
            <a:ext cx="3980031" cy="441732"/>
          </a:xfrm>
          <a:prstGeom prst="roundRect">
            <a:avLst>
              <a:gd name="adj" fmla="val 16530"/>
            </a:avLst>
          </a:prstGeom>
          <a:solidFill>
            <a:srgbClr val="BA1C47">
              <a:alpha val="20165"/>
            </a:srgbClr>
          </a:solidFill>
          <a:ln w="349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 dirty="0"/>
          </a:p>
        </p:txBody>
      </p: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52B99D6E-8FFD-606E-87A7-07DEBB7FF903}"/>
              </a:ext>
            </a:extLst>
          </p:cNvPr>
          <p:cNvCxnSpPr>
            <a:cxnSpLocks/>
          </p:cNvCxnSpPr>
          <p:nvPr/>
        </p:nvCxnSpPr>
        <p:spPr>
          <a:xfrm>
            <a:off x="5527942" y="2254466"/>
            <a:ext cx="0" cy="365387"/>
          </a:xfrm>
          <a:prstGeom prst="straightConnector1">
            <a:avLst/>
          </a:prstGeom>
          <a:ln w="34925">
            <a:solidFill>
              <a:srgbClr val="BA1C47"/>
            </a:solidFill>
            <a:prstDash val="sysDot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Right Arrow 66">
            <a:extLst>
              <a:ext uri="{FF2B5EF4-FFF2-40B4-BE49-F238E27FC236}">
                <a16:creationId xmlns:a16="http://schemas.microsoft.com/office/drawing/2014/main" id="{BA8B5348-F164-2F9C-1B37-4CA2A0F97798}"/>
              </a:ext>
            </a:extLst>
          </p:cNvPr>
          <p:cNvSpPr/>
          <p:nvPr/>
        </p:nvSpPr>
        <p:spPr>
          <a:xfrm rot="5400000">
            <a:off x="6813674" y="3033695"/>
            <a:ext cx="319785" cy="579774"/>
          </a:xfrm>
          <a:prstGeom prst="rightArrow">
            <a:avLst>
              <a:gd name="adj1" fmla="val 38993"/>
              <a:gd name="adj2" fmla="val 59990"/>
            </a:avLst>
          </a:prstGeom>
          <a:gradFill>
            <a:gsLst>
              <a:gs pos="0">
                <a:srgbClr val="BA1C47"/>
              </a:gs>
              <a:gs pos="100000">
                <a:srgbClr val="BA1C47">
                  <a:alpha val="0"/>
                </a:srgbClr>
              </a:gs>
            </a:gsLst>
            <a:lin ang="108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350"/>
          </a:p>
        </p:txBody>
      </p:sp>
      <p:cxnSp>
        <p:nvCxnSpPr>
          <p:cNvPr id="69" name="Straight Arrow Connector 68">
            <a:extLst>
              <a:ext uri="{FF2B5EF4-FFF2-40B4-BE49-F238E27FC236}">
                <a16:creationId xmlns:a16="http://schemas.microsoft.com/office/drawing/2014/main" id="{8061A98C-DFA2-175D-D1F1-8FE3F0D543CB}"/>
              </a:ext>
            </a:extLst>
          </p:cNvPr>
          <p:cNvCxnSpPr>
            <a:cxnSpLocks/>
          </p:cNvCxnSpPr>
          <p:nvPr/>
        </p:nvCxnSpPr>
        <p:spPr>
          <a:xfrm>
            <a:off x="6991826" y="2254466"/>
            <a:ext cx="0" cy="365387"/>
          </a:xfrm>
          <a:prstGeom prst="straightConnector1">
            <a:avLst/>
          </a:prstGeom>
          <a:ln w="34925">
            <a:solidFill>
              <a:srgbClr val="BA1C47"/>
            </a:solidFill>
            <a:prstDash val="sysDot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6CC92369-B6F4-E9D3-CFCF-9F2B7F9E37A1}"/>
              </a:ext>
            </a:extLst>
          </p:cNvPr>
          <p:cNvCxnSpPr>
            <a:cxnSpLocks/>
          </p:cNvCxnSpPr>
          <p:nvPr/>
        </p:nvCxnSpPr>
        <p:spPr>
          <a:xfrm>
            <a:off x="8463545" y="2284201"/>
            <a:ext cx="0" cy="365387"/>
          </a:xfrm>
          <a:prstGeom prst="straightConnector1">
            <a:avLst/>
          </a:prstGeom>
          <a:ln w="34925">
            <a:solidFill>
              <a:srgbClr val="BA1C47"/>
            </a:solidFill>
            <a:prstDash val="sysDot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TextBox 70">
            <a:extLst>
              <a:ext uri="{FF2B5EF4-FFF2-40B4-BE49-F238E27FC236}">
                <a16:creationId xmlns:a16="http://schemas.microsoft.com/office/drawing/2014/main" id="{3BDDC55C-BB56-A447-9AF2-136BD040C21E}"/>
              </a:ext>
            </a:extLst>
          </p:cNvPr>
          <p:cNvSpPr txBox="1"/>
          <p:nvPr/>
        </p:nvSpPr>
        <p:spPr>
          <a:xfrm>
            <a:off x="5664689" y="3425285"/>
            <a:ext cx="274947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6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データベース</a:t>
            </a:r>
            <a:r>
              <a:rPr lang="en-JP" sz="12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(実際のデータ集合)</a:t>
            </a:r>
            <a:endParaRPr lang="en-JP" sz="1600" dirty="0">
              <a:solidFill>
                <a:srgbClr val="2B3348"/>
              </a:solidFill>
              <a:latin typeface="Noto Sans CJK JP Regular" panose="020B0500000000000000" pitchFamily="34" charset="-128"/>
              <a:ea typeface="Noto Sans CJK JP Regular" panose="020B0500000000000000" pitchFamily="34" charset="-128"/>
              <a:cs typeface="IPAPGothic"/>
            </a:endParaRP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10220435-57C3-82E3-502F-4FA4AD6BA3BF}"/>
              </a:ext>
            </a:extLst>
          </p:cNvPr>
          <p:cNvSpPr txBox="1"/>
          <p:nvPr/>
        </p:nvSpPr>
        <p:spPr>
          <a:xfrm>
            <a:off x="5668387" y="2825135"/>
            <a:ext cx="264687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6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データベース管理システム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3B0F2616-758F-BDD1-A1B6-85F19AC02F0C}"/>
              </a:ext>
            </a:extLst>
          </p:cNvPr>
          <p:cNvSpPr txBox="1"/>
          <p:nvPr/>
        </p:nvSpPr>
        <p:spPr>
          <a:xfrm>
            <a:off x="5043522" y="1102875"/>
            <a:ext cx="92525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6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アプリA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2B4802E4-C523-888D-4564-F9EEEC63762E}"/>
              </a:ext>
            </a:extLst>
          </p:cNvPr>
          <p:cNvSpPr txBox="1"/>
          <p:nvPr/>
        </p:nvSpPr>
        <p:spPr>
          <a:xfrm>
            <a:off x="6520622" y="1102875"/>
            <a:ext cx="93487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6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アプリB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25DF6D70-55DB-0965-A65C-4AA14A7727F3}"/>
              </a:ext>
            </a:extLst>
          </p:cNvPr>
          <p:cNvSpPr txBox="1"/>
          <p:nvPr/>
        </p:nvSpPr>
        <p:spPr>
          <a:xfrm>
            <a:off x="7997716" y="1102875"/>
            <a:ext cx="93166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6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アプリC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7E8BBB21-4B3B-3437-76F2-6D1C8F51F76D}"/>
              </a:ext>
            </a:extLst>
          </p:cNvPr>
          <p:cNvSpPr txBox="1"/>
          <p:nvPr/>
        </p:nvSpPr>
        <p:spPr>
          <a:xfrm>
            <a:off x="5714792" y="2304469"/>
            <a:ext cx="108234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400" dirty="0">
                <a:solidFill>
                  <a:srgbClr val="BA1C47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問い合わせ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7ED1077D-7A5F-9AF8-7DEE-C7E2C31FECEA}"/>
              </a:ext>
            </a:extLst>
          </p:cNvPr>
          <p:cNvSpPr txBox="1"/>
          <p:nvPr/>
        </p:nvSpPr>
        <p:spPr>
          <a:xfrm>
            <a:off x="7271187" y="2313005"/>
            <a:ext cx="108234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400" dirty="0">
                <a:solidFill>
                  <a:srgbClr val="BA1C47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問い合わせ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0E789F9F-BA37-645E-66A1-A306ED8A4B75}"/>
              </a:ext>
            </a:extLst>
          </p:cNvPr>
          <p:cNvSpPr txBox="1"/>
          <p:nvPr/>
        </p:nvSpPr>
        <p:spPr>
          <a:xfrm>
            <a:off x="584754" y="4426474"/>
            <a:ext cx="315182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6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(a) データベースを使わない場合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206EF388-E549-D2C0-1FE8-65918C661805}"/>
              </a:ext>
            </a:extLst>
          </p:cNvPr>
          <p:cNvSpPr txBox="1"/>
          <p:nvPr/>
        </p:nvSpPr>
        <p:spPr>
          <a:xfrm>
            <a:off x="5663231" y="4426474"/>
            <a:ext cx="275267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6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(b) データベースを使う場合</a:t>
            </a:r>
          </a:p>
        </p:txBody>
      </p:sp>
    </p:spTree>
    <p:extLst>
      <p:ext uri="{BB962C8B-B14F-4D97-AF65-F5344CB8AC3E}">
        <p14:creationId xmlns:p14="http://schemas.microsoft.com/office/powerpoint/2010/main" val="292211986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416D7497-5352-C697-8B55-A25221DAECE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31244366"/>
              </p:ext>
            </p:extLst>
          </p:nvPr>
        </p:nvGraphicFramePr>
        <p:xfrm>
          <a:off x="683568" y="259937"/>
          <a:ext cx="3659190" cy="18967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67399">
                  <a:extLst>
                    <a:ext uri="{9D8B030D-6E8A-4147-A177-3AD203B41FA5}">
                      <a16:colId xmlns:a16="http://schemas.microsoft.com/office/drawing/2014/main" val="125743691"/>
                    </a:ext>
                  </a:extLst>
                </a:gridCol>
                <a:gridCol w="541973">
                  <a:extLst>
                    <a:ext uri="{9D8B030D-6E8A-4147-A177-3AD203B41FA5}">
                      <a16:colId xmlns:a16="http://schemas.microsoft.com/office/drawing/2014/main" val="637503006"/>
                    </a:ext>
                  </a:extLst>
                </a:gridCol>
                <a:gridCol w="541973">
                  <a:extLst>
                    <a:ext uri="{9D8B030D-6E8A-4147-A177-3AD203B41FA5}">
                      <a16:colId xmlns:a16="http://schemas.microsoft.com/office/drawing/2014/main" val="3612789214"/>
                    </a:ext>
                  </a:extLst>
                </a:gridCol>
                <a:gridCol w="910273">
                  <a:extLst>
                    <a:ext uri="{9D8B030D-6E8A-4147-A177-3AD203B41FA5}">
                      <a16:colId xmlns:a16="http://schemas.microsoft.com/office/drawing/2014/main" val="162944055"/>
                    </a:ext>
                  </a:extLst>
                </a:gridCol>
                <a:gridCol w="897573">
                  <a:extLst>
                    <a:ext uri="{9D8B030D-6E8A-4147-A177-3AD203B41FA5}">
                      <a16:colId xmlns:a16="http://schemas.microsoft.com/office/drawing/2014/main" val="693123090"/>
                    </a:ext>
                  </a:extLst>
                </a:gridCol>
              </a:tblGrid>
              <a:tr h="286368">
                <a:tc>
                  <a:txBody>
                    <a:bodyPr/>
                    <a:lstStyle/>
                    <a:p>
                      <a:r>
                        <a:rPr lang="en-JP" sz="1400" dirty="0">
                          <a:solidFill>
                            <a:schemeClr val="bg1"/>
                          </a:solidFill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学生ID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solidFill>
                            <a:schemeClr val="bg1"/>
                          </a:solidFill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姓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solidFill>
                            <a:schemeClr val="bg1"/>
                          </a:solidFill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名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solidFill>
                            <a:schemeClr val="bg1"/>
                          </a:solidFill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入学年度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solidFill>
                            <a:schemeClr val="bg1"/>
                          </a:solidFill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所属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480211"/>
                  </a:ext>
                </a:extLst>
              </a:tr>
              <a:tr h="403707"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s00001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川澄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err="1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桜</a:t>
                      </a:r>
                      <a:endParaRPr lang="en-JP" sz="1400" dirty="0">
                        <a:latin typeface="Arial" panose="020B0604020202020204" pitchFamily="34" charset="0"/>
                        <a:ea typeface="IPAGothic" panose="020B0509000000000000" pitchFamily="49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2023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err="1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A学部</a:t>
                      </a:r>
                      <a:endParaRPr lang="en-JP" sz="1400" dirty="0">
                        <a:latin typeface="Arial" panose="020B0604020202020204" pitchFamily="34" charset="0"/>
                        <a:ea typeface="IPAGothic" panose="020B0509000000000000" pitchFamily="49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53867983"/>
                  </a:ext>
                </a:extLst>
              </a:tr>
              <a:tr h="403707"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s00002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山畑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滝子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2024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B学部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80110813"/>
                  </a:ext>
                </a:extLst>
              </a:tr>
              <a:tr h="403707"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s00003</a:t>
                      </a:r>
                    </a:p>
                  </a:txBody>
                  <a:tcPr marL="68580" marR="68580" marT="34291" marB="34291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田辺</a:t>
                      </a:r>
                    </a:p>
                  </a:txBody>
                  <a:tcPr marL="68580" marR="68580" marT="34291" marB="34291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通</a:t>
                      </a:r>
                    </a:p>
                  </a:txBody>
                  <a:tcPr marL="68580" marR="68580" marT="34291" marB="34291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2024</a:t>
                      </a:r>
                    </a:p>
                  </a:txBody>
                  <a:tcPr marL="68580" marR="68580" marT="34291" marB="34291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JP" sz="140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C学部</a:t>
                      </a:r>
                      <a:endParaRPr lang="en-JP" sz="1400" dirty="0">
                        <a:latin typeface="Arial" panose="020B0604020202020204" pitchFamily="34" charset="0"/>
                        <a:ea typeface="IPAGothic" panose="020B0509000000000000" pitchFamily="49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12437338"/>
                  </a:ext>
                </a:extLst>
              </a:tr>
              <a:tr h="403707">
                <a:tc>
                  <a:txBody>
                    <a:bodyPr/>
                    <a:lstStyle/>
                    <a:p>
                      <a:endParaRPr lang="en-JP" sz="1400" dirty="0">
                        <a:latin typeface="Arial" panose="020B0604020202020204" pitchFamily="34" charset="0"/>
                        <a:ea typeface="IPAGothic" panose="020B0509000000000000" pitchFamily="49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JP" sz="1400" dirty="0">
                        <a:latin typeface="Arial" panose="020B0604020202020204" pitchFamily="34" charset="0"/>
                        <a:ea typeface="IPAGothic" panose="020B0509000000000000" pitchFamily="49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JP" sz="1400" dirty="0">
                        <a:latin typeface="Arial" panose="020B0604020202020204" pitchFamily="34" charset="0"/>
                        <a:ea typeface="IPAGothic" panose="020B0509000000000000" pitchFamily="49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JP" sz="1400" dirty="0">
                        <a:latin typeface="Arial" panose="020B0604020202020204" pitchFamily="34" charset="0"/>
                        <a:ea typeface="IPAGothic" panose="020B0509000000000000" pitchFamily="49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JP" sz="1400" dirty="0">
                        <a:latin typeface="Arial" panose="020B0604020202020204" pitchFamily="34" charset="0"/>
                        <a:ea typeface="IPAGothic" panose="020B0509000000000000" pitchFamily="49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66479308"/>
                  </a:ext>
                </a:extLst>
              </a:tr>
            </a:tbl>
          </a:graphicData>
        </a:graphic>
      </p:graphicFrame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4AF928BB-DB9B-43AC-B85D-600AA192E5A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73294860"/>
              </p:ext>
            </p:extLst>
          </p:nvPr>
        </p:nvGraphicFramePr>
        <p:xfrm>
          <a:off x="4860033" y="259938"/>
          <a:ext cx="2853346" cy="18967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58743">
                  <a:extLst>
                    <a:ext uri="{9D8B030D-6E8A-4147-A177-3AD203B41FA5}">
                      <a16:colId xmlns:a16="http://schemas.microsoft.com/office/drawing/2014/main" val="125743691"/>
                    </a:ext>
                  </a:extLst>
                </a:gridCol>
                <a:gridCol w="1084330">
                  <a:extLst>
                    <a:ext uri="{9D8B030D-6E8A-4147-A177-3AD203B41FA5}">
                      <a16:colId xmlns:a16="http://schemas.microsoft.com/office/drawing/2014/main" val="637503006"/>
                    </a:ext>
                  </a:extLst>
                </a:gridCol>
                <a:gridCol w="910273">
                  <a:extLst>
                    <a:ext uri="{9D8B030D-6E8A-4147-A177-3AD203B41FA5}">
                      <a16:colId xmlns:a16="http://schemas.microsoft.com/office/drawing/2014/main" val="3612789214"/>
                    </a:ext>
                  </a:extLst>
                </a:gridCol>
              </a:tblGrid>
              <a:tr h="286368">
                <a:tc>
                  <a:txBody>
                    <a:bodyPr/>
                    <a:lstStyle/>
                    <a:p>
                      <a:r>
                        <a:rPr lang="en-JP" sz="1400" dirty="0">
                          <a:solidFill>
                            <a:schemeClr val="bg1"/>
                          </a:solidFill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科目ID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solidFill>
                            <a:schemeClr val="bg1"/>
                          </a:solidFill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科目名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solidFill>
                            <a:schemeClr val="bg1"/>
                          </a:solidFill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開講年度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480211"/>
                  </a:ext>
                </a:extLst>
              </a:tr>
              <a:tr h="403707"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c0001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線形代数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2023</a:t>
                      </a:r>
                      <a:endParaRPr lang="en-JP" sz="1400" dirty="0">
                        <a:latin typeface="Arial" panose="020B0604020202020204" pitchFamily="34" charset="0"/>
                        <a:ea typeface="IPAGothic" panose="020B0509000000000000" pitchFamily="49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53867983"/>
                  </a:ext>
                </a:extLst>
              </a:tr>
              <a:tr h="403707"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c0002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線形代数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2024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80110813"/>
                  </a:ext>
                </a:extLst>
              </a:tr>
              <a:tr h="403707"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c0003</a:t>
                      </a:r>
                    </a:p>
                  </a:txBody>
                  <a:tcPr marL="68580" marR="68580" marT="34291" marB="34291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統計学入門</a:t>
                      </a:r>
                    </a:p>
                  </a:txBody>
                  <a:tcPr marL="68580" marR="68580" marT="34291" marB="34291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2024</a:t>
                      </a:r>
                    </a:p>
                  </a:txBody>
                  <a:tcPr marL="68580" marR="68580" marT="34291" marB="34291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12437338"/>
                  </a:ext>
                </a:extLst>
              </a:tr>
              <a:tr h="403707">
                <a:tc>
                  <a:txBody>
                    <a:bodyPr/>
                    <a:lstStyle/>
                    <a:p>
                      <a:endParaRPr lang="en-JP" sz="1400" dirty="0">
                        <a:latin typeface="Arial" panose="020B0604020202020204" pitchFamily="34" charset="0"/>
                        <a:ea typeface="IPAGothic" panose="020B0509000000000000" pitchFamily="49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JP" sz="1400" dirty="0">
                        <a:latin typeface="Arial" panose="020B0604020202020204" pitchFamily="34" charset="0"/>
                        <a:ea typeface="IPAGothic" panose="020B0509000000000000" pitchFamily="49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JP" sz="1400" dirty="0">
                        <a:latin typeface="Arial" panose="020B0604020202020204" pitchFamily="34" charset="0"/>
                        <a:ea typeface="IPAGothic" panose="020B0509000000000000" pitchFamily="49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75520201"/>
                  </a:ext>
                </a:extLst>
              </a:tr>
            </a:tbl>
          </a:graphicData>
        </a:graphic>
      </p:graphicFrame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812A13C9-AAC2-EAAB-D80D-7B3847036C7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47719742"/>
              </p:ext>
            </p:extLst>
          </p:nvPr>
        </p:nvGraphicFramePr>
        <p:xfrm>
          <a:off x="683569" y="2588750"/>
          <a:ext cx="2041844" cy="230047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26123">
                  <a:extLst>
                    <a:ext uri="{9D8B030D-6E8A-4147-A177-3AD203B41FA5}">
                      <a16:colId xmlns:a16="http://schemas.microsoft.com/office/drawing/2014/main" val="125743691"/>
                    </a:ext>
                  </a:extLst>
                </a:gridCol>
                <a:gridCol w="767399">
                  <a:extLst>
                    <a:ext uri="{9D8B030D-6E8A-4147-A177-3AD203B41FA5}">
                      <a16:colId xmlns:a16="http://schemas.microsoft.com/office/drawing/2014/main" val="637503006"/>
                    </a:ext>
                  </a:extLst>
                </a:gridCol>
                <a:gridCol w="548323">
                  <a:extLst>
                    <a:ext uri="{9D8B030D-6E8A-4147-A177-3AD203B41FA5}">
                      <a16:colId xmlns:a16="http://schemas.microsoft.com/office/drawing/2014/main" val="3612789214"/>
                    </a:ext>
                  </a:extLst>
                </a:gridCol>
              </a:tblGrid>
              <a:tr h="286368">
                <a:tc>
                  <a:txBody>
                    <a:bodyPr/>
                    <a:lstStyle/>
                    <a:p>
                      <a:r>
                        <a:rPr lang="en-JP" sz="1400" dirty="0">
                          <a:solidFill>
                            <a:schemeClr val="bg1"/>
                          </a:solidFill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科目ID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solidFill>
                            <a:schemeClr val="bg1"/>
                          </a:solidFill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学生ID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solidFill>
                            <a:schemeClr val="bg1"/>
                          </a:solidFill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成績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480211"/>
                  </a:ext>
                </a:extLst>
              </a:tr>
              <a:tr h="403707"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c0001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s00001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不可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53867983"/>
                  </a:ext>
                </a:extLst>
              </a:tr>
              <a:tr h="403707"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c0002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s00001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良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80110813"/>
                  </a:ext>
                </a:extLst>
              </a:tr>
              <a:tr h="403707"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c0002</a:t>
                      </a:r>
                    </a:p>
                  </a:txBody>
                  <a:tcPr marL="68580" marR="68580" marT="34291" marB="34291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s00002</a:t>
                      </a:r>
                    </a:p>
                  </a:txBody>
                  <a:tcPr marL="68580" marR="68580" marT="34291" marB="34291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優</a:t>
                      </a:r>
                    </a:p>
                  </a:txBody>
                  <a:tcPr marL="68580" marR="68580" marT="34291" marB="34291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12437338"/>
                  </a:ext>
                </a:extLst>
              </a:tr>
              <a:tr h="403707"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c0003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s00003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可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09025206"/>
                  </a:ext>
                </a:extLst>
              </a:tr>
              <a:tr h="403707">
                <a:tc>
                  <a:txBody>
                    <a:bodyPr/>
                    <a:lstStyle/>
                    <a:p>
                      <a:endParaRPr lang="en-JP" sz="1400" dirty="0">
                        <a:latin typeface="Arial" panose="020B0604020202020204" pitchFamily="34" charset="0"/>
                        <a:ea typeface="IPAGothic" panose="020B0509000000000000" pitchFamily="49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JP" sz="1400" dirty="0">
                        <a:latin typeface="Arial" panose="020B0604020202020204" pitchFamily="34" charset="0"/>
                        <a:ea typeface="IPAGothic" panose="020B0509000000000000" pitchFamily="49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JP" sz="1400" dirty="0">
                        <a:latin typeface="Arial" panose="020B0604020202020204" pitchFamily="34" charset="0"/>
                        <a:ea typeface="IPAGothic" panose="020B0509000000000000" pitchFamily="49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33023451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04DD2A33-8F00-EF6B-ABB7-B2D5948602E7}"/>
              </a:ext>
            </a:extLst>
          </p:cNvPr>
          <p:cNvSpPr txBox="1"/>
          <p:nvPr/>
        </p:nvSpPr>
        <p:spPr>
          <a:xfrm>
            <a:off x="606422" y="-15389"/>
            <a:ext cx="54373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4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学生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D47C797-82ED-7841-6933-8083ECAAED17}"/>
              </a:ext>
            </a:extLst>
          </p:cNvPr>
          <p:cNvSpPr txBox="1"/>
          <p:nvPr/>
        </p:nvSpPr>
        <p:spPr>
          <a:xfrm>
            <a:off x="4788028" y="-20537"/>
            <a:ext cx="54373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40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科目</a:t>
            </a:r>
            <a:endParaRPr lang="en-JP" sz="1400" dirty="0">
              <a:solidFill>
                <a:srgbClr val="2B3348"/>
              </a:solidFill>
              <a:latin typeface="Noto Sans CJK JP Regular" panose="020B0500000000000000" pitchFamily="34" charset="-128"/>
              <a:ea typeface="Noto Sans CJK JP Regular" panose="020B0500000000000000" pitchFamily="34" charset="-128"/>
              <a:cs typeface="IPAPGothic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24FD2E2-5124-E3C4-EFAC-C7FE70CD87C6}"/>
              </a:ext>
            </a:extLst>
          </p:cNvPr>
          <p:cNvSpPr txBox="1"/>
          <p:nvPr/>
        </p:nvSpPr>
        <p:spPr>
          <a:xfrm>
            <a:off x="606422" y="2290849"/>
            <a:ext cx="54373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4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履修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1C5F70E-B2F3-6959-298B-FAC578BD7343}"/>
              </a:ext>
            </a:extLst>
          </p:cNvPr>
          <p:cNvSpPr txBox="1"/>
          <p:nvPr/>
        </p:nvSpPr>
        <p:spPr>
          <a:xfrm rot="5400000">
            <a:off x="1620631" y="4501941"/>
            <a:ext cx="33855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JP" sz="14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…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6724813-C01F-24B7-0412-FD8F680E3BC4}"/>
              </a:ext>
            </a:extLst>
          </p:cNvPr>
          <p:cNvSpPr txBox="1"/>
          <p:nvPr/>
        </p:nvSpPr>
        <p:spPr>
          <a:xfrm rot="5400000">
            <a:off x="6076583" y="1795378"/>
            <a:ext cx="33855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JP" sz="14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…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487B9F8-237F-D918-D048-64FB8D4294CF}"/>
              </a:ext>
            </a:extLst>
          </p:cNvPr>
          <p:cNvSpPr txBox="1"/>
          <p:nvPr/>
        </p:nvSpPr>
        <p:spPr>
          <a:xfrm rot="5400000">
            <a:off x="2260039" y="1778904"/>
            <a:ext cx="33855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JP" sz="14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394700449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Freeform 42">
            <a:extLst>
              <a:ext uri="{FF2B5EF4-FFF2-40B4-BE49-F238E27FC236}">
                <a16:creationId xmlns:a16="http://schemas.microsoft.com/office/drawing/2014/main" id="{27734447-C1B7-33BB-2EB7-A6114285832B}"/>
              </a:ext>
            </a:extLst>
          </p:cNvPr>
          <p:cNvSpPr/>
          <p:nvPr/>
        </p:nvSpPr>
        <p:spPr>
          <a:xfrm>
            <a:off x="1825434" y="897197"/>
            <a:ext cx="936104" cy="1168613"/>
          </a:xfrm>
          <a:custGeom>
            <a:avLst/>
            <a:gdLst>
              <a:gd name="connsiteX0" fmla="*/ 487079 w 936104"/>
              <a:gd name="connsiteY0" fmla="*/ 0 h 1168614"/>
              <a:gd name="connsiteX1" fmla="*/ 609199 w 936104"/>
              <a:gd name="connsiteY1" fmla="*/ 65006 h 1168614"/>
              <a:gd name="connsiteX2" fmla="*/ 936104 w 936104"/>
              <a:gd name="connsiteY2" fmla="*/ 574179 h 1168614"/>
              <a:gd name="connsiteX3" fmla="*/ 609199 w 936104"/>
              <a:gd name="connsiteY3" fmla="*/ 1083352 h 1168614"/>
              <a:gd name="connsiteX4" fmla="*/ 449026 w 936104"/>
              <a:gd name="connsiteY4" fmla="*/ 1168614 h 1168614"/>
              <a:gd name="connsiteX5" fmla="*/ 326905 w 936104"/>
              <a:gd name="connsiteY5" fmla="*/ 1103608 h 1168614"/>
              <a:gd name="connsiteX6" fmla="*/ 0 w 936104"/>
              <a:gd name="connsiteY6" fmla="*/ 594435 h 1168614"/>
              <a:gd name="connsiteX7" fmla="*/ 326905 w 936104"/>
              <a:gd name="connsiteY7" fmla="*/ 85262 h 1168614"/>
              <a:gd name="connsiteX8" fmla="*/ 487079 w 936104"/>
              <a:gd name="connsiteY8" fmla="*/ 0 h 11686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936104" h="1168614">
                <a:moveTo>
                  <a:pt x="487079" y="0"/>
                </a:moveTo>
                <a:lnTo>
                  <a:pt x="609199" y="65006"/>
                </a:lnTo>
                <a:cubicBezTo>
                  <a:pt x="811178" y="195315"/>
                  <a:pt x="936104" y="375335"/>
                  <a:pt x="936104" y="574179"/>
                </a:cubicBezTo>
                <a:cubicBezTo>
                  <a:pt x="936104" y="773024"/>
                  <a:pt x="811178" y="953044"/>
                  <a:pt x="609199" y="1083352"/>
                </a:cubicBezTo>
                <a:lnTo>
                  <a:pt x="449026" y="1168614"/>
                </a:lnTo>
                <a:lnTo>
                  <a:pt x="326905" y="1103608"/>
                </a:lnTo>
                <a:cubicBezTo>
                  <a:pt x="124927" y="973300"/>
                  <a:pt x="0" y="793280"/>
                  <a:pt x="0" y="594435"/>
                </a:cubicBezTo>
                <a:cubicBezTo>
                  <a:pt x="0" y="395591"/>
                  <a:pt x="124927" y="215571"/>
                  <a:pt x="326905" y="85262"/>
                </a:cubicBezTo>
                <a:lnTo>
                  <a:pt x="487079" y="0"/>
                </a:lnTo>
                <a:close/>
              </a:path>
            </a:pathLst>
          </a:custGeom>
          <a:solidFill>
            <a:srgbClr val="BA1C47">
              <a:alpha val="20000"/>
            </a:srgbClr>
          </a:solidFill>
          <a:ln w="22225">
            <a:solidFill>
              <a:srgbClr val="0020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 sz="1799" dirty="0"/>
          </a:p>
        </p:txBody>
      </p:sp>
      <p:sp>
        <p:nvSpPr>
          <p:cNvPr id="42" name="Freeform 41">
            <a:extLst>
              <a:ext uri="{FF2B5EF4-FFF2-40B4-BE49-F238E27FC236}">
                <a16:creationId xmlns:a16="http://schemas.microsoft.com/office/drawing/2014/main" id="{57D22799-976E-D9D4-C14D-3EB9ADFA41B0}"/>
              </a:ext>
            </a:extLst>
          </p:cNvPr>
          <p:cNvSpPr/>
          <p:nvPr/>
        </p:nvSpPr>
        <p:spPr>
          <a:xfrm>
            <a:off x="529293" y="751294"/>
            <a:ext cx="1783224" cy="1440161"/>
          </a:xfrm>
          <a:custGeom>
            <a:avLst/>
            <a:gdLst>
              <a:gd name="connsiteX0" fmla="*/ 1116124 w 1783223"/>
              <a:gd name="connsiteY0" fmla="*/ 0 h 1440160"/>
              <a:gd name="connsiteX1" fmla="*/ 1740159 w 1783223"/>
              <a:gd name="connsiteY1" fmla="*/ 122978 h 1440160"/>
              <a:gd name="connsiteX2" fmla="*/ 1783223 w 1783223"/>
              <a:gd name="connsiteY2" fmla="*/ 145901 h 1440160"/>
              <a:gd name="connsiteX3" fmla="*/ 1623049 w 1783223"/>
              <a:gd name="connsiteY3" fmla="*/ 231163 h 1440160"/>
              <a:gd name="connsiteX4" fmla="*/ 1296144 w 1783223"/>
              <a:gd name="connsiteY4" fmla="*/ 740336 h 1440160"/>
              <a:gd name="connsiteX5" fmla="*/ 1623049 w 1783223"/>
              <a:gd name="connsiteY5" fmla="*/ 1249509 h 1440160"/>
              <a:gd name="connsiteX6" fmla="*/ 1745170 w 1783223"/>
              <a:gd name="connsiteY6" fmla="*/ 1314515 h 1440160"/>
              <a:gd name="connsiteX7" fmla="*/ 1740159 w 1783223"/>
              <a:gd name="connsiteY7" fmla="*/ 1317182 h 1440160"/>
              <a:gd name="connsiteX8" fmla="*/ 1116124 w 1783223"/>
              <a:gd name="connsiteY8" fmla="*/ 1440160 h 1440160"/>
              <a:gd name="connsiteX9" fmla="*/ 0 w 1783223"/>
              <a:gd name="connsiteY9" fmla="*/ 720080 h 1440160"/>
              <a:gd name="connsiteX10" fmla="*/ 1116124 w 1783223"/>
              <a:gd name="connsiteY10" fmla="*/ 0 h 1440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783223" h="1440160">
                <a:moveTo>
                  <a:pt x="1116124" y="0"/>
                </a:moveTo>
                <a:cubicBezTo>
                  <a:pt x="1347281" y="0"/>
                  <a:pt x="1562025" y="45336"/>
                  <a:pt x="1740159" y="122978"/>
                </a:cubicBezTo>
                <a:lnTo>
                  <a:pt x="1783223" y="145901"/>
                </a:lnTo>
                <a:lnTo>
                  <a:pt x="1623049" y="231163"/>
                </a:lnTo>
                <a:cubicBezTo>
                  <a:pt x="1421071" y="361472"/>
                  <a:pt x="1296144" y="541492"/>
                  <a:pt x="1296144" y="740336"/>
                </a:cubicBezTo>
                <a:cubicBezTo>
                  <a:pt x="1296144" y="939181"/>
                  <a:pt x="1421071" y="1119201"/>
                  <a:pt x="1623049" y="1249509"/>
                </a:cubicBezTo>
                <a:lnTo>
                  <a:pt x="1745170" y="1314515"/>
                </a:lnTo>
                <a:lnTo>
                  <a:pt x="1740159" y="1317182"/>
                </a:lnTo>
                <a:cubicBezTo>
                  <a:pt x="1562025" y="1394824"/>
                  <a:pt x="1347281" y="1440160"/>
                  <a:pt x="1116124" y="1440160"/>
                </a:cubicBezTo>
                <a:cubicBezTo>
                  <a:pt x="499706" y="1440160"/>
                  <a:pt x="0" y="1117769"/>
                  <a:pt x="0" y="720080"/>
                </a:cubicBezTo>
                <a:cubicBezTo>
                  <a:pt x="0" y="322391"/>
                  <a:pt x="499706" y="0"/>
                  <a:pt x="1116124" y="0"/>
                </a:cubicBezTo>
                <a:close/>
              </a:path>
            </a:pathLst>
          </a:custGeom>
          <a:noFill/>
          <a:ln w="22225">
            <a:solidFill>
              <a:schemeClr val="tx1">
                <a:lumMod val="65000"/>
                <a:lumOff val="35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 sz="1799" dirty="0"/>
          </a:p>
        </p:txBody>
      </p:sp>
      <p:sp>
        <p:nvSpPr>
          <p:cNvPr id="41" name="Freeform 40">
            <a:extLst>
              <a:ext uri="{FF2B5EF4-FFF2-40B4-BE49-F238E27FC236}">
                <a16:creationId xmlns:a16="http://schemas.microsoft.com/office/drawing/2014/main" id="{6D6FC942-0190-5CC8-B8BE-81845F2F716C}"/>
              </a:ext>
            </a:extLst>
          </p:cNvPr>
          <p:cNvSpPr/>
          <p:nvPr/>
        </p:nvSpPr>
        <p:spPr>
          <a:xfrm>
            <a:off x="2274459" y="771551"/>
            <a:ext cx="1783222" cy="1440161"/>
          </a:xfrm>
          <a:custGeom>
            <a:avLst/>
            <a:gdLst>
              <a:gd name="connsiteX0" fmla="*/ 667098 w 1783222"/>
              <a:gd name="connsiteY0" fmla="*/ 0 h 1440160"/>
              <a:gd name="connsiteX1" fmla="*/ 1783222 w 1783222"/>
              <a:gd name="connsiteY1" fmla="*/ 720080 h 1440160"/>
              <a:gd name="connsiteX2" fmla="*/ 667098 w 1783222"/>
              <a:gd name="connsiteY2" fmla="*/ 1440160 h 1440160"/>
              <a:gd name="connsiteX3" fmla="*/ 43063 w 1783222"/>
              <a:gd name="connsiteY3" fmla="*/ 1317182 h 1440160"/>
              <a:gd name="connsiteX4" fmla="*/ 0 w 1783222"/>
              <a:gd name="connsiteY4" fmla="*/ 1294259 h 1440160"/>
              <a:gd name="connsiteX5" fmla="*/ 160173 w 1783222"/>
              <a:gd name="connsiteY5" fmla="*/ 1208997 h 1440160"/>
              <a:gd name="connsiteX6" fmla="*/ 487078 w 1783222"/>
              <a:gd name="connsiteY6" fmla="*/ 699824 h 1440160"/>
              <a:gd name="connsiteX7" fmla="*/ 160173 w 1783222"/>
              <a:gd name="connsiteY7" fmla="*/ 190651 h 1440160"/>
              <a:gd name="connsiteX8" fmla="*/ 38053 w 1783222"/>
              <a:gd name="connsiteY8" fmla="*/ 125645 h 1440160"/>
              <a:gd name="connsiteX9" fmla="*/ 43063 w 1783222"/>
              <a:gd name="connsiteY9" fmla="*/ 122978 h 1440160"/>
              <a:gd name="connsiteX10" fmla="*/ 667098 w 1783222"/>
              <a:gd name="connsiteY10" fmla="*/ 0 h 1440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783222" h="1440160">
                <a:moveTo>
                  <a:pt x="667098" y="0"/>
                </a:moveTo>
                <a:cubicBezTo>
                  <a:pt x="1283516" y="0"/>
                  <a:pt x="1783222" y="322391"/>
                  <a:pt x="1783222" y="720080"/>
                </a:cubicBezTo>
                <a:cubicBezTo>
                  <a:pt x="1783222" y="1117769"/>
                  <a:pt x="1283516" y="1440160"/>
                  <a:pt x="667098" y="1440160"/>
                </a:cubicBezTo>
                <a:cubicBezTo>
                  <a:pt x="435941" y="1440160"/>
                  <a:pt x="221197" y="1394824"/>
                  <a:pt x="43063" y="1317182"/>
                </a:cubicBezTo>
                <a:lnTo>
                  <a:pt x="0" y="1294259"/>
                </a:lnTo>
                <a:lnTo>
                  <a:pt x="160173" y="1208997"/>
                </a:lnTo>
                <a:cubicBezTo>
                  <a:pt x="362152" y="1078689"/>
                  <a:pt x="487078" y="898669"/>
                  <a:pt x="487078" y="699824"/>
                </a:cubicBezTo>
                <a:cubicBezTo>
                  <a:pt x="487078" y="500980"/>
                  <a:pt x="362152" y="320960"/>
                  <a:pt x="160173" y="190651"/>
                </a:cubicBezTo>
                <a:lnTo>
                  <a:pt x="38053" y="125645"/>
                </a:lnTo>
                <a:lnTo>
                  <a:pt x="43063" y="122978"/>
                </a:lnTo>
                <a:cubicBezTo>
                  <a:pt x="221197" y="45336"/>
                  <a:pt x="435941" y="0"/>
                  <a:pt x="667098" y="0"/>
                </a:cubicBezTo>
                <a:close/>
              </a:path>
            </a:pathLst>
          </a:custGeom>
          <a:noFill/>
          <a:ln w="22225">
            <a:solidFill>
              <a:schemeClr val="tx1">
                <a:lumMod val="65000"/>
                <a:lumOff val="35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 sz="1799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06B493B-B7E7-04EA-5C4A-BEC534B5BA33}"/>
              </a:ext>
            </a:extLst>
          </p:cNvPr>
          <p:cNvSpPr txBox="1"/>
          <p:nvPr/>
        </p:nvSpPr>
        <p:spPr>
          <a:xfrm>
            <a:off x="1473198" y="348457"/>
            <a:ext cx="369012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b="1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A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671562C-6119-EEE1-0A79-DFD413D3C988}"/>
              </a:ext>
            </a:extLst>
          </p:cNvPr>
          <p:cNvSpPr txBox="1"/>
          <p:nvPr/>
        </p:nvSpPr>
        <p:spPr>
          <a:xfrm>
            <a:off x="2765065" y="348457"/>
            <a:ext cx="369012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b="1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B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DF7E5EB-44F6-8656-FF46-ED0A046A0DD6}"/>
              </a:ext>
            </a:extLst>
          </p:cNvPr>
          <p:cNvSpPr txBox="1"/>
          <p:nvPr/>
        </p:nvSpPr>
        <p:spPr>
          <a:xfrm>
            <a:off x="850026" y="1143274"/>
            <a:ext cx="327334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2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2400CD0-DE14-081E-0226-0F1D4CB5F10B}"/>
              </a:ext>
            </a:extLst>
          </p:cNvPr>
          <p:cNvSpPr txBox="1"/>
          <p:nvPr/>
        </p:nvSpPr>
        <p:spPr>
          <a:xfrm>
            <a:off x="2139204" y="1067121"/>
            <a:ext cx="327334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4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5199C62-F335-79BF-D712-BE75552F8160}"/>
              </a:ext>
            </a:extLst>
          </p:cNvPr>
          <p:cNvSpPr txBox="1"/>
          <p:nvPr/>
        </p:nvSpPr>
        <p:spPr>
          <a:xfrm>
            <a:off x="1296966" y="1601419"/>
            <a:ext cx="327334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6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D2E2509-7A19-9597-ED21-9206CCC204A2}"/>
              </a:ext>
            </a:extLst>
          </p:cNvPr>
          <p:cNvSpPr txBox="1"/>
          <p:nvPr/>
        </p:nvSpPr>
        <p:spPr>
          <a:xfrm>
            <a:off x="2139204" y="1481673"/>
            <a:ext cx="327334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EAD0943-1B9D-F86B-BF02-AAF6E8B92E5F}"/>
              </a:ext>
            </a:extLst>
          </p:cNvPr>
          <p:cNvSpPr txBox="1"/>
          <p:nvPr/>
        </p:nvSpPr>
        <p:spPr>
          <a:xfrm>
            <a:off x="1420310" y="908496"/>
            <a:ext cx="470000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10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CDDC6A7-A26B-0ACF-1277-05F70447B31A}"/>
              </a:ext>
            </a:extLst>
          </p:cNvPr>
          <p:cNvSpPr txBox="1"/>
          <p:nvPr/>
        </p:nvSpPr>
        <p:spPr>
          <a:xfrm>
            <a:off x="2781727" y="908496"/>
            <a:ext cx="470000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12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22ED2D0-4A8C-3C3B-E997-ADD012F79994}"/>
              </a:ext>
            </a:extLst>
          </p:cNvPr>
          <p:cNvSpPr txBox="1"/>
          <p:nvPr/>
        </p:nvSpPr>
        <p:spPr>
          <a:xfrm>
            <a:off x="2879611" y="1601419"/>
            <a:ext cx="470000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16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D17B989-7B95-B2C8-83BB-69061C1DA085}"/>
              </a:ext>
            </a:extLst>
          </p:cNvPr>
          <p:cNvSpPr txBox="1"/>
          <p:nvPr/>
        </p:nvSpPr>
        <p:spPr>
          <a:xfrm>
            <a:off x="3382676" y="1143275"/>
            <a:ext cx="470000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20</a:t>
            </a:r>
          </a:p>
        </p:txBody>
      </p:sp>
      <p:sp>
        <p:nvSpPr>
          <p:cNvPr id="46" name="Freeform 45">
            <a:extLst>
              <a:ext uri="{FF2B5EF4-FFF2-40B4-BE49-F238E27FC236}">
                <a16:creationId xmlns:a16="http://schemas.microsoft.com/office/drawing/2014/main" id="{36FC83FA-02DB-1E09-A29C-378F68A21FEF}"/>
              </a:ext>
            </a:extLst>
          </p:cNvPr>
          <p:cNvSpPr/>
          <p:nvPr/>
        </p:nvSpPr>
        <p:spPr>
          <a:xfrm>
            <a:off x="6300193" y="897197"/>
            <a:ext cx="936104" cy="1168613"/>
          </a:xfrm>
          <a:custGeom>
            <a:avLst/>
            <a:gdLst>
              <a:gd name="connsiteX0" fmla="*/ 487079 w 936104"/>
              <a:gd name="connsiteY0" fmla="*/ 0 h 1168614"/>
              <a:gd name="connsiteX1" fmla="*/ 609199 w 936104"/>
              <a:gd name="connsiteY1" fmla="*/ 65006 h 1168614"/>
              <a:gd name="connsiteX2" fmla="*/ 936104 w 936104"/>
              <a:gd name="connsiteY2" fmla="*/ 574179 h 1168614"/>
              <a:gd name="connsiteX3" fmla="*/ 609199 w 936104"/>
              <a:gd name="connsiteY3" fmla="*/ 1083352 h 1168614"/>
              <a:gd name="connsiteX4" fmla="*/ 449026 w 936104"/>
              <a:gd name="connsiteY4" fmla="*/ 1168614 h 1168614"/>
              <a:gd name="connsiteX5" fmla="*/ 326905 w 936104"/>
              <a:gd name="connsiteY5" fmla="*/ 1103608 h 1168614"/>
              <a:gd name="connsiteX6" fmla="*/ 0 w 936104"/>
              <a:gd name="connsiteY6" fmla="*/ 594435 h 1168614"/>
              <a:gd name="connsiteX7" fmla="*/ 326905 w 936104"/>
              <a:gd name="connsiteY7" fmla="*/ 85262 h 1168614"/>
              <a:gd name="connsiteX8" fmla="*/ 487079 w 936104"/>
              <a:gd name="connsiteY8" fmla="*/ 0 h 11686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936104" h="1168614">
                <a:moveTo>
                  <a:pt x="487079" y="0"/>
                </a:moveTo>
                <a:lnTo>
                  <a:pt x="609199" y="65006"/>
                </a:lnTo>
                <a:cubicBezTo>
                  <a:pt x="811178" y="195315"/>
                  <a:pt x="936104" y="375335"/>
                  <a:pt x="936104" y="574179"/>
                </a:cubicBezTo>
                <a:cubicBezTo>
                  <a:pt x="936104" y="773024"/>
                  <a:pt x="811178" y="953044"/>
                  <a:pt x="609199" y="1083352"/>
                </a:cubicBezTo>
                <a:lnTo>
                  <a:pt x="449026" y="1168614"/>
                </a:lnTo>
                <a:lnTo>
                  <a:pt x="326905" y="1103608"/>
                </a:lnTo>
                <a:cubicBezTo>
                  <a:pt x="124927" y="973300"/>
                  <a:pt x="0" y="793280"/>
                  <a:pt x="0" y="594435"/>
                </a:cubicBezTo>
                <a:cubicBezTo>
                  <a:pt x="0" y="395591"/>
                  <a:pt x="124927" y="215571"/>
                  <a:pt x="326905" y="85262"/>
                </a:cubicBezTo>
                <a:lnTo>
                  <a:pt x="487079" y="0"/>
                </a:lnTo>
                <a:close/>
              </a:path>
            </a:pathLst>
          </a:custGeom>
          <a:solidFill>
            <a:srgbClr val="BA1C47">
              <a:alpha val="20096"/>
            </a:srgbClr>
          </a:solidFill>
          <a:ln w="22225">
            <a:solidFill>
              <a:schemeClr val="tx1">
                <a:lumMod val="65000"/>
                <a:lumOff val="35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 sz="1799" dirty="0"/>
          </a:p>
        </p:txBody>
      </p:sp>
      <p:sp>
        <p:nvSpPr>
          <p:cNvPr id="45" name="Freeform 44">
            <a:extLst>
              <a:ext uri="{FF2B5EF4-FFF2-40B4-BE49-F238E27FC236}">
                <a16:creationId xmlns:a16="http://schemas.microsoft.com/office/drawing/2014/main" id="{E49B4955-764B-F45A-DE33-1114D1D2EB0C}"/>
              </a:ext>
            </a:extLst>
          </p:cNvPr>
          <p:cNvSpPr/>
          <p:nvPr/>
        </p:nvSpPr>
        <p:spPr>
          <a:xfrm>
            <a:off x="5004053" y="751295"/>
            <a:ext cx="1783224" cy="1440161"/>
          </a:xfrm>
          <a:custGeom>
            <a:avLst/>
            <a:gdLst>
              <a:gd name="connsiteX0" fmla="*/ 1116124 w 1783223"/>
              <a:gd name="connsiteY0" fmla="*/ 0 h 1440160"/>
              <a:gd name="connsiteX1" fmla="*/ 1740159 w 1783223"/>
              <a:gd name="connsiteY1" fmla="*/ 122978 h 1440160"/>
              <a:gd name="connsiteX2" fmla="*/ 1783223 w 1783223"/>
              <a:gd name="connsiteY2" fmla="*/ 145901 h 1440160"/>
              <a:gd name="connsiteX3" fmla="*/ 1623049 w 1783223"/>
              <a:gd name="connsiteY3" fmla="*/ 231163 h 1440160"/>
              <a:gd name="connsiteX4" fmla="*/ 1296144 w 1783223"/>
              <a:gd name="connsiteY4" fmla="*/ 740336 h 1440160"/>
              <a:gd name="connsiteX5" fmla="*/ 1623049 w 1783223"/>
              <a:gd name="connsiteY5" fmla="*/ 1249509 h 1440160"/>
              <a:gd name="connsiteX6" fmla="*/ 1745170 w 1783223"/>
              <a:gd name="connsiteY6" fmla="*/ 1314515 h 1440160"/>
              <a:gd name="connsiteX7" fmla="*/ 1740159 w 1783223"/>
              <a:gd name="connsiteY7" fmla="*/ 1317182 h 1440160"/>
              <a:gd name="connsiteX8" fmla="*/ 1116124 w 1783223"/>
              <a:gd name="connsiteY8" fmla="*/ 1440160 h 1440160"/>
              <a:gd name="connsiteX9" fmla="*/ 0 w 1783223"/>
              <a:gd name="connsiteY9" fmla="*/ 720080 h 1440160"/>
              <a:gd name="connsiteX10" fmla="*/ 1116124 w 1783223"/>
              <a:gd name="connsiteY10" fmla="*/ 0 h 1440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783223" h="1440160">
                <a:moveTo>
                  <a:pt x="1116124" y="0"/>
                </a:moveTo>
                <a:cubicBezTo>
                  <a:pt x="1347281" y="0"/>
                  <a:pt x="1562025" y="45336"/>
                  <a:pt x="1740159" y="122978"/>
                </a:cubicBezTo>
                <a:lnTo>
                  <a:pt x="1783223" y="145901"/>
                </a:lnTo>
                <a:lnTo>
                  <a:pt x="1623049" y="231163"/>
                </a:lnTo>
                <a:cubicBezTo>
                  <a:pt x="1421071" y="361472"/>
                  <a:pt x="1296144" y="541492"/>
                  <a:pt x="1296144" y="740336"/>
                </a:cubicBezTo>
                <a:cubicBezTo>
                  <a:pt x="1296144" y="939181"/>
                  <a:pt x="1421071" y="1119201"/>
                  <a:pt x="1623049" y="1249509"/>
                </a:cubicBezTo>
                <a:lnTo>
                  <a:pt x="1745170" y="1314515"/>
                </a:lnTo>
                <a:lnTo>
                  <a:pt x="1740159" y="1317182"/>
                </a:lnTo>
                <a:cubicBezTo>
                  <a:pt x="1562025" y="1394824"/>
                  <a:pt x="1347281" y="1440160"/>
                  <a:pt x="1116124" y="1440160"/>
                </a:cubicBezTo>
                <a:cubicBezTo>
                  <a:pt x="499706" y="1440160"/>
                  <a:pt x="0" y="1117769"/>
                  <a:pt x="0" y="720080"/>
                </a:cubicBezTo>
                <a:cubicBezTo>
                  <a:pt x="0" y="322391"/>
                  <a:pt x="499706" y="0"/>
                  <a:pt x="1116124" y="0"/>
                </a:cubicBezTo>
                <a:close/>
              </a:path>
            </a:pathLst>
          </a:custGeom>
          <a:solidFill>
            <a:srgbClr val="BA1C47">
              <a:alpha val="20096"/>
            </a:srgbClr>
          </a:solidFill>
          <a:ln w="22225">
            <a:solidFill>
              <a:schemeClr val="tx1">
                <a:lumMod val="65000"/>
                <a:lumOff val="35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 sz="1799" dirty="0"/>
          </a:p>
        </p:txBody>
      </p:sp>
      <p:sp>
        <p:nvSpPr>
          <p:cNvPr id="44" name="Freeform 43">
            <a:extLst>
              <a:ext uri="{FF2B5EF4-FFF2-40B4-BE49-F238E27FC236}">
                <a16:creationId xmlns:a16="http://schemas.microsoft.com/office/drawing/2014/main" id="{3DAB04D8-ED1B-9127-4FB3-D942E6F18771}"/>
              </a:ext>
            </a:extLst>
          </p:cNvPr>
          <p:cNvSpPr/>
          <p:nvPr/>
        </p:nvSpPr>
        <p:spPr>
          <a:xfrm>
            <a:off x="6749219" y="771551"/>
            <a:ext cx="1783222" cy="1440161"/>
          </a:xfrm>
          <a:custGeom>
            <a:avLst/>
            <a:gdLst>
              <a:gd name="connsiteX0" fmla="*/ 667098 w 1783222"/>
              <a:gd name="connsiteY0" fmla="*/ 0 h 1440160"/>
              <a:gd name="connsiteX1" fmla="*/ 1783222 w 1783222"/>
              <a:gd name="connsiteY1" fmla="*/ 720080 h 1440160"/>
              <a:gd name="connsiteX2" fmla="*/ 667098 w 1783222"/>
              <a:gd name="connsiteY2" fmla="*/ 1440160 h 1440160"/>
              <a:gd name="connsiteX3" fmla="*/ 43063 w 1783222"/>
              <a:gd name="connsiteY3" fmla="*/ 1317182 h 1440160"/>
              <a:gd name="connsiteX4" fmla="*/ 0 w 1783222"/>
              <a:gd name="connsiteY4" fmla="*/ 1294259 h 1440160"/>
              <a:gd name="connsiteX5" fmla="*/ 160173 w 1783222"/>
              <a:gd name="connsiteY5" fmla="*/ 1208997 h 1440160"/>
              <a:gd name="connsiteX6" fmla="*/ 487078 w 1783222"/>
              <a:gd name="connsiteY6" fmla="*/ 699824 h 1440160"/>
              <a:gd name="connsiteX7" fmla="*/ 160173 w 1783222"/>
              <a:gd name="connsiteY7" fmla="*/ 190651 h 1440160"/>
              <a:gd name="connsiteX8" fmla="*/ 38053 w 1783222"/>
              <a:gd name="connsiteY8" fmla="*/ 125645 h 1440160"/>
              <a:gd name="connsiteX9" fmla="*/ 43063 w 1783222"/>
              <a:gd name="connsiteY9" fmla="*/ 122978 h 1440160"/>
              <a:gd name="connsiteX10" fmla="*/ 667098 w 1783222"/>
              <a:gd name="connsiteY10" fmla="*/ 0 h 1440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783222" h="1440160">
                <a:moveTo>
                  <a:pt x="667098" y="0"/>
                </a:moveTo>
                <a:cubicBezTo>
                  <a:pt x="1283516" y="0"/>
                  <a:pt x="1783222" y="322391"/>
                  <a:pt x="1783222" y="720080"/>
                </a:cubicBezTo>
                <a:cubicBezTo>
                  <a:pt x="1783222" y="1117769"/>
                  <a:pt x="1283516" y="1440160"/>
                  <a:pt x="667098" y="1440160"/>
                </a:cubicBezTo>
                <a:cubicBezTo>
                  <a:pt x="435941" y="1440160"/>
                  <a:pt x="221197" y="1394824"/>
                  <a:pt x="43063" y="1317182"/>
                </a:cubicBezTo>
                <a:lnTo>
                  <a:pt x="0" y="1294259"/>
                </a:lnTo>
                <a:lnTo>
                  <a:pt x="160173" y="1208997"/>
                </a:lnTo>
                <a:cubicBezTo>
                  <a:pt x="362152" y="1078689"/>
                  <a:pt x="487078" y="898669"/>
                  <a:pt x="487078" y="699824"/>
                </a:cubicBezTo>
                <a:cubicBezTo>
                  <a:pt x="487078" y="500980"/>
                  <a:pt x="362152" y="320960"/>
                  <a:pt x="160173" y="190651"/>
                </a:cubicBezTo>
                <a:lnTo>
                  <a:pt x="38053" y="125645"/>
                </a:lnTo>
                <a:lnTo>
                  <a:pt x="43063" y="122978"/>
                </a:lnTo>
                <a:cubicBezTo>
                  <a:pt x="221197" y="45336"/>
                  <a:pt x="435941" y="0"/>
                  <a:pt x="667098" y="0"/>
                </a:cubicBezTo>
                <a:close/>
              </a:path>
            </a:pathLst>
          </a:custGeom>
          <a:solidFill>
            <a:srgbClr val="BA1C47">
              <a:alpha val="20096"/>
            </a:srgbClr>
          </a:solidFill>
          <a:ln w="22225">
            <a:solidFill>
              <a:schemeClr val="tx1">
                <a:lumMod val="65000"/>
                <a:lumOff val="35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 sz="1799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57CF83C-E215-8774-DCCB-133782A3057D}"/>
              </a:ext>
            </a:extLst>
          </p:cNvPr>
          <p:cNvSpPr txBox="1"/>
          <p:nvPr/>
        </p:nvSpPr>
        <p:spPr>
          <a:xfrm>
            <a:off x="5947958" y="348457"/>
            <a:ext cx="369012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b="1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A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C4EA214-9866-0839-35DD-BA23F8329BC7}"/>
              </a:ext>
            </a:extLst>
          </p:cNvPr>
          <p:cNvSpPr txBox="1"/>
          <p:nvPr/>
        </p:nvSpPr>
        <p:spPr>
          <a:xfrm>
            <a:off x="7239825" y="348457"/>
            <a:ext cx="369012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b="1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B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F0AD444-73A8-DDAB-C271-8295035D6612}"/>
              </a:ext>
            </a:extLst>
          </p:cNvPr>
          <p:cNvSpPr txBox="1"/>
          <p:nvPr/>
        </p:nvSpPr>
        <p:spPr>
          <a:xfrm>
            <a:off x="5324786" y="1143275"/>
            <a:ext cx="327334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2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92EB79E-2861-5FF8-B2EB-1D0D8CF9803A}"/>
              </a:ext>
            </a:extLst>
          </p:cNvPr>
          <p:cNvSpPr txBox="1"/>
          <p:nvPr/>
        </p:nvSpPr>
        <p:spPr>
          <a:xfrm>
            <a:off x="6613964" y="1067121"/>
            <a:ext cx="327334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4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484BB6C-958E-B32A-1726-CDDFC9323A33}"/>
              </a:ext>
            </a:extLst>
          </p:cNvPr>
          <p:cNvSpPr txBox="1"/>
          <p:nvPr/>
        </p:nvSpPr>
        <p:spPr>
          <a:xfrm>
            <a:off x="5771728" y="1601419"/>
            <a:ext cx="327334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6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70DEF61-6A83-4D2B-4DB4-515C63C97637}"/>
              </a:ext>
            </a:extLst>
          </p:cNvPr>
          <p:cNvSpPr txBox="1"/>
          <p:nvPr/>
        </p:nvSpPr>
        <p:spPr>
          <a:xfrm>
            <a:off x="6613964" y="1481673"/>
            <a:ext cx="327334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8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47EF3A5-9593-186E-CD44-3F6EA3AC83A3}"/>
              </a:ext>
            </a:extLst>
          </p:cNvPr>
          <p:cNvSpPr txBox="1"/>
          <p:nvPr/>
        </p:nvSpPr>
        <p:spPr>
          <a:xfrm>
            <a:off x="5895071" y="908496"/>
            <a:ext cx="470000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10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D270846-6127-26A6-D280-0C3F48BD979E}"/>
              </a:ext>
            </a:extLst>
          </p:cNvPr>
          <p:cNvSpPr txBox="1"/>
          <p:nvPr/>
        </p:nvSpPr>
        <p:spPr>
          <a:xfrm>
            <a:off x="7256486" y="908496"/>
            <a:ext cx="470000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12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304B525-0438-8374-A475-B825B151C1CE}"/>
              </a:ext>
            </a:extLst>
          </p:cNvPr>
          <p:cNvSpPr txBox="1"/>
          <p:nvPr/>
        </p:nvSpPr>
        <p:spPr>
          <a:xfrm>
            <a:off x="7354370" y="1601419"/>
            <a:ext cx="470000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16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5B221DDE-A707-CE80-20A9-C034850A8835}"/>
              </a:ext>
            </a:extLst>
          </p:cNvPr>
          <p:cNvSpPr txBox="1"/>
          <p:nvPr/>
        </p:nvSpPr>
        <p:spPr>
          <a:xfrm>
            <a:off x="7857437" y="1143275"/>
            <a:ext cx="470000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20</a:t>
            </a:r>
          </a:p>
        </p:txBody>
      </p:sp>
      <p:sp>
        <p:nvSpPr>
          <p:cNvPr id="61" name="Freeform 60">
            <a:extLst>
              <a:ext uri="{FF2B5EF4-FFF2-40B4-BE49-F238E27FC236}">
                <a16:creationId xmlns:a16="http://schemas.microsoft.com/office/drawing/2014/main" id="{D3936E13-14A2-0545-4114-5948D3045331}"/>
              </a:ext>
            </a:extLst>
          </p:cNvPr>
          <p:cNvSpPr/>
          <p:nvPr/>
        </p:nvSpPr>
        <p:spPr>
          <a:xfrm>
            <a:off x="1825434" y="3405795"/>
            <a:ext cx="936104" cy="1168613"/>
          </a:xfrm>
          <a:custGeom>
            <a:avLst/>
            <a:gdLst>
              <a:gd name="connsiteX0" fmla="*/ 487079 w 936104"/>
              <a:gd name="connsiteY0" fmla="*/ 0 h 1168614"/>
              <a:gd name="connsiteX1" fmla="*/ 609199 w 936104"/>
              <a:gd name="connsiteY1" fmla="*/ 65006 h 1168614"/>
              <a:gd name="connsiteX2" fmla="*/ 936104 w 936104"/>
              <a:gd name="connsiteY2" fmla="*/ 574179 h 1168614"/>
              <a:gd name="connsiteX3" fmla="*/ 609199 w 936104"/>
              <a:gd name="connsiteY3" fmla="*/ 1083352 h 1168614"/>
              <a:gd name="connsiteX4" fmla="*/ 449026 w 936104"/>
              <a:gd name="connsiteY4" fmla="*/ 1168614 h 1168614"/>
              <a:gd name="connsiteX5" fmla="*/ 326905 w 936104"/>
              <a:gd name="connsiteY5" fmla="*/ 1103608 h 1168614"/>
              <a:gd name="connsiteX6" fmla="*/ 0 w 936104"/>
              <a:gd name="connsiteY6" fmla="*/ 594435 h 1168614"/>
              <a:gd name="connsiteX7" fmla="*/ 326905 w 936104"/>
              <a:gd name="connsiteY7" fmla="*/ 85262 h 1168614"/>
              <a:gd name="connsiteX8" fmla="*/ 487079 w 936104"/>
              <a:gd name="connsiteY8" fmla="*/ 0 h 11686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936104" h="1168614">
                <a:moveTo>
                  <a:pt x="487079" y="0"/>
                </a:moveTo>
                <a:lnTo>
                  <a:pt x="609199" y="65006"/>
                </a:lnTo>
                <a:cubicBezTo>
                  <a:pt x="811178" y="195315"/>
                  <a:pt x="936104" y="375335"/>
                  <a:pt x="936104" y="574179"/>
                </a:cubicBezTo>
                <a:cubicBezTo>
                  <a:pt x="936104" y="773024"/>
                  <a:pt x="811178" y="953044"/>
                  <a:pt x="609199" y="1083352"/>
                </a:cubicBezTo>
                <a:lnTo>
                  <a:pt x="449026" y="1168614"/>
                </a:lnTo>
                <a:lnTo>
                  <a:pt x="326905" y="1103608"/>
                </a:lnTo>
                <a:cubicBezTo>
                  <a:pt x="124927" y="973300"/>
                  <a:pt x="0" y="793280"/>
                  <a:pt x="0" y="594435"/>
                </a:cubicBezTo>
                <a:cubicBezTo>
                  <a:pt x="0" y="395591"/>
                  <a:pt x="124927" y="215571"/>
                  <a:pt x="326905" y="85262"/>
                </a:cubicBezTo>
                <a:lnTo>
                  <a:pt x="487079" y="0"/>
                </a:lnTo>
                <a:close/>
              </a:path>
            </a:pathLst>
          </a:custGeom>
          <a:noFill/>
          <a:ln w="22225">
            <a:solidFill>
              <a:schemeClr val="tx1">
                <a:lumMod val="65000"/>
                <a:lumOff val="35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 sz="1799" dirty="0"/>
          </a:p>
        </p:txBody>
      </p:sp>
      <p:sp>
        <p:nvSpPr>
          <p:cNvPr id="60" name="Freeform 59">
            <a:extLst>
              <a:ext uri="{FF2B5EF4-FFF2-40B4-BE49-F238E27FC236}">
                <a16:creationId xmlns:a16="http://schemas.microsoft.com/office/drawing/2014/main" id="{E16F6A6F-A5BE-EE8E-3A24-84CEB34A8658}"/>
              </a:ext>
            </a:extLst>
          </p:cNvPr>
          <p:cNvSpPr/>
          <p:nvPr/>
        </p:nvSpPr>
        <p:spPr>
          <a:xfrm>
            <a:off x="529293" y="3259892"/>
            <a:ext cx="1783224" cy="1440161"/>
          </a:xfrm>
          <a:custGeom>
            <a:avLst/>
            <a:gdLst>
              <a:gd name="connsiteX0" fmla="*/ 1116124 w 1783223"/>
              <a:gd name="connsiteY0" fmla="*/ 0 h 1440160"/>
              <a:gd name="connsiteX1" fmla="*/ 1740159 w 1783223"/>
              <a:gd name="connsiteY1" fmla="*/ 122978 h 1440160"/>
              <a:gd name="connsiteX2" fmla="*/ 1783223 w 1783223"/>
              <a:gd name="connsiteY2" fmla="*/ 145901 h 1440160"/>
              <a:gd name="connsiteX3" fmla="*/ 1623049 w 1783223"/>
              <a:gd name="connsiteY3" fmla="*/ 231163 h 1440160"/>
              <a:gd name="connsiteX4" fmla="*/ 1296144 w 1783223"/>
              <a:gd name="connsiteY4" fmla="*/ 740336 h 1440160"/>
              <a:gd name="connsiteX5" fmla="*/ 1623049 w 1783223"/>
              <a:gd name="connsiteY5" fmla="*/ 1249509 h 1440160"/>
              <a:gd name="connsiteX6" fmla="*/ 1745170 w 1783223"/>
              <a:gd name="connsiteY6" fmla="*/ 1314515 h 1440160"/>
              <a:gd name="connsiteX7" fmla="*/ 1740159 w 1783223"/>
              <a:gd name="connsiteY7" fmla="*/ 1317182 h 1440160"/>
              <a:gd name="connsiteX8" fmla="*/ 1116124 w 1783223"/>
              <a:gd name="connsiteY8" fmla="*/ 1440160 h 1440160"/>
              <a:gd name="connsiteX9" fmla="*/ 0 w 1783223"/>
              <a:gd name="connsiteY9" fmla="*/ 720080 h 1440160"/>
              <a:gd name="connsiteX10" fmla="*/ 1116124 w 1783223"/>
              <a:gd name="connsiteY10" fmla="*/ 0 h 1440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783223" h="1440160">
                <a:moveTo>
                  <a:pt x="1116124" y="0"/>
                </a:moveTo>
                <a:cubicBezTo>
                  <a:pt x="1347281" y="0"/>
                  <a:pt x="1562025" y="45336"/>
                  <a:pt x="1740159" y="122978"/>
                </a:cubicBezTo>
                <a:lnTo>
                  <a:pt x="1783223" y="145901"/>
                </a:lnTo>
                <a:lnTo>
                  <a:pt x="1623049" y="231163"/>
                </a:lnTo>
                <a:cubicBezTo>
                  <a:pt x="1421071" y="361472"/>
                  <a:pt x="1296144" y="541492"/>
                  <a:pt x="1296144" y="740336"/>
                </a:cubicBezTo>
                <a:cubicBezTo>
                  <a:pt x="1296144" y="939181"/>
                  <a:pt x="1421071" y="1119201"/>
                  <a:pt x="1623049" y="1249509"/>
                </a:cubicBezTo>
                <a:lnTo>
                  <a:pt x="1745170" y="1314515"/>
                </a:lnTo>
                <a:lnTo>
                  <a:pt x="1740159" y="1317182"/>
                </a:lnTo>
                <a:cubicBezTo>
                  <a:pt x="1562025" y="1394824"/>
                  <a:pt x="1347281" y="1440160"/>
                  <a:pt x="1116124" y="1440160"/>
                </a:cubicBezTo>
                <a:cubicBezTo>
                  <a:pt x="499706" y="1440160"/>
                  <a:pt x="0" y="1117769"/>
                  <a:pt x="0" y="720080"/>
                </a:cubicBezTo>
                <a:cubicBezTo>
                  <a:pt x="0" y="322391"/>
                  <a:pt x="499706" y="0"/>
                  <a:pt x="1116124" y="0"/>
                </a:cubicBezTo>
                <a:close/>
              </a:path>
            </a:pathLst>
          </a:custGeom>
          <a:solidFill>
            <a:srgbClr val="BA1C47">
              <a:alpha val="20000"/>
            </a:srgbClr>
          </a:solidFill>
          <a:ln w="22225">
            <a:solidFill>
              <a:schemeClr val="tx1">
                <a:lumMod val="65000"/>
                <a:lumOff val="35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 sz="1799" dirty="0"/>
          </a:p>
        </p:txBody>
      </p:sp>
      <p:sp>
        <p:nvSpPr>
          <p:cNvPr id="59" name="Freeform 58">
            <a:extLst>
              <a:ext uri="{FF2B5EF4-FFF2-40B4-BE49-F238E27FC236}">
                <a16:creationId xmlns:a16="http://schemas.microsoft.com/office/drawing/2014/main" id="{C0A88E41-83A7-AF2C-3E2F-628441D695BA}"/>
              </a:ext>
            </a:extLst>
          </p:cNvPr>
          <p:cNvSpPr/>
          <p:nvPr/>
        </p:nvSpPr>
        <p:spPr>
          <a:xfrm>
            <a:off x="2274459" y="3280149"/>
            <a:ext cx="1783222" cy="1440161"/>
          </a:xfrm>
          <a:custGeom>
            <a:avLst/>
            <a:gdLst>
              <a:gd name="connsiteX0" fmla="*/ 667098 w 1783222"/>
              <a:gd name="connsiteY0" fmla="*/ 0 h 1440160"/>
              <a:gd name="connsiteX1" fmla="*/ 1783222 w 1783222"/>
              <a:gd name="connsiteY1" fmla="*/ 720080 h 1440160"/>
              <a:gd name="connsiteX2" fmla="*/ 667098 w 1783222"/>
              <a:gd name="connsiteY2" fmla="*/ 1440160 h 1440160"/>
              <a:gd name="connsiteX3" fmla="*/ 43063 w 1783222"/>
              <a:gd name="connsiteY3" fmla="*/ 1317182 h 1440160"/>
              <a:gd name="connsiteX4" fmla="*/ 0 w 1783222"/>
              <a:gd name="connsiteY4" fmla="*/ 1294259 h 1440160"/>
              <a:gd name="connsiteX5" fmla="*/ 160173 w 1783222"/>
              <a:gd name="connsiteY5" fmla="*/ 1208997 h 1440160"/>
              <a:gd name="connsiteX6" fmla="*/ 487078 w 1783222"/>
              <a:gd name="connsiteY6" fmla="*/ 699824 h 1440160"/>
              <a:gd name="connsiteX7" fmla="*/ 160173 w 1783222"/>
              <a:gd name="connsiteY7" fmla="*/ 190651 h 1440160"/>
              <a:gd name="connsiteX8" fmla="*/ 38053 w 1783222"/>
              <a:gd name="connsiteY8" fmla="*/ 125645 h 1440160"/>
              <a:gd name="connsiteX9" fmla="*/ 43063 w 1783222"/>
              <a:gd name="connsiteY9" fmla="*/ 122978 h 1440160"/>
              <a:gd name="connsiteX10" fmla="*/ 667098 w 1783222"/>
              <a:gd name="connsiteY10" fmla="*/ 0 h 1440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783222" h="1440160">
                <a:moveTo>
                  <a:pt x="667098" y="0"/>
                </a:moveTo>
                <a:cubicBezTo>
                  <a:pt x="1283516" y="0"/>
                  <a:pt x="1783222" y="322391"/>
                  <a:pt x="1783222" y="720080"/>
                </a:cubicBezTo>
                <a:cubicBezTo>
                  <a:pt x="1783222" y="1117769"/>
                  <a:pt x="1283516" y="1440160"/>
                  <a:pt x="667098" y="1440160"/>
                </a:cubicBezTo>
                <a:cubicBezTo>
                  <a:pt x="435941" y="1440160"/>
                  <a:pt x="221197" y="1394824"/>
                  <a:pt x="43063" y="1317182"/>
                </a:cubicBezTo>
                <a:lnTo>
                  <a:pt x="0" y="1294259"/>
                </a:lnTo>
                <a:lnTo>
                  <a:pt x="160173" y="1208997"/>
                </a:lnTo>
                <a:cubicBezTo>
                  <a:pt x="362152" y="1078689"/>
                  <a:pt x="487078" y="898669"/>
                  <a:pt x="487078" y="699824"/>
                </a:cubicBezTo>
                <a:cubicBezTo>
                  <a:pt x="487078" y="500980"/>
                  <a:pt x="362152" y="320960"/>
                  <a:pt x="160173" y="190651"/>
                </a:cubicBezTo>
                <a:lnTo>
                  <a:pt x="38053" y="125645"/>
                </a:lnTo>
                <a:lnTo>
                  <a:pt x="43063" y="122978"/>
                </a:lnTo>
                <a:cubicBezTo>
                  <a:pt x="221197" y="45336"/>
                  <a:pt x="435941" y="0"/>
                  <a:pt x="667098" y="0"/>
                </a:cubicBezTo>
                <a:close/>
              </a:path>
            </a:pathLst>
          </a:custGeom>
          <a:noFill/>
          <a:ln w="22225">
            <a:solidFill>
              <a:schemeClr val="tx1">
                <a:lumMod val="65000"/>
                <a:lumOff val="35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 sz="1799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AC0BCE4-CA8B-DE28-A955-AFAF62CB3E16}"/>
              </a:ext>
            </a:extLst>
          </p:cNvPr>
          <p:cNvSpPr txBox="1"/>
          <p:nvPr/>
        </p:nvSpPr>
        <p:spPr>
          <a:xfrm>
            <a:off x="1473198" y="2857055"/>
            <a:ext cx="369012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b="1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A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AE7B1593-5D28-6BCA-E0CD-AD022F17F373}"/>
              </a:ext>
            </a:extLst>
          </p:cNvPr>
          <p:cNvSpPr txBox="1"/>
          <p:nvPr/>
        </p:nvSpPr>
        <p:spPr>
          <a:xfrm>
            <a:off x="2765065" y="2857055"/>
            <a:ext cx="369012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b="1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B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39C54C6F-8300-C6B2-48EE-46E53DE797A6}"/>
              </a:ext>
            </a:extLst>
          </p:cNvPr>
          <p:cNvSpPr txBox="1"/>
          <p:nvPr/>
        </p:nvSpPr>
        <p:spPr>
          <a:xfrm>
            <a:off x="850026" y="3651872"/>
            <a:ext cx="327334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2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7C65A568-D491-717D-155C-3695BDCB23AA}"/>
              </a:ext>
            </a:extLst>
          </p:cNvPr>
          <p:cNvSpPr txBox="1"/>
          <p:nvPr/>
        </p:nvSpPr>
        <p:spPr>
          <a:xfrm>
            <a:off x="2139204" y="3575721"/>
            <a:ext cx="327334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4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2B660AD8-5160-500B-5F66-F9DC6021E2AD}"/>
              </a:ext>
            </a:extLst>
          </p:cNvPr>
          <p:cNvSpPr txBox="1"/>
          <p:nvPr/>
        </p:nvSpPr>
        <p:spPr>
          <a:xfrm>
            <a:off x="1296966" y="4110018"/>
            <a:ext cx="327334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6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47AE122F-0181-8860-0021-5FE4B4E2AB40}"/>
              </a:ext>
            </a:extLst>
          </p:cNvPr>
          <p:cNvSpPr txBox="1"/>
          <p:nvPr/>
        </p:nvSpPr>
        <p:spPr>
          <a:xfrm>
            <a:off x="2139204" y="3990271"/>
            <a:ext cx="327334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8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BA761CB-C66B-BD41-09FC-C30AF0764C2C}"/>
              </a:ext>
            </a:extLst>
          </p:cNvPr>
          <p:cNvSpPr txBox="1"/>
          <p:nvPr/>
        </p:nvSpPr>
        <p:spPr>
          <a:xfrm>
            <a:off x="1420310" y="3417094"/>
            <a:ext cx="470000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10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A77D281D-9DE6-4F26-54AD-2CCDDB10B25E}"/>
              </a:ext>
            </a:extLst>
          </p:cNvPr>
          <p:cNvSpPr txBox="1"/>
          <p:nvPr/>
        </p:nvSpPr>
        <p:spPr>
          <a:xfrm>
            <a:off x="2781727" y="3417094"/>
            <a:ext cx="470000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12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C38FB7FE-55AB-DA5B-5492-97C839305706}"/>
              </a:ext>
            </a:extLst>
          </p:cNvPr>
          <p:cNvSpPr txBox="1"/>
          <p:nvPr/>
        </p:nvSpPr>
        <p:spPr>
          <a:xfrm>
            <a:off x="2879611" y="4110018"/>
            <a:ext cx="470000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16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DC3E610F-F03C-7EAB-E89D-7AC9E40EBFFB}"/>
              </a:ext>
            </a:extLst>
          </p:cNvPr>
          <p:cNvSpPr txBox="1"/>
          <p:nvPr/>
        </p:nvSpPr>
        <p:spPr>
          <a:xfrm>
            <a:off x="3382676" y="3651873"/>
            <a:ext cx="470000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20</a:t>
            </a:r>
          </a:p>
        </p:txBody>
      </p:sp>
      <p:sp>
        <p:nvSpPr>
          <p:cNvPr id="67" name="Freeform 66">
            <a:extLst>
              <a:ext uri="{FF2B5EF4-FFF2-40B4-BE49-F238E27FC236}">
                <a16:creationId xmlns:a16="http://schemas.microsoft.com/office/drawing/2014/main" id="{36DC5FDC-956E-34FF-DB23-54262F87222A}"/>
              </a:ext>
            </a:extLst>
          </p:cNvPr>
          <p:cNvSpPr/>
          <p:nvPr/>
        </p:nvSpPr>
        <p:spPr>
          <a:xfrm>
            <a:off x="6300193" y="3405795"/>
            <a:ext cx="936104" cy="1168613"/>
          </a:xfrm>
          <a:custGeom>
            <a:avLst/>
            <a:gdLst>
              <a:gd name="connsiteX0" fmla="*/ 487079 w 936104"/>
              <a:gd name="connsiteY0" fmla="*/ 0 h 1168614"/>
              <a:gd name="connsiteX1" fmla="*/ 609199 w 936104"/>
              <a:gd name="connsiteY1" fmla="*/ 65006 h 1168614"/>
              <a:gd name="connsiteX2" fmla="*/ 936104 w 936104"/>
              <a:gd name="connsiteY2" fmla="*/ 574179 h 1168614"/>
              <a:gd name="connsiteX3" fmla="*/ 609199 w 936104"/>
              <a:gd name="connsiteY3" fmla="*/ 1083352 h 1168614"/>
              <a:gd name="connsiteX4" fmla="*/ 449026 w 936104"/>
              <a:gd name="connsiteY4" fmla="*/ 1168614 h 1168614"/>
              <a:gd name="connsiteX5" fmla="*/ 326905 w 936104"/>
              <a:gd name="connsiteY5" fmla="*/ 1103608 h 1168614"/>
              <a:gd name="connsiteX6" fmla="*/ 0 w 936104"/>
              <a:gd name="connsiteY6" fmla="*/ 594435 h 1168614"/>
              <a:gd name="connsiteX7" fmla="*/ 326905 w 936104"/>
              <a:gd name="connsiteY7" fmla="*/ 85262 h 1168614"/>
              <a:gd name="connsiteX8" fmla="*/ 487079 w 936104"/>
              <a:gd name="connsiteY8" fmla="*/ 0 h 11686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936104" h="1168614">
                <a:moveTo>
                  <a:pt x="487079" y="0"/>
                </a:moveTo>
                <a:lnTo>
                  <a:pt x="609199" y="65006"/>
                </a:lnTo>
                <a:cubicBezTo>
                  <a:pt x="811178" y="195315"/>
                  <a:pt x="936104" y="375335"/>
                  <a:pt x="936104" y="574179"/>
                </a:cubicBezTo>
                <a:cubicBezTo>
                  <a:pt x="936104" y="773024"/>
                  <a:pt x="811178" y="953044"/>
                  <a:pt x="609199" y="1083352"/>
                </a:cubicBezTo>
                <a:lnTo>
                  <a:pt x="449026" y="1168614"/>
                </a:lnTo>
                <a:lnTo>
                  <a:pt x="326905" y="1103608"/>
                </a:lnTo>
                <a:cubicBezTo>
                  <a:pt x="124927" y="973300"/>
                  <a:pt x="0" y="793280"/>
                  <a:pt x="0" y="594435"/>
                </a:cubicBezTo>
                <a:cubicBezTo>
                  <a:pt x="0" y="395591"/>
                  <a:pt x="124927" y="215571"/>
                  <a:pt x="326905" y="85262"/>
                </a:cubicBezTo>
                <a:lnTo>
                  <a:pt x="487079" y="0"/>
                </a:lnTo>
                <a:close/>
              </a:path>
            </a:pathLst>
          </a:custGeom>
          <a:noFill/>
          <a:ln w="22225">
            <a:solidFill>
              <a:schemeClr val="tx1">
                <a:lumMod val="65000"/>
                <a:lumOff val="35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 sz="1799" dirty="0"/>
          </a:p>
        </p:txBody>
      </p:sp>
      <p:sp>
        <p:nvSpPr>
          <p:cNvPr id="66" name="Freeform 65">
            <a:extLst>
              <a:ext uri="{FF2B5EF4-FFF2-40B4-BE49-F238E27FC236}">
                <a16:creationId xmlns:a16="http://schemas.microsoft.com/office/drawing/2014/main" id="{023A6F59-5315-08EF-E582-B260A2EB7CFE}"/>
              </a:ext>
            </a:extLst>
          </p:cNvPr>
          <p:cNvSpPr/>
          <p:nvPr/>
        </p:nvSpPr>
        <p:spPr>
          <a:xfrm>
            <a:off x="5004053" y="3259893"/>
            <a:ext cx="1783224" cy="1440161"/>
          </a:xfrm>
          <a:custGeom>
            <a:avLst/>
            <a:gdLst>
              <a:gd name="connsiteX0" fmla="*/ 1116124 w 1783223"/>
              <a:gd name="connsiteY0" fmla="*/ 0 h 1440160"/>
              <a:gd name="connsiteX1" fmla="*/ 1740159 w 1783223"/>
              <a:gd name="connsiteY1" fmla="*/ 122978 h 1440160"/>
              <a:gd name="connsiteX2" fmla="*/ 1783223 w 1783223"/>
              <a:gd name="connsiteY2" fmla="*/ 145901 h 1440160"/>
              <a:gd name="connsiteX3" fmla="*/ 1623049 w 1783223"/>
              <a:gd name="connsiteY3" fmla="*/ 231163 h 1440160"/>
              <a:gd name="connsiteX4" fmla="*/ 1296144 w 1783223"/>
              <a:gd name="connsiteY4" fmla="*/ 740336 h 1440160"/>
              <a:gd name="connsiteX5" fmla="*/ 1623049 w 1783223"/>
              <a:gd name="connsiteY5" fmla="*/ 1249509 h 1440160"/>
              <a:gd name="connsiteX6" fmla="*/ 1745170 w 1783223"/>
              <a:gd name="connsiteY6" fmla="*/ 1314515 h 1440160"/>
              <a:gd name="connsiteX7" fmla="*/ 1740159 w 1783223"/>
              <a:gd name="connsiteY7" fmla="*/ 1317182 h 1440160"/>
              <a:gd name="connsiteX8" fmla="*/ 1116124 w 1783223"/>
              <a:gd name="connsiteY8" fmla="*/ 1440160 h 1440160"/>
              <a:gd name="connsiteX9" fmla="*/ 0 w 1783223"/>
              <a:gd name="connsiteY9" fmla="*/ 720080 h 1440160"/>
              <a:gd name="connsiteX10" fmla="*/ 1116124 w 1783223"/>
              <a:gd name="connsiteY10" fmla="*/ 0 h 1440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783223" h="1440160">
                <a:moveTo>
                  <a:pt x="1116124" y="0"/>
                </a:moveTo>
                <a:cubicBezTo>
                  <a:pt x="1347281" y="0"/>
                  <a:pt x="1562025" y="45336"/>
                  <a:pt x="1740159" y="122978"/>
                </a:cubicBezTo>
                <a:lnTo>
                  <a:pt x="1783223" y="145901"/>
                </a:lnTo>
                <a:lnTo>
                  <a:pt x="1623049" y="231163"/>
                </a:lnTo>
                <a:cubicBezTo>
                  <a:pt x="1421071" y="361472"/>
                  <a:pt x="1296144" y="541492"/>
                  <a:pt x="1296144" y="740336"/>
                </a:cubicBezTo>
                <a:cubicBezTo>
                  <a:pt x="1296144" y="939181"/>
                  <a:pt x="1421071" y="1119201"/>
                  <a:pt x="1623049" y="1249509"/>
                </a:cubicBezTo>
                <a:lnTo>
                  <a:pt x="1745170" y="1314515"/>
                </a:lnTo>
                <a:lnTo>
                  <a:pt x="1740159" y="1317182"/>
                </a:lnTo>
                <a:cubicBezTo>
                  <a:pt x="1562025" y="1394824"/>
                  <a:pt x="1347281" y="1440160"/>
                  <a:pt x="1116124" y="1440160"/>
                </a:cubicBezTo>
                <a:cubicBezTo>
                  <a:pt x="499706" y="1440160"/>
                  <a:pt x="0" y="1117769"/>
                  <a:pt x="0" y="720080"/>
                </a:cubicBezTo>
                <a:cubicBezTo>
                  <a:pt x="0" y="322391"/>
                  <a:pt x="499706" y="0"/>
                  <a:pt x="1116124" y="0"/>
                </a:cubicBezTo>
                <a:close/>
              </a:path>
            </a:pathLst>
          </a:custGeom>
          <a:noFill/>
          <a:ln w="22225">
            <a:solidFill>
              <a:schemeClr val="tx1">
                <a:lumMod val="65000"/>
                <a:lumOff val="35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 sz="1799" dirty="0"/>
          </a:p>
        </p:txBody>
      </p:sp>
      <p:sp>
        <p:nvSpPr>
          <p:cNvPr id="65" name="Freeform 64">
            <a:extLst>
              <a:ext uri="{FF2B5EF4-FFF2-40B4-BE49-F238E27FC236}">
                <a16:creationId xmlns:a16="http://schemas.microsoft.com/office/drawing/2014/main" id="{6BDB6624-1E40-549F-387B-D1CA1F06F942}"/>
              </a:ext>
            </a:extLst>
          </p:cNvPr>
          <p:cNvSpPr/>
          <p:nvPr/>
        </p:nvSpPr>
        <p:spPr>
          <a:xfrm>
            <a:off x="6749219" y="3280149"/>
            <a:ext cx="1783222" cy="1440161"/>
          </a:xfrm>
          <a:custGeom>
            <a:avLst/>
            <a:gdLst>
              <a:gd name="connsiteX0" fmla="*/ 667098 w 1783222"/>
              <a:gd name="connsiteY0" fmla="*/ 0 h 1440160"/>
              <a:gd name="connsiteX1" fmla="*/ 1783222 w 1783222"/>
              <a:gd name="connsiteY1" fmla="*/ 720080 h 1440160"/>
              <a:gd name="connsiteX2" fmla="*/ 667098 w 1783222"/>
              <a:gd name="connsiteY2" fmla="*/ 1440160 h 1440160"/>
              <a:gd name="connsiteX3" fmla="*/ 43063 w 1783222"/>
              <a:gd name="connsiteY3" fmla="*/ 1317182 h 1440160"/>
              <a:gd name="connsiteX4" fmla="*/ 0 w 1783222"/>
              <a:gd name="connsiteY4" fmla="*/ 1294259 h 1440160"/>
              <a:gd name="connsiteX5" fmla="*/ 160173 w 1783222"/>
              <a:gd name="connsiteY5" fmla="*/ 1208997 h 1440160"/>
              <a:gd name="connsiteX6" fmla="*/ 487078 w 1783222"/>
              <a:gd name="connsiteY6" fmla="*/ 699824 h 1440160"/>
              <a:gd name="connsiteX7" fmla="*/ 160173 w 1783222"/>
              <a:gd name="connsiteY7" fmla="*/ 190651 h 1440160"/>
              <a:gd name="connsiteX8" fmla="*/ 38053 w 1783222"/>
              <a:gd name="connsiteY8" fmla="*/ 125645 h 1440160"/>
              <a:gd name="connsiteX9" fmla="*/ 43063 w 1783222"/>
              <a:gd name="connsiteY9" fmla="*/ 122978 h 1440160"/>
              <a:gd name="connsiteX10" fmla="*/ 667098 w 1783222"/>
              <a:gd name="connsiteY10" fmla="*/ 0 h 1440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783222" h="1440160">
                <a:moveTo>
                  <a:pt x="667098" y="0"/>
                </a:moveTo>
                <a:cubicBezTo>
                  <a:pt x="1283516" y="0"/>
                  <a:pt x="1783222" y="322391"/>
                  <a:pt x="1783222" y="720080"/>
                </a:cubicBezTo>
                <a:cubicBezTo>
                  <a:pt x="1783222" y="1117769"/>
                  <a:pt x="1283516" y="1440160"/>
                  <a:pt x="667098" y="1440160"/>
                </a:cubicBezTo>
                <a:cubicBezTo>
                  <a:pt x="435941" y="1440160"/>
                  <a:pt x="221197" y="1394824"/>
                  <a:pt x="43063" y="1317182"/>
                </a:cubicBezTo>
                <a:lnTo>
                  <a:pt x="0" y="1294259"/>
                </a:lnTo>
                <a:lnTo>
                  <a:pt x="160173" y="1208997"/>
                </a:lnTo>
                <a:cubicBezTo>
                  <a:pt x="362152" y="1078689"/>
                  <a:pt x="487078" y="898669"/>
                  <a:pt x="487078" y="699824"/>
                </a:cubicBezTo>
                <a:cubicBezTo>
                  <a:pt x="487078" y="500980"/>
                  <a:pt x="362152" y="320960"/>
                  <a:pt x="160173" y="190651"/>
                </a:cubicBezTo>
                <a:lnTo>
                  <a:pt x="38053" y="125645"/>
                </a:lnTo>
                <a:lnTo>
                  <a:pt x="43063" y="122978"/>
                </a:lnTo>
                <a:cubicBezTo>
                  <a:pt x="221197" y="45336"/>
                  <a:pt x="435941" y="0"/>
                  <a:pt x="667098" y="0"/>
                </a:cubicBezTo>
                <a:close/>
              </a:path>
            </a:pathLst>
          </a:custGeom>
          <a:solidFill>
            <a:srgbClr val="BA1C47">
              <a:alpha val="20000"/>
            </a:srgbClr>
          </a:solidFill>
          <a:ln w="22225">
            <a:solidFill>
              <a:schemeClr val="tx1">
                <a:lumMod val="65000"/>
                <a:lumOff val="35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 sz="1799" dirty="0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FDD07342-4519-56B3-3C17-72951174E283}"/>
              </a:ext>
            </a:extLst>
          </p:cNvPr>
          <p:cNvSpPr txBox="1"/>
          <p:nvPr/>
        </p:nvSpPr>
        <p:spPr>
          <a:xfrm>
            <a:off x="5947958" y="2857055"/>
            <a:ext cx="369012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b="1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A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6FB11ACE-27B2-D275-65AD-2EDF73BCCA1B}"/>
              </a:ext>
            </a:extLst>
          </p:cNvPr>
          <p:cNvSpPr txBox="1"/>
          <p:nvPr/>
        </p:nvSpPr>
        <p:spPr>
          <a:xfrm>
            <a:off x="7239825" y="2857055"/>
            <a:ext cx="369012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b="1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B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EBB03787-F6CB-F8D9-68A6-01707857C6D0}"/>
              </a:ext>
            </a:extLst>
          </p:cNvPr>
          <p:cNvSpPr txBox="1"/>
          <p:nvPr/>
        </p:nvSpPr>
        <p:spPr>
          <a:xfrm>
            <a:off x="5324786" y="3651873"/>
            <a:ext cx="327334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2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B7EB9BC3-4FBC-37DF-0CFD-84B942CF9C08}"/>
              </a:ext>
            </a:extLst>
          </p:cNvPr>
          <p:cNvSpPr txBox="1"/>
          <p:nvPr/>
        </p:nvSpPr>
        <p:spPr>
          <a:xfrm>
            <a:off x="6613964" y="3575721"/>
            <a:ext cx="327334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4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E58F95B6-09F4-C8AB-01B4-92A556C901BB}"/>
              </a:ext>
            </a:extLst>
          </p:cNvPr>
          <p:cNvSpPr txBox="1"/>
          <p:nvPr/>
        </p:nvSpPr>
        <p:spPr>
          <a:xfrm>
            <a:off x="5771728" y="4110018"/>
            <a:ext cx="327334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6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76B2EECA-3B3A-3158-ACB1-B3A271226559}"/>
              </a:ext>
            </a:extLst>
          </p:cNvPr>
          <p:cNvSpPr txBox="1"/>
          <p:nvPr/>
        </p:nvSpPr>
        <p:spPr>
          <a:xfrm>
            <a:off x="6613964" y="3990271"/>
            <a:ext cx="327334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8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0FA69CA6-3B1C-6C0B-7820-7B0E8AF5632E}"/>
              </a:ext>
            </a:extLst>
          </p:cNvPr>
          <p:cNvSpPr txBox="1"/>
          <p:nvPr/>
        </p:nvSpPr>
        <p:spPr>
          <a:xfrm>
            <a:off x="5895071" y="3417094"/>
            <a:ext cx="470000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10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5C8C9D26-F7A6-7EF7-5A14-1F7B7CF2111A}"/>
              </a:ext>
            </a:extLst>
          </p:cNvPr>
          <p:cNvSpPr txBox="1"/>
          <p:nvPr/>
        </p:nvSpPr>
        <p:spPr>
          <a:xfrm>
            <a:off x="7256486" y="3417094"/>
            <a:ext cx="470000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12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9785FBBE-D4DE-8495-10A9-26D2ED631418}"/>
              </a:ext>
            </a:extLst>
          </p:cNvPr>
          <p:cNvSpPr txBox="1"/>
          <p:nvPr/>
        </p:nvSpPr>
        <p:spPr>
          <a:xfrm>
            <a:off x="7354370" y="4110018"/>
            <a:ext cx="470000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16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08CC7EF1-51D4-B05E-3026-D703FF06FE63}"/>
              </a:ext>
            </a:extLst>
          </p:cNvPr>
          <p:cNvSpPr txBox="1"/>
          <p:nvPr/>
        </p:nvSpPr>
        <p:spPr>
          <a:xfrm>
            <a:off x="7857437" y="3651873"/>
            <a:ext cx="470000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199427067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>
            <a:extLst>
              <a:ext uri="{FF2B5EF4-FFF2-40B4-BE49-F238E27FC236}">
                <a16:creationId xmlns:a16="http://schemas.microsoft.com/office/drawing/2014/main" id="{35B67E92-D369-0C79-8D56-09108396AF5E}"/>
              </a:ext>
            </a:extLst>
          </p:cNvPr>
          <p:cNvSpPr/>
          <p:nvPr/>
        </p:nvSpPr>
        <p:spPr>
          <a:xfrm>
            <a:off x="611566" y="627534"/>
            <a:ext cx="3013535" cy="1944216"/>
          </a:xfrm>
          <a:prstGeom prst="ellipse">
            <a:avLst/>
          </a:prstGeom>
          <a:noFill/>
          <a:ln w="22225">
            <a:solidFill>
              <a:schemeClr val="tx1">
                <a:lumMod val="65000"/>
                <a:lumOff val="35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 dirty="0"/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2F4C749E-1FC0-BA7C-EA4D-D8895B9CEA70}"/>
              </a:ext>
            </a:extLst>
          </p:cNvPr>
          <p:cNvSpPr/>
          <p:nvPr/>
        </p:nvSpPr>
        <p:spPr>
          <a:xfrm>
            <a:off x="1691682" y="1203600"/>
            <a:ext cx="1618381" cy="1044116"/>
          </a:xfrm>
          <a:prstGeom prst="ellipse">
            <a:avLst/>
          </a:prstGeom>
          <a:solidFill>
            <a:srgbClr val="BA1C47">
              <a:alpha val="20162"/>
            </a:srgbClr>
          </a:solidFill>
          <a:ln w="22225">
            <a:solidFill>
              <a:schemeClr val="tx1">
                <a:lumMod val="65000"/>
                <a:lumOff val="35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2B47B71-8DFB-EF3B-22D7-A75B863CFF1C}"/>
              </a:ext>
            </a:extLst>
          </p:cNvPr>
          <p:cNvSpPr txBox="1"/>
          <p:nvPr/>
        </p:nvSpPr>
        <p:spPr>
          <a:xfrm>
            <a:off x="2324378" y="803491"/>
            <a:ext cx="369012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b="1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B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8759FAA-6048-36C4-A37F-A059F76F2EE1}"/>
              </a:ext>
            </a:extLst>
          </p:cNvPr>
          <p:cNvSpPr txBox="1"/>
          <p:nvPr/>
        </p:nvSpPr>
        <p:spPr>
          <a:xfrm>
            <a:off x="1811503" y="1525603"/>
            <a:ext cx="470000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10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5FEC108-6565-A99A-607B-143BA5406473}"/>
              </a:ext>
            </a:extLst>
          </p:cNvPr>
          <p:cNvSpPr txBox="1"/>
          <p:nvPr/>
        </p:nvSpPr>
        <p:spPr>
          <a:xfrm>
            <a:off x="2302268" y="1525603"/>
            <a:ext cx="470000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20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1505415-463F-E3AC-22DE-0EB0B1F5748F}"/>
              </a:ext>
            </a:extLst>
          </p:cNvPr>
          <p:cNvSpPr txBox="1"/>
          <p:nvPr/>
        </p:nvSpPr>
        <p:spPr>
          <a:xfrm>
            <a:off x="774392" y="1325548"/>
            <a:ext cx="470000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15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2319DFA-0D7E-0D4F-7398-5F27C007F19A}"/>
              </a:ext>
            </a:extLst>
          </p:cNvPr>
          <p:cNvSpPr txBox="1"/>
          <p:nvPr/>
        </p:nvSpPr>
        <p:spPr>
          <a:xfrm>
            <a:off x="2774914" y="1530540"/>
            <a:ext cx="470000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30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6977113-AACE-D118-5ADE-D502B1528321}"/>
              </a:ext>
            </a:extLst>
          </p:cNvPr>
          <p:cNvSpPr txBox="1"/>
          <p:nvPr/>
        </p:nvSpPr>
        <p:spPr>
          <a:xfrm>
            <a:off x="1304303" y="1003546"/>
            <a:ext cx="327334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5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D19EB05-7ABC-7446-D99B-D8DF6BAD10B5}"/>
              </a:ext>
            </a:extLst>
          </p:cNvPr>
          <p:cNvSpPr txBox="1"/>
          <p:nvPr/>
        </p:nvSpPr>
        <p:spPr>
          <a:xfrm>
            <a:off x="1125346" y="1779664"/>
            <a:ext cx="470000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25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F2DA93F-97EB-B7DB-66F8-2BB14AC2396F}"/>
              </a:ext>
            </a:extLst>
          </p:cNvPr>
          <p:cNvSpPr txBox="1"/>
          <p:nvPr/>
        </p:nvSpPr>
        <p:spPr>
          <a:xfrm>
            <a:off x="1631638" y="2101668"/>
            <a:ext cx="470000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35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BF58A3F-2D6C-3190-5F66-86BF30E71D99}"/>
              </a:ext>
            </a:extLst>
          </p:cNvPr>
          <p:cNvSpPr txBox="1"/>
          <p:nvPr/>
        </p:nvSpPr>
        <p:spPr>
          <a:xfrm>
            <a:off x="1948249" y="215084"/>
            <a:ext cx="344966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b="1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A</a:t>
            </a:r>
          </a:p>
        </p:txBody>
      </p:sp>
      <p:sp>
        <p:nvSpPr>
          <p:cNvPr id="4" name="Freeform 3">
            <a:extLst>
              <a:ext uri="{FF2B5EF4-FFF2-40B4-BE49-F238E27FC236}">
                <a16:creationId xmlns:a16="http://schemas.microsoft.com/office/drawing/2014/main" id="{6C8B3C84-0AAB-BA60-FD73-2B547771CA61}"/>
              </a:ext>
            </a:extLst>
          </p:cNvPr>
          <p:cNvSpPr/>
          <p:nvPr/>
        </p:nvSpPr>
        <p:spPr>
          <a:xfrm>
            <a:off x="1825434" y="3405795"/>
            <a:ext cx="936104" cy="1168613"/>
          </a:xfrm>
          <a:custGeom>
            <a:avLst/>
            <a:gdLst>
              <a:gd name="connsiteX0" fmla="*/ 487079 w 936104"/>
              <a:gd name="connsiteY0" fmla="*/ 0 h 1168614"/>
              <a:gd name="connsiteX1" fmla="*/ 609199 w 936104"/>
              <a:gd name="connsiteY1" fmla="*/ 65006 h 1168614"/>
              <a:gd name="connsiteX2" fmla="*/ 936104 w 936104"/>
              <a:gd name="connsiteY2" fmla="*/ 574179 h 1168614"/>
              <a:gd name="connsiteX3" fmla="*/ 609199 w 936104"/>
              <a:gd name="connsiteY3" fmla="*/ 1083352 h 1168614"/>
              <a:gd name="connsiteX4" fmla="*/ 449026 w 936104"/>
              <a:gd name="connsiteY4" fmla="*/ 1168614 h 1168614"/>
              <a:gd name="connsiteX5" fmla="*/ 326905 w 936104"/>
              <a:gd name="connsiteY5" fmla="*/ 1103608 h 1168614"/>
              <a:gd name="connsiteX6" fmla="*/ 0 w 936104"/>
              <a:gd name="connsiteY6" fmla="*/ 594435 h 1168614"/>
              <a:gd name="connsiteX7" fmla="*/ 326905 w 936104"/>
              <a:gd name="connsiteY7" fmla="*/ 85262 h 1168614"/>
              <a:gd name="connsiteX8" fmla="*/ 487079 w 936104"/>
              <a:gd name="connsiteY8" fmla="*/ 0 h 11686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936104" h="1168614">
                <a:moveTo>
                  <a:pt x="487079" y="0"/>
                </a:moveTo>
                <a:lnTo>
                  <a:pt x="609199" y="65006"/>
                </a:lnTo>
                <a:cubicBezTo>
                  <a:pt x="811178" y="195315"/>
                  <a:pt x="936104" y="375335"/>
                  <a:pt x="936104" y="574179"/>
                </a:cubicBezTo>
                <a:cubicBezTo>
                  <a:pt x="936104" y="773024"/>
                  <a:pt x="811178" y="953044"/>
                  <a:pt x="609199" y="1083352"/>
                </a:cubicBezTo>
                <a:lnTo>
                  <a:pt x="449026" y="1168614"/>
                </a:lnTo>
                <a:lnTo>
                  <a:pt x="326905" y="1103608"/>
                </a:lnTo>
                <a:cubicBezTo>
                  <a:pt x="124927" y="973300"/>
                  <a:pt x="0" y="793280"/>
                  <a:pt x="0" y="594435"/>
                </a:cubicBezTo>
                <a:cubicBezTo>
                  <a:pt x="0" y="395591"/>
                  <a:pt x="124927" y="215571"/>
                  <a:pt x="326905" y="85262"/>
                </a:cubicBezTo>
                <a:lnTo>
                  <a:pt x="487079" y="0"/>
                </a:lnTo>
                <a:close/>
              </a:path>
            </a:pathLst>
          </a:custGeom>
          <a:noFill/>
          <a:ln w="22225">
            <a:solidFill>
              <a:schemeClr val="tx1">
                <a:lumMod val="65000"/>
                <a:lumOff val="35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 sz="1799" dirty="0"/>
          </a:p>
        </p:txBody>
      </p:sp>
      <p:sp>
        <p:nvSpPr>
          <p:cNvPr id="12" name="Freeform 11">
            <a:extLst>
              <a:ext uri="{FF2B5EF4-FFF2-40B4-BE49-F238E27FC236}">
                <a16:creationId xmlns:a16="http://schemas.microsoft.com/office/drawing/2014/main" id="{7D4C2FAF-84F2-8B39-56A9-0417958659C4}"/>
              </a:ext>
            </a:extLst>
          </p:cNvPr>
          <p:cNvSpPr/>
          <p:nvPr/>
        </p:nvSpPr>
        <p:spPr>
          <a:xfrm>
            <a:off x="529293" y="3259892"/>
            <a:ext cx="1783224" cy="1440161"/>
          </a:xfrm>
          <a:custGeom>
            <a:avLst/>
            <a:gdLst>
              <a:gd name="connsiteX0" fmla="*/ 1116124 w 1783223"/>
              <a:gd name="connsiteY0" fmla="*/ 0 h 1440160"/>
              <a:gd name="connsiteX1" fmla="*/ 1740159 w 1783223"/>
              <a:gd name="connsiteY1" fmla="*/ 122978 h 1440160"/>
              <a:gd name="connsiteX2" fmla="*/ 1783223 w 1783223"/>
              <a:gd name="connsiteY2" fmla="*/ 145901 h 1440160"/>
              <a:gd name="connsiteX3" fmla="*/ 1623049 w 1783223"/>
              <a:gd name="connsiteY3" fmla="*/ 231163 h 1440160"/>
              <a:gd name="connsiteX4" fmla="*/ 1296144 w 1783223"/>
              <a:gd name="connsiteY4" fmla="*/ 740336 h 1440160"/>
              <a:gd name="connsiteX5" fmla="*/ 1623049 w 1783223"/>
              <a:gd name="connsiteY5" fmla="*/ 1249509 h 1440160"/>
              <a:gd name="connsiteX6" fmla="*/ 1745170 w 1783223"/>
              <a:gd name="connsiteY6" fmla="*/ 1314515 h 1440160"/>
              <a:gd name="connsiteX7" fmla="*/ 1740159 w 1783223"/>
              <a:gd name="connsiteY7" fmla="*/ 1317182 h 1440160"/>
              <a:gd name="connsiteX8" fmla="*/ 1116124 w 1783223"/>
              <a:gd name="connsiteY8" fmla="*/ 1440160 h 1440160"/>
              <a:gd name="connsiteX9" fmla="*/ 0 w 1783223"/>
              <a:gd name="connsiteY9" fmla="*/ 720080 h 1440160"/>
              <a:gd name="connsiteX10" fmla="*/ 1116124 w 1783223"/>
              <a:gd name="connsiteY10" fmla="*/ 0 h 1440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783223" h="1440160">
                <a:moveTo>
                  <a:pt x="1116124" y="0"/>
                </a:moveTo>
                <a:cubicBezTo>
                  <a:pt x="1347281" y="0"/>
                  <a:pt x="1562025" y="45336"/>
                  <a:pt x="1740159" y="122978"/>
                </a:cubicBezTo>
                <a:lnTo>
                  <a:pt x="1783223" y="145901"/>
                </a:lnTo>
                <a:lnTo>
                  <a:pt x="1623049" y="231163"/>
                </a:lnTo>
                <a:cubicBezTo>
                  <a:pt x="1421071" y="361472"/>
                  <a:pt x="1296144" y="541492"/>
                  <a:pt x="1296144" y="740336"/>
                </a:cubicBezTo>
                <a:cubicBezTo>
                  <a:pt x="1296144" y="939181"/>
                  <a:pt x="1421071" y="1119201"/>
                  <a:pt x="1623049" y="1249509"/>
                </a:cubicBezTo>
                <a:lnTo>
                  <a:pt x="1745170" y="1314515"/>
                </a:lnTo>
                <a:lnTo>
                  <a:pt x="1740159" y="1317182"/>
                </a:lnTo>
                <a:cubicBezTo>
                  <a:pt x="1562025" y="1394824"/>
                  <a:pt x="1347281" y="1440160"/>
                  <a:pt x="1116124" y="1440160"/>
                </a:cubicBezTo>
                <a:cubicBezTo>
                  <a:pt x="499706" y="1440160"/>
                  <a:pt x="0" y="1117769"/>
                  <a:pt x="0" y="720080"/>
                </a:cubicBezTo>
                <a:cubicBezTo>
                  <a:pt x="0" y="322391"/>
                  <a:pt x="499706" y="0"/>
                  <a:pt x="1116124" y="0"/>
                </a:cubicBezTo>
                <a:close/>
              </a:path>
            </a:pathLst>
          </a:custGeom>
          <a:noFill/>
          <a:ln w="22225">
            <a:solidFill>
              <a:schemeClr val="tx1">
                <a:lumMod val="65000"/>
                <a:lumOff val="35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 sz="1799" dirty="0"/>
          </a:p>
        </p:txBody>
      </p:sp>
      <p:sp>
        <p:nvSpPr>
          <p:cNvPr id="15" name="Freeform 14">
            <a:extLst>
              <a:ext uri="{FF2B5EF4-FFF2-40B4-BE49-F238E27FC236}">
                <a16:creationId xmlns:a16="http://schemas.microsoft.com/office/drawing/2014/main" id="{9A2F9740-2C0F-584B-301E-4C025C3607A7}"/>
              </a:ext>
            </a:extLst>
          </p:cNvPr>
          <p:cNvSpPr/>
          <p:nvPr/>
        </p:nvSpPr>
        <p:spPr>
          <a:xfrm>
            <a:off x="2274459" y="3280149"/>
            <a:ext cx="1783222" cy="1440161"/>
          </a:xfrm>
          <a:custGeom>
            <a:avLst/>
            <a:gdLst>
              <a:gd name="connsiteX0" fmla="*/ 667098 w 1783222"/>
              <a:gd name="connsiteY0" fmla="*/ 0 h 1440160"/>
              <a:gd name="connsiteX1" fmla="*/ 1783222 w 1783222"/>
              <a:gd name="connsiteY1" fmla="*/ 720080 h 1440160"/>
              <a:gd name="connsiteX2" fmla="*/ 667098 w 1783222"/>
              <a:gd name="connsiteY2" fmla="*/ 1440160 h 1440160"/>
              <a:gd name="connsiteX3" fmla="*/ 43063 w 1783222"/>
              <a:gd name="connsiteY3" fmla="*/ 1317182 h 1440160"/>
              <a:gd name="connsiteX4" fmla="*/ 0 w 1783222"/>
              <a:gd name="connsiteY4" fmla="*/ 1294259 h 1440160"/>
              <a:gd name="connsiteX5" fmla="*/ 160173 w 1783222"/>
              <a:gd name="connsiteY5" fmla="*/ 1208997 h 1440160"/>
              <a:gd name="connsiteX6" fmla="*/ 487078 w 1783222"/>
              <a:gd name="connsiteY6" fmla="*/ 699824 h 1440160"/>
              <a:gd name="connsiteX7" fmla="*/ 160173 w 1783222"/>
              <a:gd name="connsiteY7" fmla="*/ 190651 h 1440160"/>
              <a:gd name="connsiteX8" fmla="*/ 38053 w 1783222"/>
              <a:gd name="connsiteY8" fmla="*/ 125645 h 1440160"/>
              <a:gd name="connsiteX9" fmla="*/ 43063 w 1783222"/>
              <a:gd name="connsiteY9" fmla="*/ 122978 h 1440160"/>
              <a:gd name="connsiteX10" fmla="*/ 667098 w 1783222"/>
              <a:gd name="connsiteY10" fmla="*/ 0 h 1440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783222" h="1440160">
                <a:moveTo>
                  <a:pt x="667098" y="0"/>
                </a:moveTo>
                <a:cubicBezTo>
                  <a:pt x="1283516" y="0"/>
                  <a:pt x="1783222" y="322391"/>
                  <a:pt x="1783222" y="720080"/>
                </a:cubicBezTo>
                <a:cubicBezTo>
                  <a:pt x="1783222" y="1117769"/>
                  <a:pt x="1283516" y="1440160"/>
                  <a:pt x="667098" y="1440160"/>
                </a:cubicBezTo>
                <a:cubicBezTo>
                  <a:pt x="435941" y="1440160"/>
                  <a:pt x="221197" y="1394824"/>
                  <a:pt x="43063" y="1317182"/>
                </a:cubicBezTo>
                <a:lnTo>
                  <a:pt x="0" y="1294259"/>
                </a:lnTo>
                <a:lnTo>
                  <a:pt x="160173" y="1208997"/>
                </a:lnTo>
                <a:cubicBezTo>
                  <a:pt x="362152" y="1078689"/>
                  <a:pt x="487078" y="898669"/>
                  <a:pt x="487078" y="699824"/>
                </a:cubicBezTo>
                <a:cubicBezTo>
                  <a:pt x="487078" y="500980"/>
                  <a:pt x="362152" y="320960"/>
                  <a:pt x="160173" y="190651"/>
                </a:cubicBezTo>
                <a:lnTo>
                  <a:pt x="38053" y="125645"/>
                </a:lnTo>
                <a:lnTo>
                  <a:pt x="43063" y="122978"/>
                </a:lnTo>
                <a:cubicBezTo>
                  <a:pt x="221197" y="45336"/>
                  <a:pt x="435941" y="0"/>
                  <a:pt x="667098" y="0"/>
                </a:cubicBezTo>
                <a:close/>
              </a:path>
            </a:pathLst>
          </a:custGeom>
          <a:noFill/>
          <a:ln w="22225">
            <a:solidFill>
              <a:schemeClr val="tx1">
                <a:lumMod val="65000"/>
                <a:lumOff val="35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 sz="1799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107224B-65F0-9187-D537-0D37FDD1F51A}"/>
              </a:ext>
            </a:extLst>
          </p:cNvPr>
          <p:cNvSpPr txBox="1"/>
          <p:nvPr/>
        </p:nvSpPr>
        <p:spPr>
          <a:xfrm>
            <a:off x="1473198" y="2857055"/>
            <a:ext cx="369012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b="1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A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843FE91-4884-B49D-F382-8CD532B42A3F}"/>
              </a:ext>
            </a:extLst>
          </p:cNvPr>
          <p:cNvSpPr txBox="1"/>
          <p:nvPr/>
        </p:nvSpPr>
        <p:spPr>
          <a:xfrm>
            <a:off x="2765065" y="2857055"/>
            <a:ext cx="369012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b="1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B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FA5BDC2-907F-00E6-849A-ABABA009060B}"/>
              </a:ext>
            </a:extLst>
          </p:cNvPr>
          <p:cNvSpPr txBox="1"/>
          <p:nvPr/>
        </p:nvSpPr>
        <p:spPr>
          <a:xfrm>
            <a:off x="850026" y="3651872"/>
            <a:ext cx="327334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2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4EE678A-E51A-1CDF-C838-7B61760F68F2}"/>
              </a:ext>
            </a:extLst>
          </p:cNvPr>
          <p:cNvSpPr txBox="1"/>
          <p:nvPr/>
        </p:nvSpPr>
        <p:spPr>
          <a:xfrm>
            <a:off x="2139204" y="3575721"/>
            <a:ext cx="327334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4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932549C-A47E-06C2-1EE3-47728B13D8E1}"/>
              </a:ext>
            </a:extLst>
          </p:cNvPr>
          <p:cNvSpPr txBox="1"/>
          <p:nvPr/>
        </p:nvSpPr>
        <p:spPr>
          <a:xfrm>
            <a:off x="1296966" y="4110018"/>
            <a:ext cx="327334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14BF1FB-9982-CB49-A3CF-31EA6531E72E}"/>
              </a:ext>
            </a:extLst>
          </p:cNvPr>
          <p:cNvSpPr txBox="1"/>
          <p:nvPr/>
        </p:nvSpPr>
        <p:spPr>
          <a:xfrm>
            <a:off x="2139204" y="3990271"/>
            <a:ext cx="327334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8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C0A9823-C1E7-6EAE-32A6-B16BBE1078AB}"/>
              </a:ext>
            </a:extLst>
          </p:cNvPr>
          <p:cNvSpPr txBox="1"/>
          <p:nvPr/>
        </p:nvSpPr>
        <p:spPr>
          <a:xfrm>
            <a:off x="1420310" y="3417094"/>
            <a:ext cx="470000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10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76E6420-4B7B-46E5-B16C-98D4AE62DD54}"/>
              </a:ext>
            </a:extLst>
          </p:cNvPr>
          <p:cNvSpPr txBox="1"/>
          <p:nvPr/>
        </p:nvSpPr>
        <p:spPr>
          <a:xfrm>
            <a:off x="2781727" y="3417094"/>
            <a:ext cx="470000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12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63553A3-0E02-1078-DECE-D310EF26FD4F}"/>
              </a:ext>
            </a:extLst>
          </p:cNvPr>
          <p:cNvSpPr txBox="1"/>
          <p:nvPr/>
        </p:nvSpPr>
        <p:spPr>
          <a:xfrm>
            <a:off x="2879611" y="4110018"/>
            <a:ext cx="470000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16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7827417-A719-4665-ECE4-977B97F13D8B}"/>
              </a:ext>
            </a:extLst>
          </p:cNvPr>
          <p:cNvSpPr txBox="1"/>
          <p:nvPr/>
        </p:nvSpPr>
        <p:spPr>
          <a:xfrm>
            <a:off x="3382676" y="3651873"/>
            <a:ext cx="470000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20</a:t>
            </a: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10B09CA5-8ABE-5FA9-E633-3ACC06BBCF46}"/>
              </a:ext>
            </a:extLst>
          </p:cNvPr>
          <p:cNvSpPr/>
          <p:nvPr/>
        </p:nvSpPr>
        <p:spPr>
          <a:xfrm>
            <a:off x="4720430" y="3069966"/>
            <a:ext cx="1082422" cy="1440161"/>
          </a:xfrm>
          <a:prstGeom prst="ellipse">
            <a:avLst/>
          </a:prstGeom>
          <a:noFill/>
          <a:ln w="22225">
            <a:solidFill>
              <a:schemeClr val="tx1">
                <a:lumMod val="65000"/>
                <a:lumOff val="35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ADC7F8B-46A1-757E-0B3B-35BD1DAA178E}"/>
              </a:ext>
            </a:extLst>
          </p:cNvPr>
          <p:cNvSpPr txBox="1"/>
          <p:nvPr/>
        </p:nvSpPr>
        <p:spPr>
          <a:xfrm>
            <a:off x="5079162" y="3265878"/>
            <a:ext cx="381000" cy="3999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1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FE63E621-D2E4-1659-7D70-F28EE8304128}"/>
              </a:ext>
            </a:extLst>
          </p:cNvPr>
          <p:cNvSpPr txBox="1"/>
          <p:nvPr/>
        </p:nvSpPr>
        <p:spPr>
          <a:xfrm>
            <a:off x="4841187" y="3742362"/>
            <a:ext cx="381000" cy="3999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2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F7DC3FEC-27EB-5553-CF8F-A85A3EDFA788}"/>
              </a:ext>
            </a:extLst>
          </p:cNvPr>
          <p:cNvSpPr txBox="1"/>
          <p:nvPr/>
        </p:nvSpPr>
        <p:spPr>
          <a:xfrm>
            <a:off x="5321440" y="3742469"/>
            <a:ext cx="381000" cy="3999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3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E45B8683-734D-A3E1-AFD6-A654EB95D68A}"/>
              </a:ext>
            </a:extLst>
          </p:cNvPr>
          <p:cNvSpPr txBox="1"/>
          <p:nvPr/>
        </p:nvSpPr>
        <p:spPr>
          <a:xfrm>
            <a:off x="6189392" y="3338311"/>
            <a:ext cx="381000" cy="3999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1999" dirty="0" err="1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合</a:t>
            </a:r>
            <a:endParaRPr lang="en-JP" sz="1999" dirty="0">
              <a:solidFill>
                <a:srgbClr val="2B3348"/>
              </a:solidFill>
              <a:latin typeface="Arial" panose="020B0604020202020204" pitchFamily="34" charset="0"/>
              <a:ea typeface="Noto Sans CJK JP Regular" panose="020B0500000000000000" pitchFamily="34" charset="-128"/>
              <a:cs typeface="Arial" panose="020B0604020202020204" pitchFamily="34" charset="0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44F51798-BF36-B487-7EC2-4DF3C27CB80A}"/>
              </a:ext>
            </a:extLst>
          </p:cNvPr>
          <p:cNvSpPr txBox="1"/>
          <p:nvPr/>
        </p:nvSpPr>
        <p:spPr>
          <a:xfrm>
            <a:off x="6189392" y="3804489"/>
            <a:ext cx="381000" cy="3999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1999" dirty="0" err="1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否</a:t>
            </a:r>
            <a:endParaRPr lang="en-JP" sz="1999" dirty="0">
              <a:solidFill>
                <a:srgbClr val="2B3348"/>
              </a:solidFill>
              <a:latin typeface="Arial" panose="020B0604020202020204" pitchFamily="34" charset="0"/>
              <a:ea typeface="Noto Sans CJK JP Regular" panose="020B0500000000000000" pitchFamily="34" charset="-128"/>
              <a:cs typeface="Arial" panose="020B0604020202020204" pitchFamily="34" charset="0"/>
            </a:endParaRPr>
          </a:p>
        </p:txBody>
      </p:sp>
      <p:sp>
        <p:nvSpPr>
          <p:cNvPr id="36" name="Oval 35">
            <a:extLst>
              <a:ext uri="{FF2B5EF4-FFF2-40B4-BE49-F238E27FC236}">
                <a16:creationId xmlns:a16="http://schemas.microsoft.com/office/drawing/2014/main" id="{59FE1CAB-37E6-8C6E-056B-179327104448}"/>
              </a:ext>
            </a:extLst>
          </p:cNvPr>
          <p:cNvSpPr/>
          <p:nvPr/>
        </p:nvSpPr>
        <p:spPr>
          <a:xfrm>
            <a:off x="7382413" y="2923863"/>
            <a:ext cx="1655803" cy="1676775"/>
          </a:xfrm>
          <a:prstGeom prst="ellipse">
            <a:avLst/>
          </a:prstGeom>
          <a:solidFill>
            <a:srgbClr val="BA1C47">
              <a:alpha val="20030"/>
            </a:srgbClr>
          </a:solidFill>
          <a:ln w="22225">
            <a:solidFill>
              <a:schemeClr val="tx1">
                <a:lumMod val="65000"/>
                <a:lumOff val="35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 dirty="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EDBB86B1-0325-CC6A-96C5-5ED686D99AE4}"/>
              </a:ext>
            </a:extLst>
          </p:cNvPr>
          <p:cNvSpPr txBox="1"/>
          <p:nvPr/>
        </p:nvSpPr>
        <p:spPr>
          <a:xfrm>
            <a:off x="7484342" y="3282499"/>
            <a:ext cx="816249" cy="3692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(1, 合)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3CF1273E-C6D2-313C-85BD-F2359B8782C3}"/>
              </a:ext>
            </a:extLst>
          </p:cNvPr>
          <p:cNvSpPr txBox="1"/>
          <p:nvPr/>
        </p:nvSpPr>
        <p:spPr>
          <a:xfrm>
            <a:off x="8188195" y="3282498"/>
            <a:ext cx="816249" cy="3692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(1, 否)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CE080E10-1806-B826-58E6-56389CF3F615}"/>
              </a:ext>
            </a:extLst>
          </p:cNvPr>
          <p:cNvSpPr txBox="1"/>
          <p:nvPr/>
        </p:nvSpPr>
        <p:spPr>
          <a:xfrm>
            <a:off x="7484342" y="3583664"/>
            <a:ext cx="816249" cy="3692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(2, 合)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9C137585-4FB8-B8FF-480D-D68C7110B8E4}"/>
              </a:ext>
            </a:extLst>
          </p:cNvPr>
          <p:cNvSpPr txBox="1"/>
          <p:nvPr/>
        </p:nvSpPr>
        <p:spPr>
          <a:xfrm>
            <a:off x="8188194" y="3583663"/>
            <a:ext cx="816249" cy="3692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(2, 否)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F06F966E-A072-660F-840B-BE4A6DB1F600}"/>
              </a:ext>
            </a:extLst>
          </p:cNvPr>
          <p:cNvSpPr txBox="1"/>
          <p:nvPr/>
        </p:nvSpPr>
        <p:spPr>
          <a:xfrm>
            <a:off x="7484341" y="3888176"/>
            <a:ext cx="816249" cy="3692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(3, 合)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199C7897-A180-1687-9BAB-A47C34C39BC8}"/>
              </a:ext>
            </a:extLst>
          </p:cNvPr>
          <p:cNvSpPr txBox="1"/>
          <p:nvPr/>
        </p:nvSpPr>
        <p:spPr>
          <a:xfrm>
            <a:off x="8188194" y="3890848"/>
            <a:ext cx="816249" cy="3692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(3, 否)</a:t>
            </a:r>
          </a:p>
        </p:txBody>
      </p:sp>
      <p:sp>
        <p:nvSpPr>
          <p:cNvPr id="47" name="Oval 46">
            <a:extLst>
              <a:ext uri="{FF2B5EF4-FFF2-40B4-BE49-F238E27FC236}">
                <a16:creationId xmlns:a16="http://schemas.microsoft.com/office/drawing/2014/main" id="{2C29F362-F2C8-E50D-031C-92185F619ACB}"/>
              </a:ext>
            </a:extLst>
          </p:cNvPr>
          <p:cNvSpPr/>
          <p:nvPr/>
        </p:nvSpPr>
        <p:spPr>
          <a:xfrm>
            <a:off x="5871287" y="3069966"/>
            <a:ext cx="1082422" cy="1440161"/>
          </a:xfrm>
          <a:prstGeom prst="ellipse">
            <a:avLst/>
          </a:prstGeom>
          <a:noFill/>
          <a:ln w="22225">
            <a:solidFill>
              <a:schemeClr val="tx1">
                <a:lumMod val="65000"/>
                <a:lumOff val="35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 dirty="0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BA0D33FC-5038-418B-7739-A96F4DED8C85}"/>
              </a:ext>
            </a:extLst>
          </p:cNvPr>
          <p:cNvSpPr txBox="1"/>
          <p:nvPr/>
        </p:nvSpPr>
        <p:spPr>
          <a:xfrm>
            <a:off x="5067484" y="2685705"/>
            <a:ext cx="369012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b="1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A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E64493A7-6DFD-FF10-0686-EDAB27726BE3}"/>
              </a:ext>
            </a:extLst>
          </p:cNvPr>
          <p:cNvSpPr txBox="1"/>
          <p:nvPr/>
        </p:nvSpPr>
        <p:spPr>
          <a:xfrm>
            <a:off x="6256953" y="2685705"/>
            <a:ext cx="369012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b="1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B</a:t>
            </a:r>
          </a:p>
        </p:txBody>
      </p:sp>
      <p:cxnSp>
        <p:nvCxnSpPr>
          <p:cNvPr id="51" name="直線矢印コネクタ 37">
            <a:extLst>
              <a:ext uri="{FF2B5EF4-FFF2-40B4-BE49-F238E27FC236}">
                <a16:creationId xmlns:a16="http://schemas.microsoft.com/office/drawing/2014/main" id="{9CD2E9D5-B85F-93C4-3445-F15E2E85AFC3}"/>
              </a:ext>
            </a:extLst>
          </p:cNvPr>
          <p:cNvCxnSpPr>
            <a:cxnSpLocks/>
          </p:cNvCxnSpPr>
          <p:nvPr/>
        </p:nvCxnSpPr>
        <p:spPr>
          <a:xfrm>
            <a:off x="6978428" y="3711921"/>
            <a:ext cx="385667" cy="0"/>
          </a:xfrm>
          <a:prstGeom prst="straightConnector1">
            <a:avLst/>
          </a:prstGeom>
          <a:ln w="47625">
            <a:solidFill>
              <a:srgbClr val="BA1C47"/>
            </a:solidFill>
            <a:prstDash val="solid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3574051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>
            <a:extLst>
              <a:ext uri="{FF2B5EF4-FFF2-40B4-BE49-F238E27FC236}">
                <a16:creationId xmlns:a16="http://schemas.microsoft.com/office/drawing/2014/main" id="{35B67E92-D369-0C79-8D56-09108396AF5E}"/>
              </a:ext>
            </a:extLst>
          </p:cNvPr>
          <p:cNvSpPr/>
          <p:nvPr/>
        </p:nvSpPr>
        <p:spPr>
          <a:xfrm>
            <a:off x="732788" y="1131593"/>
            <a:ext cx="3013535" cy="3456383"/>
          </a:xfrm>
          <a:prstGeom prst="ellipse">
            <a:avLst/>
          </a:prstGeom>
          <a:solidFill>
            <a:schemeClr val="bg1">
              <a:lumMod val="50000"/>
              <a:alpha val="22898"/>
            </a:schemeClr>
          </a:solidFill>
          <a:ln w="222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 dirty="0"/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2F4C749E-1FC0-BA7C-EA4D-D8895B9CEA70}"/>
              </a:ext>
            </a:extLst>
          </p:cNvPr>
          <p:cNvSpPr/>
          <p:nvPr/>
        </p:nvSpPr>
        <p:spPr>
          <a:xfrm>
            <a:off x="5835343" y="2355731"/>
            <a:ext cx="1618381" cy="1800199"/>
          </a:xfrm>
          <a:prstGeom prst="ellipse">
            <a:avLst/>
          </a:prstGeom>
          <a:solidFill>
            <a:srgbClr val="BA1C47">
              <a:alpha val="20162"/>
            </a:srgbClr>
          </a:solidFill>
          <a:ln w="222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AA5CCC3-892D-CC27-D616-6743252CC9A2}"/>
              </a:ext>
            </a:extLst>
          </p:cNvPr>
          <p:cNvSpPr txBox="1"/>
          <p:nvPr/>
        </p:nvSpPr>
        <p:spPr>
          <a:xfrm>
            <a:off x="1622772" y="694463"/>
            <a:ext cx="1168910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JP" sz="19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定義域 </a:t>
            </a:r>
            <a:r>
              <a:rPr lang="en-JP" sz="1999" i="1" dirty="0">
                <a:solidFill>
                  <a:srgbClr val="2B3348"/>
                </a:solidFill>
                <a:latin typeface="Times New Roman" panose="02020603050405020304" pitchFamily="18" charset="0"/>
                <a:ea typeface="Noto Sans CJK JP Regular" panose="020B0500000000000000" pitchFamily="34" charset="-128"/>
                <a:cs typeface="Times New Roman" panose="02020603050405020304" pitchFamily="18" charset="0"/>
              </a:rPr>
              <a:t>X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C2D07E05-D59C-4B7B-AEA8-393A739DB87B}"/>
              </a:ext>
            </a:extLst>
          </p:cNvPr>
          <p:cNvSpPr/>
          <p:nvPr/>
        </p:nvSpPr>
        <p:spPr>
          <a:xfrm>
            <a:off x="5148070" y="1131594"/>
            <a:ext cx="3013535" cy="3456383"/>
          </a:xfrm>
          <a:prstGeom prst="ellipse">
            <a:avLst/>
          </a:prstGeom>
          <a:noFill/>
          <a:ln w="22225">
            <a:solidFill>
              <a:schemeClr val="tx1">
                <a:lumMod val="65000"/>
                <a:lumOff val="35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D0A7D7D-4697-A419-104C-2198F5D41BBA}"/>
              </a:ext>
            </a:extLst>
          </p:cNvPr>
          <p:cNvSpPr txBox="1"/>
          <p:nvPr/>
        </p:nvSpPr>
        <p:spPr>
          <a:xfrm>
            <a:off x="6229812" y="694463"/>
            <a:ext cx="902811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終域</a:t>
            </a:r>
            <a:r>
              <a:rPr lang="en-JP" sz="1999" b="1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 </a:t>
            </a:r>
            <a:r>
              <a:rPr lang="en-JP" sz="1999" i="1" dirty="0">
                <a:solidFill>
                  <a:srgbClr val="2B3348"/>
                </a:solidFill>
                <a:latin typeface="Times New Roman" panose="02020603050405020304" pitchFamily="18" charset="0"/>
                <a:ea typeface="Noto Sans CJK JP Regular" panose="020B0500000000000000" pitchFamily="34" charset="-128"/>
                <a:cs typeface="Times New Roman" panose="02020603050405020304" pitchFamily="18" charset="0"/>
              </a:rPr>
              <a:t>Y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5E0A338-ED49-648B-850B-1EF437D65098}"/>
              </a:ext>
            </a:extLst>
          </p:cNvPr>
          <p:cNvSpPr txBox="1"/>
          <p:nvPr/>
        </p:nvSpPr>
        <p:spPr>
          <a:xfrm>
            <a:off x="1982391" y="1831424"/>
            <a:ext cx="33855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2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●</a:t>
            </a:r>
            <a:endParaRPr lang="en-JP" sz="1200" dirty="0" err="1">
              <a:solidFill>
                <a:srgbClr val="2B3348"/>
              </a:solidFill>
              <a:latin typeface="Noto Sans CJK JP Regular" panose="020B0500000000000000" pitchFamily="34" charset="-128"/>
              <a:ea typeface="Noto Sans CJK JP Regular" panose="020B0500000000000000" pitchFamily="34" charset="-128"/>
              <a:cs typeface="IPAPGothic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A0E74DC-B88E-CE5F-E5BE-63D59EE622EF}"/>
              </a:ext>
            </a:extLst>
          </p:cNvPr>
          <p:cNvSpPr txBox="1"/>
          <p:nvPr/>
        </p:nvSpPr>
        <p:spPr>
          <a:xfrm>
            <a:off x="2429260" y="3313903"/>
            <a:ext cx="33855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2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●</a:t>
            </a:r>
            <a:endParaRPr lang="en-JP" sz="1200" dirty="0" err="1">
              <a:solidFill>
                <a:srgbClr val="2B3348"/>
              </a:solidFill>
              <a:latin typeface="Noto Sans CJK JP Regular" panose="020B0500000000000000" pitchFamily="34" charset="-128"/>
              <a:ea typeface="Noto Sans CJK JP Regular" panose="020B0500000000000000" pitchFamily="34" charset="-128"/>
              <a:cs typeface="IPAPGothic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6FC82B4-5CD4-A9CD-5845-7FE9C91EC886}"/>
              </a:ext>
            </a:extLst>
          </p:cNvPr>
          <p:cNvSpPr txBox="1"/>
          <p:nvPr/>
        </p:nvSpPr>
        <p:spPr>
          <a:xfrm>
            <a:off x="7065501" y="2017178"/>
            <a:ext cx="33855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2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●</a:t>
            </a:r>
            <a:endParaRPr lang="en-JP" sz="1200" dirty="0" err="1">
              <a:solidFill>
                <a:srgbClr val="2B3348"/>
              </a:solidFill>
              <a:latin typeface="Noto Sans CJK JP Regular" panose="020B0500000000000000" pitchFamily="34" charset="-128"/>
              <a:ea typeface="Noto Sans CJK JP Regular" panose="020B0500000000000000" pitchFamily="34" charset="-128"/>
              <a:cs typeface="IPAPGothic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B7D0DFC-6901-4544-12E5-26E00632F778}"/>
              </a:ext>
            </a:extLst>
          </p:cNvPr>
          <p:cNvSpPr txBox="1"/>
          <p:nvPr/>
        </p:nvSpPr>
        <p:spPr>
          <a:xfrm>
            <a:off x="7573543" y="2859789"/>
            <a:ext cx="33855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2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●</a:t>
            </a:r>
            <a:endParaRPr lang="en-JP" sz="1200" dirty="0" err="1">
              <a:solidFill>
                <a:srgbClr val="2B3348"/>
              </a:solidFill>
              <a:latin typeface="Noto Sans CJK JP Regular" panose="020B0500000000000000" pitchFamily="34" charset="-128"/>
              <a:ea typeface="Noto Sans CJK JP Regular" panose="020B0500000000000000" pitchFamily="34" charset="-128"/>
              <a:cs typeface="IPAPGothic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A65807C-0505-3C7A-B642-BFB30C2895DC}"/>
              </a:ext>
            </a:extLst>
          </p:cNvPr>
          <p:cNvSpPr txBox="1"/>
          <p:nvPr/>
        </p:nvSpPr>
        <p:spPr>
          <a:xfrm>
            <a:off x="6536845" y="2818907"/>
            <a:ext cx="33855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2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●</a:t>
            </a:r>
            <a:endParaRPr lang="en-JP" sz="1200" dirty="0" err="1">
              <a:solidFill>
                <a:srgbClr val="2B3348"/>
              </a:solidFill>
              <a:latin typeface="Noto Sans CJK JP Regular" panose="020B0500000000000000" pitchFamily="34" charset="-128"/>
              <a:ea typeface="Noto Sans CJK JP Regular" panose="020B0500000000000000" pitchFamily="34" charset="-128"/>
              <a:cs typeface="IPAPGothic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FE7014A-E2D0-26CD-4824-92B9AAB1ED30}"/>
              </a:ext>
            </a:extLst>
          </p:cNvPr>
          <p:cNvSpPr txBox="1"/>
          <p:nvPr/>
        </p:nvSpPr>
        <p:spPr>
          <a:xfrm>
            <a:off x="6195563" y="3120267"/>
            <a:ext cx="33855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2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●</a:t>
            </a:r>
            <a:endParaRPr lang="en-JP" sz="1200" dirty="0" err="1">
              <a:solidFill>
                <a:srgbClr val="2B3348"/>
              </a:solidFill>
              <a:latin typeface="Noto Sans CJK JP Regular" panose="020B0500000000000000" pitchFamily="34" charset="-128"/>
              <a:ea typeface="Noto Sans CJK JP Regular" panose="020B0500000000000000" pitchFamily="34" charset="-128"/>
              <a:cs typeface="IPAPGothic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0000854-2EF3-AC57-6BCE-56AC2925D6AB}"/>
              </a:ext>
            </a:extLst>
          </p:cNvPr>
          <p:cNvSpPr txBox="1"/>
          <p:nvPr/>
        </p:nvSpPr>
        <p:spPr>
          <a:xfrm>
            <a:off x="6572866" y="3610096"/>
            <a:ext cx="33855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2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●</a:t>
            </a:r>
            <a:endParaRPr lang="en-JP" sz="1200" dirty="0" err="1">
              <a:solidFill>
                <a:srgbClr val="2B3348"/>
              </a:solidFill>
              <a:latin typeface="Noto Sans CJK JP Regular" panose="020B0500000000000000" pitchFamily="34" charset="-128"/>
              <a:ea typeface="Noto Sans CJK JP Regular" panose="020B0500000000000000" pitchFamily="34" charset="-128"/>
              <a:cs typeface="IPAPGothic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623DB2A-1E64-4A87-58FB-91178EFE2A64}"/>
              </a:ext>
            </a:extLst>
          </p:cNvPr>
          <p:cNvSpPr txBox="1"/>
          <p:nvPr/>
        </p:nvSpPr>
        <p:spPr>
          <a:xfrm>
            <a:off x="1594171" y="2752574"/>
            <a:ext cx="33855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2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●</a:t>
            </a:r>
            <a:endParaRPr lang="en-JP" sz="1200" dirty="0" err="1">
              <a:solidFill>
                <a:srgbClr val="2B3348"/>
              </a:solidFill>
              <a:latin typeface="Noto Sans CJK JP Regular" panose="020B0500000000000000" pitchFamily="34" charset="-128"/>
              <a:ea typeface="Noto Sans CJK JP Regular" panose="020B0500000000000000" pitchFamily="34" charset="-128"/>
              <a:cs typeface="IPAPGothic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143AC57D-16EE-7772-2E7E-8D0B29B136B3}"/>
              </a:ext>
            </a:extLst>
          </p:cNvPr>
          <p:cNvSpPr txBox="1"/>
          <p:nvPr/>
        </p:nvSpPr>
        <p:spPr>
          <a:xfrm>
            <a:off x="1914109" y="3887094"/>
            <a:ext cx="33855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2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●</a:t>
            </a:r>
            <a:endParaRPr lang="en-JP" sz="1200" dirty="0" err="1">
              <a:solidFill>
                <a:srgbClr val="2B3348"/>
              </a:solidFill>
              <a:latin typeface="Noto Sans CJK JP Regular" panose="020B0500000000000000" pitchFamily="34" charset="-128"/>
              <a:ea typeface="Noto Sans CJK JP Regular" panose="020B0500000000000000" pitchFamily="34" charset="-128"/>
              <a:cs typeface="IPAPGothic"/>
            </a:endParaRPr>
          </a:p>
        </p:txBody>
      </p:sp>
      <p:cxnSp>
        <p:nvCxnSpPr>
          <p:cNvPr id="27" name="Curved Connector 26">
            <a:extLst>
              <a:ext uri="{FF2B5EF4-FFF2-40B4-BE49-F238E27FC236}">
                <a16:creationId xmlns:a16="http://schemas.microsoft.com/office/drawing/2014/main" id="{CADF1265-0389-4A0A-22E3-3895C95F768A}"/>
              </a:ext>
            </a:extLst>
          </p:cNvPr>
          <p:cNvCxnSpPr>
            <a:cxnSpLocks/>
          </p:cNvCxnSpPr>
          <p:nvPr/>
        </p:nvCxnSpPr>
        <p:spPr>
          <a:xfrm flipV="1">
            <a:off x="2235430" y="3812436"/>
            <a:ext cx="4354679" cy="195418"/>
          </a:xfrm>
          <a:prstGeom prst="curvedConnector2">
            <a:avLst/>
          </a:prstGeom>
          <a:ln w="22225">
            <a:solidFill>
              <a:srgbClr val="2B3348"/>
            </a:solidFill>
            <a:tailEnd type="arrow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F0A03B64-28DB-46F6-CF1A-B69984D7AC70}"/>
              </a:ext>
            </a:extLst>
          </p:cNvPr>
          <p:cNvCxnSpPr>
            <a:cxnSpLocks/>
          </p:cNvCxnSpPr>
          <p:nvPr/>
        </p:nvCxnSpPr>
        <p:spPr>
          <a:xfrm>
            <a:off x="2767819" y="3452402"/>
            <a:ext cx="3805051" cy="296193"/>
          </a:xfrm>
          <a:prstGeom prst="straightConnector1">
            <a:avLst/>
          </a:prstGeom>
          <a:ln w="22225">
            <a:solidFill>
              <a:srgbClr val="2B3348"/>
            </a:solidFill>
            <a:tailEnd type="arrow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16257506-1231-36F0-13EA-92920066076E}"/>
              </a:ext>
            </a:extLst>
          </p:cNvPr>
          <p:cNvCxnSpPr>
            <a:cxnSpLocks/>
            <a:stCxn id="24" idx="3"/>
          </p:cNvCxnSpPr>
          <p:nvPr/>
        </p:nvCxnSpPr>
        <p:spPr>
          <a:xfrm>
            <a:off x="1932726" y="2891073"/>
            <a:ext cx="4297085" cy="360038"/>
          </a:xfrm>
          <a:prstGeom prst="straightConnector1">
            <a:avLst/>
          </a:prstGeom>
          <a:ln w="22225">
            <a:solidFill>
              <a:srgbClr val="2B3348"/>
            </a:solidFill>
            <a:tailEnd type="arrow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5D49403D-0D4B-4B20-F49B-12F07EF4C5F4}"/>
              </a:ext>
            </a:extLst>
          </p:cNvPr>
          <p:cNvCxnSpPr>
            <a:cxnSpLocks/>
            <a:stCxn id="17" idx="3"/>
            <a:endCxn id="21" idx="1"/>
          </p:cNvCxnSpPr>
          <p:nvPr/>
        </p:nvCxnSpPr>
        <p:spPr>
          <a:xfrm>
            <a:off x="2320945" y="1969924"/>
            <a:ext cx="4215900" cy="987483"/>
          </a:xfrm>
          <a:prstGeom prst="straightConnector1">
            <a:avLst/>
          </a:prstGeom>
          <a:ln w="22225">
            <a:solidFill>
              <a:srgbClr val="2B3348"/>
            </a:solidFill>
            <a:tailEnd type="arrow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5AE7DB53-831D-782B-1670-0AA2FB1C6C6B}"/>
              </a:ext>
            </a:extLst>
          </p:cNvPr>
          <p:cNvCxnSpPr>
            <a:cxnSpLocks/>
            <a:stCxn id="4" idx="3"/>
            <a:endCxn id="16" idx="1"/>
          </p:cNvCxnSpPr>
          <p:nvPr/>
        </p:nvCxnSpPr>
        <p:spPr>
          <a:xfrm>
            <a:off x="2791683" y="894453"/>
            <a:ext cx="3438129" cy="0"/>
          </a:xfrm>
          <a:prstGeom prst="straightConnector1">
            <a:avLst/>
          </a:prstGeom>
          <a:ln w="22225">
            <a:solidFill>
              <a:srgbClr val="2B3348"/>
            </a:solidFill>
            <a:tailEnd type="arrow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ABD35861-2814-5E53-E0E8-BA57BDEAB23F}"/>
              </a:ext>
            </a:extLst>
          </p:cNvPr>
          <p:cNvSpPr txBox="1"/>
          <p:nvPr/>
        </p:nvSpPr>
        <p:spPr>
          <a:xfrm>
            <a:off x="4097816" y="457389"/>
            <a:ext cx="825867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写像 </a:t>
            </a:r>
            <a:r>
              <a:rPr lang="en-JP" sz="1999" i="1" dirty="0">
                <a:solidFill>
                  <a:srgbClr val="2B3348"/>
                </a:solidFill>
                <a:latin typeface="Times New Roman" panose="02020603050405020304" pitchFamily="18" charset="0"/>
                <a:ea typeface="Noto Sans CJK JP Regular" panose="020B0500000000000000" pitchFamily="34" charset="-128"/>
                <a:cs typeface="Times New Roman" panose="02020603050405020304" pitchFamily="18" charset="0"/>
              </a:rPr>
              <a:t>f</a:t>
            </a:r>
          </a:p>
        </p:txBody>
      </p: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F0349883-404A-CD4E-9BBA-EC0BF7A261DD}"/>
              </a:ext>
            </a:extLst>
          </p:cNvPr>
          <p:cNvCxnSpPr>
            <a:cxnSpLocks/>
          </p:cNvCxnSpPr>
          <p:nvPr/>
        </p:nvCxnSpPr>
        <p:spPr>
          <a:xfrm flipH="1">
            <a:off x="2300992" y="1882713"/>
            <a:ext cx="39917" cy="174418"/>
          </a:xfrm>
          <a:prstGeom prst="straightConnector1">
            <a:avLst/>
          </a:prstGeom>
          <a:ln w="22225">
            <a:solidFill>
              <a:srgbClr val="2B3348"/>
            </a:solidFill>
            <a:tailEnd type="non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DF839FF4-A136-1E95-7BC8-6B3B05314FA7}"/>
              </a:ext>
            </a:extLst>
          </p:cNvPr>
          <p:cNvCxnSpPr>
            <a:cxnSpLocks/>
          </p:cNvCxnSpPr>
          <p:nvPr/>
        </p:nvCxnSpPr>
        <p:spPr>
          <a:xfrm flipH="1">
            <a:off x="1932728" y="2805124"/>
            <a:ext cx="18633" cy="190038"/>
          </a:xfrm>
          <a:prstGeom prst="straightConnector1">
            <a:avLst/>
          </a:prstGeom>
          <a:ln w="22225">
            <a:solidFill>
              <a:srgbClr val="2B3348"/>
            </a:solidFill>
            <a:tailEnd type="non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B21E4C8C-D8C2-559B-6D34-4DBDDF58132A}"/>
              </a:ext>
            </a:extLst>
          </p:cNvPr>
          <p:cNvCxnSpPr>
            <a:cxnSpLocks/>
          </p:cNvCxnSpPr>
          <p:nvPr/>
        </p:nvCxnSpPr>
        <p:spPr>
          <a:xfrm flipH="1">
            <a:off x="2767813" y="3347968"/>
            <a:ext cx="23868" cy="211313"/>
          </a:xfrm>
          <a:prstGeom prst="straightConnector1">
            <a:avLst/>
          </a:prstGeom>
          <a:ln w="22225">
            <a:solidFill>
              <a:srgbClr val="2B3348"/>
            </a:solidFill>
            <a:tailEnd type="non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12A634A2-8C8F-DC25-DAEF-FC1D80508543}"/>
              </a:ext>
            </a:extLst>
          </p:cNvPr>
          <p:cNvCxnSpPr>
            <a:cxnSpLocks/>
          </p:cNvCxnSpPr>
          <p:nvPr/>
        </p:nvCxnSpPr>
        <p:spPr>
          <a:xfrm flipV="1">
            <a:off x="2244215" y="3910150"/>
            <a:ext cx="0" cy="218057"/>
          </a:xfrm>
          <a:prstGeom prst="straightConnector1">
            <a:avLst/>
          </a:prstGeom>
          <a:ln w="22225">
            <a:solidFill>
              <a:srgbClr val="2B3348"/>
            </a:solidFill>
            <a:tailEnd type="non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Straight Arrow Connector 68">
            <a:extLst>
              <a:ext uri="{FF2B5EF4-FFF2-40B4-BE49-F238E27FC236}">
                <a16:creationId xmlns:a16="http://schemas.microsoft.com/office/drawing/2014/main" id="{45F26716-A582-F2FD-C809-A524D44D8AA7}"/>
              </a:ext>
            </a:extLst>
          </p:cNvPr>
          <p:cNvCxnSpPr>
            <a:cxnSpLocks/>
            <a:endCxn id="3" idx="0"/>
          </p:cNvCxnSpPr>
          <p:nvPr/>
        </p:nvCxnSpPr>
        <p:spPr>
          <a:xfrm>
            <a:off x="2652864" y="1219083"/>
            <a:ext cx="3991669" cy="1136644"/>
          </a:xfrm>
          <a:prstGeom prst="straightConnector1">
            <a:avLst/>
          </a:prstGeom>
          <a:ln w="22225">
            <a:solidFill>
              <a:srgbClr val="2B3348">
                <a:alpha val="40000"/>
              </a:srgbClr>
            </a:solidFill>
            <a:prstDash val="sysDash"/>
            <a:tailEnd type="non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Straight Arrow Connector 71">
            <a:extLst>
              <a:ext uri="{FF2B5EF4-FFF2-40B4-BE49-F238E27FC236}">
                <a16:creationId xmlns:a16="http://schemas.microsoft.com/office/drawing/2014/main" id="{BF53D498-32B4-D821-262B-5794B35DE41E}"/>
              </a:ext>
            </a:extLst>
          </p:cNvPr>
          <p:cNvCxnSpPr>
            <a:cxnSpLocks/>
            <a:stCxn id="2" idx="4"/>
            <a:endCxn id="3" idx="4"/>
          </p:cNvCxnSpPr>
          <p:nvPr/>
        </p:nvCxnSpPr>
        <p:spPr>
          <a:xfrm flipV="1">
            <a:off x="2239552" y="4155929"/>
            <a:ext cx="4404980" cy="432048"/>
          </a:xfrm>
          <a:prstGeom prst="straightConnector1">
            <a:avLst/>
          </a:prstGeom>
          <a:ln w="22225">
            <a:solidFill>
              <a:srgbClr val="2B3348">
                <a:alpha val="40000"/>
              </a:srgbClr>
            </a:solidFill>
            <a:prstDash val="sysDash"/>
            <a:tailEnd type="non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TextBox 76">
            <a:extLst>
              <a:ext uri="{FF2B5EF4-FFF2-40B4-BE49-F238E27FC236}">
                <a16:creationId xmlns:a16="http://schemas.microsoft.com/office/drawing/2014/main" id="{6A5A3834-E1E9-DDE5-0676-9EAE9825AF4E}"/>
              </a:ext>
            </a:extLst>
          </p:cNvPr>
          <p:cNvSpPr txBox="1"/>
          <p:nvPr/>
        </p:nvSpPr>
        <p:spPr>
          <a:xfrm>
            <a:off x="1989026" y="1497176"/>
            <a:ext cx="298480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i="1" dirty="0">
                <a:solidFill>
                  <a:srgbClr val="2B3348"/>
                </a:solidFill>
                <a:latin typeface="Times New Roman" panose="02020603050405020304" pitchFamily="18" charset="0"/>
                <a:ea typeface="Noto Sans CJK JP Regular" panose="020B0500000000000000" pitchFamily="34" charset="-128"/>
                <a:cs typeface="Times New Roman" panose="02020603050405020304" pitchFamily="18" charset="0"/>
              </a:rPr>
              <a:t>x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4190BD70-7A08-C194-07D8-D38D931F95D6}"/>
              </a:ext>
            </a:extLst>
          </p:cNvPr>
          <p:cNvSpPr txBox="1"/>
          <p:nvPr/>
        </p:nvSpPr>
        <p:spPr>
          <a:xfrm>
            <a:off x="6440622" y="2459551"/>
            <a:ext cx="562975" cy="3692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799" i="1" dirty="0">
                <a:solidFill>
                  <a:srgbClr val="2B3348"/>
                </a:solidFill>
                <a:latin typeface="Times New Roman" panose="02020603050405020304" pitchFamily="18" charset="0"/>
                <a:ea typeface="Noto Sans CJK JP Regular" panose="020B0500000000000000" pitchFamily="34" charset="-128"/>
                <a:cs typeface="Times New Roman" panose="02020603050405020304" pitchFamily="18" charset="0"/>
              </a:rPr>
              <a:t>f (x)</a:t>
            </a:r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F79C6EFA-C042-C460-E31E-13C7ECF11397}"/>
              </a:ext>
            </a:extLst>
          </p:cNvPr>
          <p:cNvSpPr/>
          <p:nvPr/>
        </p:nvSpPr>
        <p:spPr>
          <a:xfrm>
            <a:off x="7812366" y="3313896"/>
            <a:ext cx="607051" cy="434692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E62A2052-35C4-7F73-F4FC-D00573A3F4C2}"/>
              </a:ext>
            </a:extLst>
          </p:cNvPr>
          <p:cNvSpPr txBox="1"/>
          <p:nvPr/>
        </p:nvSpPr>
        <p:spPr>
          <a:xfrm>
            <a:off x="6875399" y="3291500"/>
            <a:ext cx="1534394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値域</a:t>
            </a:r>
            <a:r>
              <a:rPr lang="en-JP" sz="1999" b="1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 </a:t>
            </a:r>
            <a:r>
              <a:rPr lang="en-JP" sz="1999" dirty="0">
                <a:solidFill>
                  <a:srgbClr val="2B3348"/>
                </a:solidFill>
                <a:latin typeface="Times New Roman" panose="02020603050405020304" pitchFamily="18" charset="0"/>
                <a:ea typeface="Noto Sans CJK JP Regular" panose="020B0500000000000000" pitchFamily="34" charset="-128"/>
                <a:cs typeface="Times New Roman" panose="02020603050405020304" pitchFamily="18" charset="0"/>
              </a:rPr>
              <a:t>Image </a:t>
            </a:r>
            <a:r>
              <a:rPr lang="en-JP" sz="1999" i="1" dirty="0">
                <a:solidFill>
                  <a:srgbClr val="2B3348"/>
                </a:solidFill>
                <a:latin typeface="Times New Roman" panose="02020603050405020304" pitchFamily="18" charset="0"/>
                <a:ea typeface="Noto Sans CJK JP Regular" panose="020B0500000000000000" pitchFamily="34" charset="-128"/>
                <a:cs typeface="Times New Roman" panose="02020603050405020304" pitchFamily="18" charset="0"/>
              </a:rPr>
              <a:t>f</a:t>
            </a:r>
          </a:p>
        </p:txBody>
      </p:sp>
    </p:spTree>
    <p:extLst>
      <p:ext uri="{BB962C8B-B14F-4D97-AF65-F5344CB8AC3E}">
        <p14:creationId xmlns:p14="http://schemas.microsoft.com/office/powerpoint/2010/main" val="388240354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DACCA109-D94E-1C16-BE6E-499DA5C9CC4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74786083"/>
              </p:ext>
            </p:extLst>
          </p:nvPr>
        </p:nvGraphicFramePr>
        <p:xfrm>
          <a:off x="395541" y="1347615"/>
          <a:ext cx="3881640" cy="270861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05817">
                  <a:extLst>
                    <a:ext uri="{9D8B030D-6E8A-4147-A177-3AD203B41FA5}">
                      <a16:colId xmlns:a16="http://schemas.microsoft.com/office/drawing/2014/main" val="125743691"/>
                    </a:ext>
                  </a:extLst>
                </a:gridCol>
                <a:gridCol w="1075373">
                  <a:extLst>
                    <a:ext uri="{9D8B030D-6E8A-4147-A177-3AD203B41FA5}">
                      <a16:colId xmlns:a16="http://schemas.microsoft.com/office/drawing/2014/main" val="637503006"/>
                    </a:ext>
                  </a:extLst>
                </a:gridCol>
                <a:gridCol w="548323">
                  <a:extLst>
                    <a:ext uri="{9D8B030D-6E8A-4147-A177-3AD203B41FA5}">
                      <a16:colId xmlns:a16="http://schemas.microsoft.com/office/drawing/2014/main" val="3612789214"/>
                    </a:ext>
                  </a:extLst>
                </a:gridCol>
                <a:gridCol w="1152127">
                  <a:extLst>
                    <a:ext uri="{9D8B030D-6E8A-4147-A177-3AD203B41FA5}">
                      <a16:colId xmlns:a16="http://schemas.microsoft.com/office/drawing/2014/main" val="1013677548"/>
                    </a:ext>
                  </a:extLst>
                </a:gridCol>
              </a:tblGrid>
              <a:tr h="286368">
                <a:tc>
                  <a:txBody>
                    <a:bodyPr/>
                    <a:lstStyle/>
                    <a:p>
                      <a:r>
                        <a:rPr lang="en-JP" sz="1400" dirty="0">
                          <a:solidFill>
                            <a:schemeClr val="bg1"/>
                          </a:solidFill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商品ID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solidFill>
                            <a:schemeClr val="bg1"/>
                          </a:solidFill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名称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solidFill>
                            <a:schemeClr val="bg1"/>
                          </a:solidFill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単価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solidFill>
                            <a:schemeClr val="bg1"/>
                          </a:solidFill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登録日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480211"/>
                  </a:ext>
                </a:extLst>
              </a:tr>
              <a:tr h="403707"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P1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はーいお茶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130</a:t>
                      </a:r>
                      <a:endParaRPr lang="en-JP" sz="1400" dirty="0">
                        <a:latin typeface="Arial" panose="020B0604020202020204" pitchFamily="34" charset="0"/>
                        <a:ea typeface="IPAGothic" panose="020B0509000000000000" pitchFamily="49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2020/07/15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53867983"/>
                  </a:ext>
                </a:extLst>
              </a:tr>
              <a:tr h="403707"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P2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午前の紅茶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130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2020/09/25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80110813"/>
                  </a:ext>
                </a:extLst>
              </a:tr>
              <a:tr h="403707"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P3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健康麦茶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150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2021/02/16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12437338"/>
                  </a:ext>
                </a:extLst>
              </a:tr>
              <a:tr h="403707">
                <a:tc>
                  <a:txBody>
                    <a:bodyPr/>
                    <a:lstStyle/>
                    <a:p>
                      <a:endParaRPr lang="en-JP" sz="1400" dirty="0">
                        <a:latin typeface="Arial" panose="020B0604020202020204" pitchFamily="34" charset="0"/>
                        <a:ea typeface="IPAGothic" panose="020B0509000000000000" pitchFamily="49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JP" sz="1400" dirty="0">
                        <a:latin typeface="Arial" panose="020B0604020202020204" pitchFamily="34" charset="0"/>
                        <a:ea typeface="IPAGothic" panose="020B0509000000000000" pitchFamily="49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JP" sz="1400" dirty="0">
                        <a:latin typeface="Arial" panose="020B0604020202020204" pitchFamily="34" charset="0"/>
                        <a:ea typeface="IPAGothic" panose="020B0509000000000000" pitchFamily="49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JP" sz="1400" dirty="0">
                        <a:latin typeface="Arial" panose="020B0604020202020204" pitchFamily="34" charset="0"/>
                        <a:ea typeface="IPAGothic" panose="020B0509000000000000" pitchFamily="49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57189008"/>
                  </a:ext>
                </a:extLst>
              </a:tr>
              <a:tr h="403707">
                <a:tc>
                  <a:txBody>
                    <a:bodyPr/>
                    <a:lstStyle/>
                    <a:p>
                      <a:endParaRPr lang="en-JP" sz="1400" dirty="0">
                        <a:latin typeface="Arial" panose="020B0604020202020204" pitchFamily="34" charset="0"/>
                        <a:ea typeface="IPAGothic" panose="020B0509000000000000" pitchFamily="49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JP" sz="1400" dirty="0">
                        <a:latin typeface="Arial" panose="020B0604020202020204" pitchFamily="34" charset="0"/>
                        <a:ea typeface="IPAGothic" panose="020B0509000000000000" pitchFamily="49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JP" sz="1400" dirty="0">
                        <a:latin typeface="Arial" panose="020B0604020202020204" pitchFamily="34" charset="0"/>
                        <a:ea typeface="IPAGothic" panose="020B0509000000000000" pitchFamily="49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JP" sz="1400" dirty="0">
                        <a:latin typeface="Arial" panose="020B0604020202020204" pitchFamily="34" charset="0"/>
                        <a:ea typeface="IPAGothic" panose="020B0509000000000000" pitchFamily="49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60357127"/>
                  </a:ext>
                </a:extLst>
              </a:tr>
              <a:tr h="403707"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P1000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きのこの里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200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2023/01/08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1047392"/>
                  </a:ext>
                </a:extLst>
              </a:tr>
            </a:tbl>
          </a:graphicData>
        </a:graphic>
      </p:graphicFrame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A0BA90F7-47CD-58C3-046F-81724A0CA5B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62307405"/>
              </p:ext>
            </p:extLst>
          </p:nvPr>
        </p:nvGraphicFramePr>
        <p:xfrm>
          <a:off x="4788024" y="1347615"/>
          <a:ext cx="4198586" cy="270861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05817">
                  <a:extLst>
                    <a:ext uri="{9D8B030D-6E8A-4147-A177-3AD203B41FA5}">
                      <a16:colId xmlns:a16="http://schemas.microsoft.com/office/drawing/2014/main" val="125743691"/>
                    </a:ext>
                  </a:extLst>
                </a:gridCol>
                <a:gridCol w="1075373">
                  <a:extLst>
                    <a:ext uri="{9D8B030D-6E8A-4147-A177-3AD203B41FA5}">
                      <a16:colId xmlns:a16="http://schemas.microsoft.com/office/drawing/2014/main" val="637503006"/>
                    </a:ext>
                  </a:extLst>
                </a:gridCol>
                <a:gridCol w="548323">
                  <a:extLst>
                    <a:ext uri="{9D8B030D-6E8A-4147-A177-3AD203B41FA5}">
                      <a16:colId xmlns:a16="http://schemas.microsoft.com/office/drawing/2014/main" val="3612789214"/>
                    </a:ext>
                  </a:extLst>
                </a:gridCol>
                <a:gridCol w="1469073">
                  <a:extLst>
                    <a:ext uri="{9D8B030D-6E8A-4147-A177-3AD203B41FA5}">
                      <a16:colId xmlns:a16="http://schemas.microsoft.com/office/drawing/2014/main" val="1013677548"/>
                    </a:ext>
                  </a:extLst>
                </a:gridCol>
              </a:tblGrid>
              <a:tr h="286368">
                <a:tc>
                  <a:txBody>
                    <a:bodyPr/>
                    <a:lstStyle/>
                    <a:p>
                      <a:r>
                        <a:rPr lang="en-JP" sz="1400" dirty="0">
                          <a:solidFill>
                            <a:schemeClr val="bg1"/>
                          </a:solidFill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商品ID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solidFill>
                            <a:schemeClr val="bg1"/>
                          </a:solidFill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名称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solidFill>
                            <a:schemeClr val="bg1"/>
                          </a:solidFill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単価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solidFill>
                            <a:schemeClr val="bg1"/>
                          </a:solidFill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登録日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480211"/>
                  </a:ext>
                </a:extLst>
              </a:tr>
              <a:tr h="403707"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P1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はーいお茶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130</a:t>
                      </a:r>
                      <a:endParaRPr lang="en-JP" sz="1400" dirty="0">
                        <a:latin typeface="Arial" panose="020B0604020202020204" pitchFamily="34" charset="0"/>
                        <a:ea typeface="IPAGothic" panose="020B0509000000000000" pitchFamily="49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2020/07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53867983"/>
                  </a:ext>
                </a:extLst>
              </a:tr>
              <a:tr h="403707"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P2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午前の紅茶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130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2020/09/25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80110813"/>
                  </a:ext>
                </a:extLst>
              </a:tr>
              <a:tr h="403707"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P3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健康麦茶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150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令和3年2月16日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12437338"/>
                  </a:ext>
                </a:extLst>
              </a:tr>
              <a:tr h="403707">
                <a:tc>
                  <a:txBody>
                    <a:bodyPr/>
                    <a:lstStyle/>
                    <a:p>
                      <a:endParaRPr lang="en-JP" sz="1400" dirty="0">
                        <a:latin typeface="Arial" panose="020B0604020202020204" pitchFamily="34" charset="0"/>
                        <a:ea typeface="IPAGothic" panose="020B0509000000000000" pitchFamily="49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JP" sz="1400" dirty="0">
                        <a:latin typeface="Arial" panose="020B0604020202020204" pitchFamily="34" charset="0"/>
                        <a:ea typeface="IPAGothic" panose="020B0509000000000000" pitchFamily="49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JP" sz="1400" dirty="0">
                        <a:latin typeface="Arial" panose="020B0604020202020204" pitchFamily="34" charset="0"/>
                        <a:ea typeface="IPAGothic" panose="020B0509000000000000" pitchFamily="49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JP" sz="1400" dirty="0">
                        <a:latin typeface="Arial" panose="020B0604020202020204" pitchFamily="34" charset="0"/>
                        <a:ea typeface="IPAGothic" panose="020B0509000000000000" pitchFamily="49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57189008"/>
                  </a:ext>
                </a:extLst>
              </a:tr>
              <a:tr h="403707">
                <a:tc>
                  <a:txBody>
                    <a:bodyPr/>
                    <a:lstStyle/>
                    <a:p>
                      <a:endParaRPr lang="en-JP" sz="1400" dirty="0">
                        <a:latin typeface="Arial" panose="020B0604020202020204" pitchFamily="34" charset="0"/>
                        <a:ea typeface="IPAGothic" panose="020B0509000000000000" pitchFamily="49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JP" sz="1400" dirty="0">
                        <a:latin typeface="Arial" panose="020B0604020202020204" pitchFamily="34" charset="0"/>
                        <a:ea typeface="IPAGothic" panose="020B0509000000000000" pitchFamily="49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JP" sz="1400" dirty="0">
                        <a:latin typeface="Arial" panose="020B0604020202020204" pitchFamily="34" charset="0"/>
                        <a:ea typeface="IPAGothic" panose="020B0509000000000000" pitchFamily="49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JP" sz="1400" dirty="0">
                        <a:latin typeface="Arial" panose="020B0604020202020204" pitchFamily="34" charset="0"/>
                        <a:ea typeface="IPAGothic" panose="020B0509000000000000" pitchFamily="49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60357127"/>
                  </a:ext>
                </a:extLst>
              </a:tr>
              <a:tr h="403707"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P1000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きのこの里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2百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2023/01/08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1047392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7FF49355-3653-8390-1AAE-34B4584CB1E6}"/>
              </a:ext>
            </a:extLst>
          </p:cNvPr>
          <p:cNvSpPr txBox="1"/>
          <p:nvPr/>
        </p:nvSpPr>
        <p:spPr>
          <a:xfrm rot="5400000">
            <a:off x="2115783" y="3024383"/>
            <a:ext cx="441146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…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73F7EC8-4785-C53D-807B-9C61E39D2959}"/>
              </a:ext>
            </a:extLst>
          </p:cNvPr>
          <p:cNvSpPr txBox="1"/>
          <p:nvPr/>
        </p:nvSpPr>
        <p:spPr>
          <a:xfrm>
            <a:off x="323534" y="1009061"/>
            <a:ext cx="59503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6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商品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782203E-D8BE-63EC-3194-4F53B1B4B7CC}"/>
              </a:ext>
            </a:extLst>
          </p:cNvPr>
          <p:cNvSpPr txBox="1"/>
          <p:nvPr/>
        </p:nvSpPr>
        <p:spPr>
          <a:xfrm>
            <a:off x="4716022" y="1009061"/>
            <a:ext cx="82907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6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商品(*)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EB83D83-394C-1D60-43B4-F26A078A2B3C}"/>
              </a:ext>
            </a:extLst>
          </p:cNvPr>
          <p:cNvSpPr txBox="1"/>
          <p:nvPr/>
        </p:nvSpPr>
        <p:spPr>
          <a:xfrm rot="5400000">
            <a:off x="6498694" y="3024383"/>
            <a:ext cx="441146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188734610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DACCA109-D94E-1C16-BE6E-499DA5C9CC4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18092939"/>
              </p:ext>
            </p:extLst>
          </p:nvPr>
        </p:nvGraphicFramePr>
        <p:xfrm>
          <a:off x="325375" y="987575"/>
          <a:ext cx="4068793" cy="279577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26123">
                  <a:extLst>
                    <a:ext uri="{9D8B030D-6E8A-4147-A177-3AD203B41FA5}">
                      <a16:colId xmlns:a16="http://schemas.microsoft.com/office/drawing/2014/main" val="125743691"/>
                    </a:ext>
                  </a:extLst>
                </a:gridCol>
                <a:gridCol w="1722149">
                  <a:extLst>
                    <a:ext uri="{9D8B030D-6E8A-4147-A177-3AD203B41FA5}">
                      <a16:colId xmlns:a16="http://schemas.microsoft.com/office/drawing/2014/main" val="637503006"/>
                    </a:ext>
                  </a:extLst>
                </a:gridCol>
                <a:gridCol w="548323">
                  <a:extLst>
                    <a:ext uri="{9D8B030D-6E8A-4147-A177-3AD203B41FA5}">
                      <a16:colId xmlns:a16="http://schemas.microsoft.com/office/drawing/2014/main" val="3612789214"/>
                    </a:ext>
                  </a:extLst>
                </a:gridCol>
                <a:gridCol w="1072198">
                  <a:extLst>
                    <a:ext uri="{9D8B030D-6E8A-4147-A177-3AD203B41FA5}">
                      <a16:colId xmlns:a16="http://schemas.microsoft.com/office/drawing/2014/main" val="1013677548"/>
                    </a:ext>
                  </a:extLst>
                </a:gridCol>
              </a:tblGrid>
              <a:tr h="286368">
                <a:tc>
                  <a:txBody>
                    <a:bodyPr/>
                    <a:lstStyle/>
                    <a:p>
                      <a:r>
                        <a:rPr lang="en-JP" sz="1400" dirty="0">
                          <a:solidFill>
                            <a:schemeClr val="bg1"/>
                          </a:solidFill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購買ID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solidFill>
                            <a:schemeClr val="bg1"/>
                          </a:solidFill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購買品目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solidFill>
                            <a:schemeClr val="bg1"/>
                          </a:solidFill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売上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solidFill>
                            <a:schemeClr val="bg1"/>
                          </a:solidFill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登録日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480211"/>
                  </a:ext>
                </a:extLst>
              </a:tr>
              <a:tr h="504154"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T1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はーいお茶, </a:t>
                      </a:r>
                      <a:b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</a:br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きのこの里, のど飴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530</a:t>
                      </a:r>
                      <a:endParaRPr lang="en-JP" sz="1400" dirty="0">
                        <a:latin typeface="Arial" panose="020B0604020202020204" pitchFamily="34" charset="0"/>
                        <a:ea typeface="IPAGothic" panose="020B0509000000000000" pitchFamily="49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2020/07/15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53867983"/>
                  </a:ext>
                </a:extLst>
              </a:tr>
              <a:tr h="403707"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T2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午前の紅茶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130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2020/09/25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80110813"/>
                  </a:ext>
                </a:extLst>
              </a:tr>
              <a:tr h="403707"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T3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麦茶, おにぎり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250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2021/02/16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12437338"/>
                  </a:ext>
                </a:extLst>
              </a:tr>
              <a:tr h="403707">
                <a:tc>
                  <a:txBody>
                    <a:bodyPr/>
                    <a:lstStyle/>
                    <a:p>
                      <a:endParaRPr lang="en-JP" sz="1400" dirty="0">
                        <a:latin typeface="Arial" panose="020B0604020202020204" pitchFamily="34" charset="0"/>
                        <a:ea typeface="IPAGothic" panose="020B0509000000000000" pitchFamily="49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JP" sz="1400" dirty="0">
                        <a:latin typeface="Arial" panose="020B0604020202020204" pitchFamily="34" charset="0"/>
                        <a:ea typeface="IPAGothic" panose="020B0509000000000000" pitchFamily="49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JP" sz="1400" dirty="0">
                        <a:latin typeface="Arial" panose="020B0604020202020204" pitchFamily="34" charset="0"/>
                        <a:ea typeface="IPAGothic" panose="020B0509000000000000" pitchFamily="49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JP" sz="1400" dirty="0">
                        <a:latin typeface="Arial" panose="020B0604020202020204" pitchFamily="34" charset="0"/>
                        <a:ea typeface="IPAGothic" panose="020B0509000000000000" pitchFamily="49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57189008"/>
                  </a:ext>
                </a:extLst>
              </a:tr>
              <a:tr h="403707">
                <a:tc>
                  <a:txBody>
                    <a:bodyPr/>
                    <a:lstStyle/>
                    <a:p>
                      <a:endParaRPr lang="en-JP" sz="1400" dirty="0">
                        <a:latin typeface="Arial" panose="020B0604020202020204" pitchFamily="34" charset="0"/>
                        <a:ea typeface="IPAGothic" panose="020B0509000000000000" pitchFamily="49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JP" sz="1400" dirty="0">
                        <a:latin typeface="Arial" panose="020B0604020202020204" pitchFamily="34" charset="0"/>
                        <a:ea typeface="IPAGothic" panose="020B0509000000000000" pitchFamily="49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JP" sz="1400" dirty="0">
                        <a:latin typeface="Arial" panose="020B0604020202020204" pitchFamily="34" charset="0"/>
                        <a:ea typeface="IPAGothic" panose="020B0509000000000000" pitchFamily="49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JP" sz="1400" dirty="0">
                        <a:latin typeface="Arial" panose="020B0604020202020204" pitchFamily="34" charset="0"/>
                        <a:ea typeface="IPAGothic" panose="020B0509000000000000" pitchFamily="49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60357127"/>
                  </a:ext>
                </a:extLst>
              </a:tr>
              <a:tr h="403707"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T1000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きのこの里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200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2023/01/08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1047392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7FF49355-3653-8390-1AAE-34B4584CB1E6}"/>
              </a:ext>
            </a:extLst>
          </p:cNvPr>
          <p:cNvSpPr txBox="1"/>
          <p:nvPr/>
        </p:nvSpPr>
        <p:spPr>
          <a:xfrm rot="5400000">
            <a:off x="2139194" y="2664343"/>
            <a:ext cx="441146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…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73F7EC8-4785-C53D-807B-9C61E39D2959}"/>
              </a:ext>
            </a:extLst>
          </p:cNvPr>
          <p:cNvSpPr txBox="1"/>
          <p:nvPr/>
        </p:nvSpPr>
        <p:spPr>
          <a:xfrm>
            <a:off x="253363" y="649021"/>
            <a:ext cx="156805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6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表(a): 購買履歴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782203E-D8BE-63EC-3194-4F53B1B4B7CC}"/>
              </a:ext>
            </a:extLst>
          </p:cNvPr>
          <p:cNvSpPr txBox="1"/>
          <p:nvPr/>
        </p:nvSpPr>
        <p:spPr>
          <a:xfrm>
            <a:off x="4843907" y="649021"/>
            <a:ext cx="157927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6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表(b): 購買履歴</a:t>
            </a:r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D46E9E8B-71A9-1A2E-DF2A-58F996881C5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72675191"/>
              </p:ext>
            </p:extLst>
          </p:nvPr>
        </p:nvGraphicFramePr>
        <p:xfrm>
          <a:off x="4964517" y="987576"/>
          <a:ext cx="3852769" cy="351158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26123">
                  <a:extLst>
                    <a:ext uri="{9D8B030D-6E8A-4147-A177-3AD203B41FA5}">
                      <a16:colId xmlns:a16="http://schemas.microsoft.com/office/drawing/2014/main" val="125743691"/>
                    </a:ext>
                  </a:extLst>
                </a:gridCol>
                <a:gridCol w="1506125">
                  <a:extLst>
                    <a:ext uri="{9D8B030D-6E8A-4147-A177-3AD203B41FA5}">
                      <a16:colId xmlns:a16="http://schemas.microsoft.com/office/drawing/2014/main" val="637503006"/>
                    </a:ext>
                  </a:extLst>
                </a:gridCol>
                <a:gridCol w="548323">
                  <a:extLst>
                    <a:ext uri="{9D8B030D-6E8A-4147-A177-3AD203B41FA5}">
                      <a16:colId xmlns:a16="http://schemas.microsoft.com/office/drawing/2014/main" val="3612789214"/>
                    </a:ext>
                  </a:extLst>
                </a:gridCol>
                <a:gridCol w="1072198">
                  <a:extLst>
                    <a:ext uri="{9D8B030D-6E8A-4147-A177-3AD203B41FA5}">
                      <a16:colId xmlns:a16="http://schemas.microsoft.com/office/drawing/2014/main" val="1013677548"/>
                    </a:ext>
                  </a:extLst>
                </a:gridCol>
              </a:tblGrid>
              <a:tr h="286368">
                <a:tc>
                  <a:txBody>
                    <a:bodyPr/>
                    <a:lstStyle/>
                    <a:p>
                      <a:r>
                        <a:rPr lang="en-JP" sz="1400" dirty="0">
                          <a:solidFill>
                            <a:schemeClr val="bg1"/>
                          </a:solidFill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購買ID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solidFill>
                            <a:schemeClr val="bg1"/>
                          </a:solidFill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購買品目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solidFill>
                            <a:schemeClr val="bg1"/>
                          </a:solidFill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売上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solidFill>
                            <a:schemeClr val="bg1"/>
                          </a:solidFill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登録日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480211"/>
                  </a:ext>
                </a:extLst>
              </a:tr>
              <a:tr h="403707"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T1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はーいお茶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130</a:t>
                      </a:r>
                      <a:endParaRPr lang="en-JP" sz="1400" dirty="0">
                        <a:latin typeface="Arial" panose="020B0604020202020204" pitchFamily="34" charset="0"/>
                        <a:ea typeface="IPAGothic" panose="020B0509000000000000" pitchFamily="49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2020/07/15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53867983"/>
                  </a:ext>
                </a:extLst>
              </a:tr>
              <a:tr h="403707"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T1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きのこの里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230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2020/07/15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80110813"/>
                  </a:ext>
                </a:extLst>
              </a:tr>
              <a:tr h="403707"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T1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のど飴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170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2020/07/15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12437338"/>
                  </a:ext>
                </a:extLst>
              </a:tr>
              <a:tr h="403707"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T2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午前の紅茶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130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3429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2020/09/25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57189008"/>
                  </a:ext>
                </a:extLst>
              </a:tr>
              <a:tr h="403707"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T3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麦茶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120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3429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2021/02/16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60357127"/>
                  </a:ext>
                </a:extLst>
              </a:tr>
              <a:tr h="403707"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T3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おにぎり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130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3429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2021/02/16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26136441"/>
                  </a:ext>
                </a:extLst>
              </a:tr>
              <a:tr h="403707">
                <a:tc>
                  <a:txBody>
                    <a:bodyPr/>
                    <a:lstStyle/>
                    <a:p>
                      <a:endParaRPr lang="en-JP" sz="1400" dirty="0">
                        <a:latin typeface="Arial" panose="020B0604020202020204" pitchFamily="34" charset="0"/>
                        <a:ea typeface="IPAGothic" panose="020B0509000000000000" pitchFamily="49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JP" sz="1400" dirty="0">
                        <a:latin typeface="Arial" panose="020B0604020202020204" pitchFamily="34" charset="0"/>
                        <a:ea typeface="IPAGothic" panose="020B0509000000000000" pitchFamily="49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JP" sz="1400" dirty="0">
                        <a:latin typeface="Arial" panose="020B0604020202020204" pitchFamily="34" charset="0"/>
                        <a:ea typeface="IPAGothic" panose="020B0509000000000000" pitchFamily="49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JP" sz="1400" dirty="0">
                        <a:latin typeface="Arial" panose="020B0604020202020204" pitchFamily="34" charset="0"/>
                        <a:ea typeface="IPAGothic" panose="020B0509000000000000" pitchFamily="49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93764845"/>
                  </a:ext>
                </a:extLst>
              </a:tr>
              <a:tr h="403707"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T1000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きのこの里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200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2023/01/08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1047392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F80ABD40-98BC-E72A-5BBF-DF3B79680B82}"/>
              </a:ext>
            </a:extLst>
          </p:cNvPr>
          <p:cNvSpPr txBox="1"/>
          <p:nvPr/>
        </p:nvSpPr>
        <p:spPr>
          <a:xfrm rot="5400000">
            <a:off x="6767604" y="3672455"/>
            <a:ext cx="441146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…</a:t>
            </a:r>
          </a:p>
        </p:txBody>
      </p:sp>
      <p:cxnSp>
        <p:nvCxnSpPr>
          <p:cNvPr id="10" name="Elbow Connector 9">
            <a:extLst>
              <a:ext uri="{FF2B5EF4-FFF2-40B4-BE49-F238E27FC236}">
                <a16:creationId xmlns:a16="http://schemas.microsoft.com/office/drawing/2014/main" id="{178C0F6F-E691-4270-B8D8-768FBFAE977B}"/>
              </a:ext>
            </a:extLst>
          </p:cNvPr>
          <p:cNvCxnSpPr>
            <a:cxnSpLocks/>
            <a:endCxn id="13" idx="1"/>
          </p:cNvCxnSpPr>
          <p:nvPr/>
        </p:nvCxnSpPr>
        <p:spPr>
          <a:xfrm rot="5400000">
            <a:off x="4822794" y="2050989"/>
            <a:ext cx="351242" cy="2011"/>
          </a:xfrm>
          <a:prstGeom prst="bentConnector4">
            <a:avLst>
              <a:gd name="adj1" fmla="val 21531"/>
              <a:gd name="adj2" fmla="val 11467479"/>
            </a:avLst>
          </a:prstGeom>
          <a:ln>
            <a:solidFill>
              <a:srgbClr val="BA1C47"/>
            </a:solidFill>
            <a:headEnd type="arrow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329B617E-4B28-FA92-25C6-C38F4B654277}"/>
              </a:ext>
            </a:extLst>
          </p:cNvPr>
          <p:cNvSpPr txBox="1"/>
          <p:nvPr/>
        </p:nvSpPr>
        <p:spPr>
          <a:xfrm>
            <a:off x="4997410" y="2027624"/>
            <a:ext cx="184731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endParaRPr lang="en-JP" sz="1999" dirty="0" err="1">
              <a:solidFill>
                <a:srgbClr val="2B3348"/>
              </a:solidFill>
              <a:latin typeface="Noto Sans CJK JP Regular" panose="020B0500000000000000" pitchFamily="34" charset="-128"/>
              <a:ea typeface="Noto Sans CJK JP Regular" panose="020B0500000000000000" pitchFamily="34" charset="-128"/>
              <a:cs typeface="IPAPGothic"/>
            </a:endParaRP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A25AA3CF-C348-305F-FAAC-843AAFCF6314}"/>
              </a:ext>
            </a:extLst>
          </p:cNvPr>
          <p:cNvCxnSpPr/>
          <p:nvPr/>
        </p:nvCxnSpPr>
        <p:spPr>
          <a:xfrm>
            <a:off x="4394165" y="1491630"/>
            <a:ext cx="603240" cy="0"/>
          </a:xfrm>
          <a:prstGeom prst="straightConnector1">
            <a:avLst/>
          </a:prstGeom>
          <a:ln>
            <a:solidFill>
              <a:srgbClr val="BA1C47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4A386B0F-39C8-6A98-7AD6-D868398841A9}"/>
              </a:ext>
            </a:extLst>
          </p:cNvPr>
          <p:cNvCxnSpPr>
            <a:cxnSpLocks/>
          </p:cNvCxnSpPr>
          <p:nvPr/>
        </p:nvCxnSpPr>
        <p:spPr>
          <a:xfrm>
            <a:off x="4688997" y="1491636"/>
            <a:ext cx="0" cy="736045"/>
          </a:xfrm>
          <a:prstGeom prst="straightConnector1">
            <a:avLst/>
          </a:prstGeom>
          <a:ln>
            <a:solidFill>
              <a:srgbClr val="BA1C47"/>
            </a:solidFill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Elbow Connector 22">
            <a:extLst>
              <a:ext uri="{FF2B5EF4-FFF2-40B4-BE49-F238E27FC236}">
                <a16:creationId xmlns:a16="http://schemas.microsoft.com/office/drawing/2014/main" id="{4127E8AF-8489-9FF8-E354-B920483F0BAB}"/>
              </a:ext>
            </a:extLst>
          </p:cNvPr>
          <p:cNvCxnSpPr>
            <a:cxnSpLocks/>
            <a:endCxn id="30" idx="1"/>
          </p:cNvCxnSpPr>
          <p:nvPr/>
        </p:nvCxnSpPr>
        <p:spPr>
          <a:xfrm rot="16200000" flipH="1">
            <a:off x="4777822" y="3270843"/>
            <a:ext cx="395040" cy="9233"/>
          </a:xfrm>
          <a:prstGeom prst="bentConnector2">
            <a:avLst/>
          </a:prstGeom>
          <a:ln>
            <a:solidFill>
              <a:srgbClr val="BA1C47"/>
            </a:solidFill>
            <a:headEnd type="arrow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613E6390-A077-C708-6255-A07622FB8CFD}"/>
              </a:ext>
            </a:extLst>
          </p:cNvPr>
          <p:cNvCxnSpPr>
            <a:cxnSpLocks/>
          </p:cNvCxnSpPr>
          <p:nvPr/>
        </p:nvCxnSpPr>
        <p:spPr>
          <a:xfrm>
            <a:off x="4376718" y="2427731"/>
            <a:ext cx="301619" cy="0"/>
          </a:xfrm>
          <a:prstGeom prst="straightConnector1">
            <a:avLst/>
          </a:prstGeom>
          <a:ln>
            <a:solidFill>
              <a:srgbClr val="BA1C47"/>
            </a:solidFill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9E286B90-88F0-EA91-F1E7-15E11C1AB317}"/>
              </a:ext>
            </a:extLst>
          </p:cNvPr>
          <p:cNvCxnSpPr>
            <a:cxnSpLocks/>
          </p:cNvCxnSpPr>
          <p:nvPr/>
        </p:nvCxnSpPr>
        <p:spPr>
          <a:xfrm>
            <a:off x="4678335" y="2427732"/>
            <a:ext cx="0" cy="1045310"/>
          </a:xfrm>
          <a:prstGeom prst="straightConnector1">
            <a:avLst/>
          </a:prstGeom>
          <a:ln>
            <a:solidFill>
              <a:srgbClr val="BA1C47"/>
            </a:solidFill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6C895F9B-55FA-5D15-CE92-D176132C70A5}"/>
              </a:ext>
            </a:extLst>
          </p:cNvPr>
          <p:cNvSpPr txBox="1"/>
          <p:nvPr/>
        </p:nvSpPr>
        <p:spPr>
          <a:xfrm>
            <a:off x="4979960" y="3272989"/>
            <a:ext cx="184731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endParaRPr lang="en-JP" sz="1999" dirty="0" err="1">
              <a:solidFill>
                <a:srgbClr val="2B3348"/>
              </a:solidFill>
              <a:latin typeface="Noto Sans CJK JP Regular" panose="020B0500000000000000" pitchFamily="34" charset="-128"/>
              <a:ea typeface="Noto Sans CJK JP Regular" panose="020B0500000000000000" pitchFamily="34" charset="-128"/>
              <a:cs typeface="IPAPGothic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489A940F-6F96-3BC2-F18A-6CEF9F7346A9}"/>
              </a:ext>
            </a:extLst>
          </p:cNvPr>
          <p:cNvSpPr txBox="1"/>
          <p:nvPr/>
        </p:nvSpPr>
        <p:spPr>
          <a:xfrm>
            <a:off x="4407473" y="1119514"/>
            <a:ext cx="54373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400" dirty="0">
                <a:solidFill>
                  <a:srgbClr val="BA1C47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分解</a:t>
            </a:r>
          </a:p>
        </p:txBody>
      </p:sp>
    </p:spTree>
    <p:extLst>
      <p:ext uri="{BB962C8B-B14F-4D97-AF65-F5344CB8AC3E}">
        <p14:creationId xmlns:p14="http://schemas.microsoft.com/office/powerpoint/2010/main" val="54514010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DACCA109-D94E-1C16-BE6E-499DA5C9CC4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96757984"/>
              </p:ext>
            </p:extLst>
          </p:nvPr>
        </p:nvGraphicFramePr>
        <p:xfrm>
          <a:off x="2123734" y="1469247"/>
          <a:ext cx="4732339" cy="22050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3573">
                  <a:extLst>
                    <a:ext uri="{9D8B030D-6E8A-4147-A177-3AD203B41FA5}">
                      <a16:colId xmlns:a16="http://schemas.microsoft.com/office/drawing/2014/main" val="125743691"/>
                    </a:ext>
                  </a:extLst>
                </a:gridCol>
                <a:gridCol w="832485">
                  <a:extLst>
                    <a:ext uri="{9D8B030D-6E8A-4147-A177-3AD203B41FA5}">
                      <a16:colId xmlns:a16="http://schemas.microsoft.com/office/drawing/2014/main" val="637503006"/>
                    </a:ext>
                  </a:extLst>
                </a:gridCol>
                <a:gridCol w="491173">
                  <a:extLst>
                    <a:ext uri="{9D8B030D-6E8A-4147-A177-3AD203B41FA5}">
                      <a16:colId xmlns:a16="http://schemas.microsoft.com/office/drawing/2014/main" val="3612789214"/>
                    </a:ext>
                  </a:extLst>
                </a:gridCol>
                <a:gridCol w="1600835">
                  <a:extLst>
                    <a:ext uri="{9D8B030D-6E8A-4147-A177-3AD203B41FA5}">
                      <a16:colId xmlns:a16="http://schemas.microsoft.com/office/drawing/2014/main" val="4099287404"/>
                    </a:ext>
                  </a:extLst>
                </a:gridCol>
                <a:gridCol w="1164273">
                  <a:extLst>
                    <a:ext uri="{9D8B030D-6E8A-4147-A177-3AD203B41FA5}">
                      <a16:colId xmlns:a16="http://schemas.microsoft.com/office/drawing/2014/main" val="4289330315"/>
                    </a:ext>
                  </a:extLst>
                </a:gridCol>
              </a:tblGrid>
              <a:tr h="251462">
                <a:tc>
                  <a:txBody>
                    <a:bodyPr/>
                    <a:lstStyle/>
                    <a:p>
                      <a:r>
                        <a:rPr lang="en-JP" sz="1200" dirty="0">
                          <a:solidFill>
                            <a:schemeClr val="bg1"/>
                          </a:solidFill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学生ID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200" dirty="0">
                          <a:solidFill>
                            <a:schemeClr val="bg1"/>
                          </a:solidFill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名前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200" dirty="0">
                          <a:solidFill>
                            <a:schemeClr val="bg1"/>
                          </a:solidFill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学年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200" dirty="0">
                          <a:solidFill>
                            <a:schemeClr val="bg1"/>
                          </a:solidFill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大学email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200" dirty="0">
                          <a:solidFill>
                            <a:schemeClr val="bg1"/>
                          </a:solidFill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自宅住所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480211"/>
                  </a:ext>
                </a:extLst>
              </a:tr>
              <a:tr h="325591">
                <a:tc>
                  <a:txBody>
                    <a:bodyPr/>
                    <a:lstStyle/>
                    <a:p>
                      <a:r>
                        <a:rPr lang="en-JP" sz="12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S1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2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川澄 桜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4</a:t>
                      </a:r>
                      <a:endParaRPr lang="en-JP" sz="1200" dirty="0">
                        <a:latin typeface="Arial" panose="020B0604020202020204" pitchFamily="34" charset="0"/>
                        <a:ea typeface="IPAGothic" panose="020B0509000000000000" pitchFamily="49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2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kawasumi@xxx.ac.jp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2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名古屋市xxx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53867983"/>
                  </a:ext>
                </a:extLst>
              </a:tr>
              <a:tr h="325591">
                <a:tc>
                  <a:txBody>
                    <a:bodyPr/>
                    <a:lstStyle/>
                    <a:p>
                      <a:r>
                        <a:rPr lang="en-JP" sz="12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S2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2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山畑 滝子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2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3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2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taki@xxx.ac.jp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2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岡崎市xxx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80110813"/>
                  </a:ext>
                </a:extLst>
              </a:tr>
              <a:tr h="325591">
                <a:tc>
                  <a:txBody>
                    <a:bodyPr/>
                    <a:lstStyle/>
                    <a:p>
                      <a:r>
                        <a:rPr lang="en-JP" sz="12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S3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2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田辺 通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2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3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 err="1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t.tanabe</a:t>
                      </a:r>
                      <a:r>
                        <a:rPr lang="en-JP" sz="12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@xxx.ac.jp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2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尾張旭市xxx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12437338"/>
                  </a:ext>
                </a:extLst>
              </a:tr>
              <a:tr h="325591">
                <a:tc>
                  <a:txBody>
                    <a:bodyPr/>
                    <a:lstStyle/>
                    <a:p>
                      <a:r>
                        <a:rPr lang="en-JP" sz="12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S4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3429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JP" sz="12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田辺 瑞穂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2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1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3429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JP" sz="12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m.tanabe@xxx.ac.jp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3429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JP" sz="12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尾張旭市xxx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57189008"/>
                  </a:ext>
                </a:extLst>
              </a:tr>
              <a:tr h="325591">
                <a:tc>
                  <a:txBody>
                    <a:bodyPr/>
                    <a:lstStyle/>
                    <a:p>
                      <a:endParaRPr lang="en-JP" sz="1200" dirty="0">
                        <a:latin typeface="Arial" panose="020B0604020202020204" pitchFamily="34" charset="0"/>
                        <a:ea typeface="IPAGothic" panose="020B0509000000000000" pitchFamily="49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JP" sz="1200" dirty="0">
                        <a:latin typeface="Arial" panose="020B0604020202020204" pitchFamily="34" charset="0"/>
                        <a:ea typeface="IPAGothic" panose="020B0509000000000000" pitchFamily="49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JP" sz="1200" dirty="0">
                        <a:latin typeface="Arial" panose="020B0604020202020204" pitchFamily="34" charset="0"/>
                        <a:ea typeface="IPAGothic" panose="020B0509000000000000" pitchFamily="49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JP" sz="1200" dirty="0">
                        <a:latin typeface="Arial" panose="020B0604020202020204" pitchFamily="34" charset="0"/>
                        <a:ea typeface="IPAGothic" panose="020B0509000000000000" pitchFamily="49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JP" sz="1200" dirty="0">
                        <a:latin typeface="Arial" panose="020B0604020202020204" pitchFamily="34" charset="0"/>
                        <a:ea typeface="IPAGothic" panose="020B0509000000000000" pitchFamily="49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60357127"/>
                  </a:ext>
                </a:extLst>
              </a:tr>
              <a:tr h="325591">
                <a:tc>
                  <a:txBody>
                    <a:bodyPr/>
                    <a:lstStyle/>
                    <a:p>
                      <a:r>
                        <a:rPr lang="en-JP" sz="12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S1000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2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北 千種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2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2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2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kita@xxx.ac.jp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2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名古屋市xxx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1047392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7FF49355-3653-8390-1AAE-34B4584CB1E6}"/>
              </a:ext>
            </a:extLst>
          </p:cNvPr>
          <p:cNvSpPr txBox="1"/>
          <p:nvPr/>
        </p:nvSpPr>
        <p:spPr>
          <a:xfrm rot="5400000">
            <a:off x="5035305" y="3054413"/>
            <a:ext cx="441146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…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73F7EC8-4785-C53D-807B-9C61E39D2959}"/>
              </a:ext>
            </a:extLst>
          </p:cNvPr>
          <p:cNvSpPr txBox="1"/>
          <p:nvPr/>
        </p:nvSpPr>
        <p:spPr>
          <a:xfrm>
            <a:off x="2051725" y="1130698"/>
            <a:ext cx="72327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4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連絡先</a:t>
            </a:r>
          </a:p>
        </p:txBody>
      </p:sp>
    </p:spTree>
    <p:extLst>
      <p:ext uri="{BB962C8B-B14F-4D97-AF65-F5344CB8AC3E}">
        <p14:creationId xmlns:p14="http://schemas.microsoft.com/office/powerpoint/2010/main" val="201007394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DACCA109-D94E-1C16-BE6E-499DA5C9CC4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56733903"/>
              </p:ext>
            </p:extLst>
          </p:nvPr>
        </p:nvGraphicFramePr>
        <p:xfrm>
          <a:off x="550914" y="843562"/>
          <a:ext cx="8042172" cy="38588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73872">
                  <a:extLst>
                    <a:ext uri="{9D8B030D-6E8A-4147-A177-3AD203B41FA5}">
                      <a16:colId xmlns:a16="http://schemas.microsoft.com/office/drawing/2014/main" val="125743691"/>
                    </a:ext>
                  </a:extLst>
                </a:gridCol>
                <a:gridCol w="1412547">
                  <a:extLst>
                    <a:ext uri="{9D8B030D-6E8A-4147-A177-3AD203B41FA5}">
                      <a16:colId xmlns:a16="http://schemas.microsoft.com/office/drawing/2014/main" val="637503006"/>
                    </a:ext>
                  </a:extLst>
                </a:gridCol>
                <a:gridCol w="895757">
                  <a:extLst>
                    <a:ext uri="{9D8B030D-6E8A-4147-A177-3AD203B41FA5}">
                      <a16:colId xmlns:a16="http://schemas.microsoft.com/office/drawing/2014/main" val="3612789214"/>
                    </a:ext>
                  </a:extLst>
                </a:gridCol>
                <a:gridCol w="2919463">
                  <a:extLst>
                    <a:ext uri="{9D8B030D-6E8A-4147-A177-3AD203B41FA5}">
                      <a16:colId xmlns:a16="http://schemas.microsoft.com/office/drawing/2014/main" val="4099287404"/>
                    </a:ext>
                  </a:extLst>
                </a:gridCol>
                <a:gridCol w="1740535">
                  <a:extLst>
                    <a:ext uri="{9D8B030D-6E8A-4147-A177-3AD203B41FA5}">
                      <a16:colId xmlns:a16="http://schemas.microsoft.com/office/drawing/2014/main" val="4289330315"/>
                    </a:ext>
                  </a:extLst>
                </a:gridCol>
              </a:tblGrid>
              <a:tr h="482375">
                <a:tc>
                  <a:txBody>
                    <a:bodyPr/>
                    <a:lstStyle/>
                    <a:p>
                      <a:r>
                        <a:rPr lang="en-JP" sz="2200" dirty="0">
                          <a:solidFill>
                            <a:schemeClr val="bg1"/>
                          </a:solidFill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学生ID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2200" dirty="0">
                          <a:solidFill>
                            <a:schemeClr val="bg1"/>
                          </a:solidFill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名前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2200" dirty="0">
                          <a:solidFill>
                            <a:schemeClr val="bg1"/>
                          </a:solidFill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学年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2200" dirty="0">
                          <a:solidFill>
                            <a:schemeClr val="bg1"/>
                          </a:solidFill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大学email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2200" dirty="0">
                          <a:solidFill>
                            <a:schemeClr val="bg1"/>
                          </a:solidFill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自宅住所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480211"/>
                  </a:ext>
                </a:extLst>
              </a:tr>
              <a:tr h="562740">
                <a:tc>
                  <a:txBody>
                    <a:bodyPr/>
                    <a:lstStyle/>
                    <a:p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S1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川澄 桜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4</a:t>
                      </a:r>
                      <a:endParaRPr lang="en-JP" sz="2200" b="0" i="0" dirty="0">
                        <a:latin typeface="IPAPGothic" panose="020B0500000000000000" pitchFamily="34" charset="-128"/>
                        <a:ea typeface="IPAPGothic" panose="020B0500000000000000" pitchFamily="34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kawasumi@xxx.ac.jp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名古屋市xxx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53867983"/>
                  </a:ext>
                </a:extLst>
              </a:tr>
              <a:tr h="562740">
                <a:tc>
                  <a:txBody>
                    <a:bodyPr/>
                    <a:lstStyle/>
                    <a:p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S2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山畑 滝子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3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taki@xxx.ac.jp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岡崎市xxx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80110813"/>
                  </a:ext>
                </a:extLst>
              </a:tr>
              <a:tr h="562740">
                <a:tc>
                  <a:txBody>
                    <a:bodyPr/>
                    <a:lstStyle/>
                    <a:p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S3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田辺 通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3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200" b="0" i="0" dirty="0" err="1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t.tanabe</a:t>
                      </a:r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@xxx.ac.jp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尾張旭市xxx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12437338"/>
                  </a:ext>
                </a:extLst>
              </a:tr>
              <a:tr h="562740">
                <a:tc>
                  <a:txBody>
                    <a:bodyPr/>
                    <a:lstStyle/>
                    <a:p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S4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3429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田辺 瑞穂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1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3429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m.tanabe@xxx.ac.jp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3429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尾張旭市xxx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57189008"/>
                  </a:ext>
                </a:extLst>
              </a:tr>
              <a:tr h="562740">
                <a:tc>
                  <a:txBody>
                    <a:bodyPr/>
                    <a:lstStyle/>
                    <a:p>
                      <a:endParaRPr lang="en-JP" sz="2200" b="0" i="0" dirty="0">
                        <a:latin typeface="IPAPGothic" panose="020B0500000000000000" pitchFamily="34" charset="-128"/>
                        <a:ea typeface="IPAPGothic" panose="020B0500000000000000" pitchFamily="34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JP" sz="2200" b="0" i="0" dirty="0">
                        <a:latin typeface="IPAPGothic" panose="020B0500000000000000" pitchFamily="34" charset="-128"/>
                        <a:ea typeface="IPAPGothic" panose="020B0500000000000000" pitchFamily="34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JP" sz="2200" b="0" i="0" dirty="0">
                        <a:latin typeface="IPAPGothic" panose="020B0500000000000000" pitchFamily="34" charset="-128"/>
                        <a:ea typeface="IPAPGothic" panose="020B0500000000000000" pitchFamily="34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JP" sz="2200" b="0" i="0" dirty="0">
                        <a:latin typeface="IPAPGothic" panose="020B0500000000000000" pitchFamily="34" charset="-128"/>
                        <a:ea typeface="IPAPGothic" panose="020B0500000000000000" pitchFamily="34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JP" sz="2200" b="0" i="0" dirty="0">
                        <a:latin typeface="IPAPGothic" panose="020B0500000000000000" pitchFamily="34" charset="-128"/>
                        <a:ea typeface="IPAPGothic" panose="020B0500000000000000" pitchFamily="34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60357127"/>
                  </a:ext>
                </a:extLst>
              </a:tr>
              <a:tr h="562740">
                <a:tc>
                  <a:txBody>
                    <a:bodyPr/>
                    <a:lstStyle/>
                    <a:p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S1000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北 千種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2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kita@xxx.ac.jp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名古屋市xxx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1047392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7FF49355-3653-8390-1AAE-34B4584CB1E6}"/>
              </a:ext>
            </a:extLst>
          </p:cNvPr>
          <p:cNvSpPr txBox="1"/>
          <p:nvPr/>
        </p:nvSpPr>
        <p:spPr>
          <a:xfrm rot="5400000">
            <a:off x="2186579" y="3608671"/>
            <a:ext cx="441146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…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73F7EC8-4785-C53D-807B-9C61E39D2959}"/>
              </a:ext>
            </a:extLst>
          </p:cNvPr>
          <p:cNvSpPr txBox="1"/>
          <p:nvPr/>
        </p:nvSpPr>
        <p:spPr>
          <a:xfrm>
            <a:off x="478907" y="381897"/>
            <a:ext cx="1107996" cy="46153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23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連絡先</a:t>
            </a:r>
          </a:p>
        </p:txBody>
      </p:sp>
    </p:spTree>
    <p:extLst>
      <p:ext uri="{BB962C8B-B14F-4D97-AF65-F5344CB8AC3E}">
        <p14:creationId xmlns:p14="http://schemas.microsoft.com/office/powerpoint/2010/main" val="247617168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Oval 20">
            <a:extLst>
              <a:ext uri="{FF2B5EF4-FFF2-40B4-BE49-F238E27FC236}">
                <a16:creationId xmlns:a16="http://schemas.microsoft.com/office/drawing/2014/main" id="{12E4F7F7-6F2F-C5A3-2D71-4069E89C3AE6}"/>
              </a:ext>
            </a:extLst>
          </p:cNvPr>
          <p:cNvSpPr/>
          <p:nvPr/>
        </p:nvSpPr>
        <p:spPr>
          <a:xfrm>
            <a:off x="6104004" y="2848951"/>
            <a:ext cx="2284420" cy="1446007"/>
          </a:xfrm>
          <a:prstGeom prst="ellipse">
            <a:avLst/>
          </a:prstGeom>
          <a:solidFill>
            <a:srgbClr val="BA1C47">
              <a:alpha val="20162"/>
            </a:srgbClr>
          </a:solidFill>
          <a:ln w="22225">
            <a:solidFill>
              <a:schemeClr val="tx1">
                <a:lumMod val="65000"/>
                <a:lumOff val="35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 dirty="0"/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DACCA109-D94E-1C16-BE6E-499DA5C9CC4E}"/>
              </a:ext>
            </a:extLst>
          </p:cNvPr>
          <p:cNvGraphicFramePr>
            <a:graphicFrameLocks noGrp="1"/>
          </p:cNvGraphicFramePr>
          <p:nvPr/>
        </p:nvGraphicFramePr>
        <p:xfrm>
          <a:off x="127743" y="1655242"/>
          <a:ext cx="4732339" cy="22050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3573">
                  <a:extLst>
                    <a:ext uri="{9D8B030D-6E8A-4147-A177-3AD203B41FA5}">
                      <a16:colId xmlns:a16="http://schemas.microsoft.com/office/drawing/2014/main" val="125743691"/>
                    </a:ext>
                  </a:extLst>
                </a:gridCol>
                <a:gridCol w="832485">
                  <a:extLst>
                    <a:ext uri="{9D8B030D-6E8A-4147-A177-3AD203B41FA5}">
                      <a16:colId xmlns:a16="http://schemas.microsoft.com/office/drawing/2014/main" val="637503006"/>
                    </a:ext>
                  </a:extLst>
                </a:gridCol>
                <a:gridCol w="491173">
                  <a:extLst>
                    <a:ext uri="{9D8B030D-6E8A-4147-A177-3AD203B41FA5}">
                      <a16:colId xmlns:a16="http://schemas.microsoft.com/office/drawing/2014/main" val="3612789214"/>
                    </a:ext>
                  </a:extLst>
                </a:gridCol>
                <a:gridCol w="1600835">
                  <a:extLst>
                    <a:ext uri="{9D8B030D-6E8A-4147-A177-3AD203B41FA5}">
                      <a16:colId xmlns:a16="http://schemas.microsoft.com/office/drawing/2014/main" val="4099287404"/>
                    </a:ext>
                  </a:extLst>
                </a:gridCol>
                <a:gridCol w="1164273">
                  <a:extLst>
                    <a:ext uri="{9D8B030D-6E8A-4147-A177-3AD203B41FA5}">
                      <a16:colId xmlns:a16="http://schemas.microsoft.com/office/drawing/2014/main" val="4289330315"/>
                    </a:ext>
                  </a:extLst>
                </a:gridCol>
              </a:tblGrid>
              <a:tr h="251462">
                <a:tc>
                  <a:txBody>
                    <a:bodyPr/>
                    <a:lstStyle/>
                    <a:p>
                      <a:r>
                        <a:rPr lang="en-JP" sz="1200" dirty="0">
                          <a:solidFill>
                            <a:schemeClr val="bg1"/>
                          </a:solidFill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学生ID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200" dirty="0">
                          <a:solidFill>
                            <a:schemeClr val="bg1"/>
                          </a:solidFill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名前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200" dirty="0">
                          <a:solidFill>
                            <a:schemeClr val="bg1"/>
                          </a:solidFill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学年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200" dirty="0">
                          <a:solidFill>
                            <a:schemeClr val="bg1"/>
                          </a:solidFill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大学email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200" dirty="0">
                          <a:solidFill>
                            <a:schemeClr val="bg1"/>
                          </a:solidFill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自宅住所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480211"/>
                  </a:ext>
                </a:extLst>
              </a:tr>
              <a:tr h="325591">
                <a:tc>
                  <a:txBody>
                    <a:bodyPr/>
                    <a:lstStyle/>
                    <a:p>
                      <a:r>
                        <a:rPr lang="en-JP" sz="12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S1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2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川澄 桜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4</a:t>
                      </a:r>
                      <a:endParaRPr lang="en-JP" sz="1200" dirty="0">
                        <a:latin typeface="Arial" panose="020B0604020202020204" pitchFamily="34" charset="0"/>
                        <a:ea typeface="IPAGothic" panose="020B0509000000000000" pitchFamily="49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2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kawasumi@xxx.ac.jp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2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名古屋市xxx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53867983"/>
                  </a:ext>
                </a:extLst>
              </a:tr>
              <a:tr h="325591">
                <a:tc>
                  <a:txBody>
                    <a:bodyPr/>
                    <a:lstStyle/>
                    <a:p>
                      <a:r>
                        <a:rPr lang="en-JP" sz="12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S2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2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山畑 滝子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2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3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2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taki@xxx.ac.jp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2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岡崎市xxx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80110813"/>
                  </a:ext>
                </a:extLst>
              </a:tr>
              <a:tr h="325591">
                <a:tc>
                  <a:txBody>
                    <a:bodyPr/>
                    <a:lstStyle/>
                    <a:p>
                      <a:r>
                        <a:rPr lang="en-JP" sz="12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S3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2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田辺 通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2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3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 err="1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t.tanabe</a:t>
                      </a:r>
                      <a:r>
                        <a:rPr lang="en-JP" sz="12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@xxx.ac.jp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2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尾張旭市xxx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12437338"/>
                  </a:ext>
                </a:extLst>
              </a:tr>
              <a:tr h="325591">
                <a:tc>
                  <a:txBody>
                    <a:bodyPr/>
                    <a:lstStyle/>
                    <a:p>
                      <a:r>
                        <a:rPr lang="en-JP" sz="12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S4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3429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JP" sz="12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田辺 瑞穂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2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1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3429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JP" sz="12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m.tanabe@xxx.ac.jp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3429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JP" sz="12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尾張旭市xxx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57189008"/>
                  </a:ext>
                </a:extLst>
              </a:tr>
              <a:tr h="325591">
                <a:tc>
                  <a:txBody>
                    <a:bodyPr/>
                    <a:lstStyle/>
                    <a:p>
                      <a:endParaRPr lang="en-JP" sz="1200" dirty="0">
                        <a:latin typeface="Arial" panose="020B0604020202020204" pitchFamily="34" charset="0"/>
                        <a:ea typeface="IPAGothic" panose="020B0509000000000000" pitchFamily="49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JP" sz="1200" dirty="0">
                        <a:latin typeface="Arial" panose="020B0604020202020204" pitchFamily="34" charset="0"/>
                        <a:ea typeface="IPAGothic" panose="020B0509000000000000" pitchFamily="49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JP" sz="1200" dirty="0">
                        <a:latin typeface="Arial" panose="020B0604020202020204" pitchFamily="34" charset="0"/>
                        <a:ea typeface="IPAGothic" panose="020B0509000000000000" pitchFamily="49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JP" sz="1200" dirty="0">
                        <a:latin typeface="Arial" panose="020B0604020202020204" pitchFamily="34" charset="0"/>
                        <a:ea typeface="IPAGothic" panose="020B0509000000000000" pitchFamily="49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JP" sz="1200" dirty="0">
                        <a:latin typeface="Arial" panose="020B0604020202020204" pitchFamily="34" charset="0"/>
                        <a:ea typeface="IPAGothic" panose="020B0509000000000000" pitchFamily="49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60357127"/>
                  </a:ext>
                </a:extLst>
              </a:tr>
              <a:tr h="325591">
                <a:tc>
                  <a:txBody>
                    <a:bodyPr/>
                    <a:lstStyle/>
                    <a:p>
                      <a:r>
                        <a:rPr lang="en-JP" sz="12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S1000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2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北 千種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2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2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2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kita@xxx.ac.jp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2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名古屋市xxx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1047392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7FF49355-3653-8390-1AAE-34B4584CB1E6}"/>
              </a:ext>
            </a:extLst>
          </p:cNvPr>
          <p:cNvSpPr txBox="1"/>
          <p:nvPr/>
        </p:nvSpPr>
        <p:spPr>
          <a:xfrm rot="5400000">
            <a:off x="3039314" y="3240407"/>
            <a:ext cx="441146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…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73F7EC8-4785-C53D-807B-9C61E39D2959}"/>
              </a:ext>
            </a:extLst>
          </p:cNvPr>
          <p:cNvSpPr txBox="1"/>
          <p:nvPr/>
        </p:nvSpPr>
        <p:spPr>
          <a:xfrm>
            <a:off x="55734" y="1316693"/>
            <a:ext cx="72327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4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連絡先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1CEABCF2-283F-B585-4574-EEBA4D2255C6}"/>
              </a:ext>
            </a:extLst>
          </p:cNvPr>
          <p:cNvSpPr/>
          <p:nvPr/>
        </p:nvSpPr>
        <p:spPr>
          <a:xfrm>
            <a:off x="5652120" y="1422281"/>
            <a:ext cx="3297046" cy="2990901"/>
          </a:xfrm>
          <a:prstGeom prst="ellipse">
            <a:avLst/>
          </a:prstGeom>
          <a:noFill/>
          <a:ln w="22225">
            <a:solidFill>
              <a:schemeClr val="tx1">
                <a:lumMod val="65000"/>
                <a:lumOff val="35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 dirty="0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AE539C00-17BF-11E6-DF97-ADDBFE4A6575}"/>
              </a:ext>
            </a:extLst>
          </p:cNvPr>
          <p:cNvSpPr/>
          <p:nvPr/>
        </p:nvSpPr>
        <p:spPr>
          <a:xfrm>
            <a:off x="6385767" y="3603115"/>
            <a:ext cx="920965" cy="534860"/>
          </a:xfrm>
          <a:prstGeom prst="ellipse">
            <a:avLst/>
          </a:prstGeom>
          <a:solidFill>
            <a:srgbClr val="BA1C47">
              <a:alpha val="58213"/>
            </a:srgbClr>
          </a:solidFill>
          <a:ln w="22225">
            <a:solidFill>
              <a:schemeClr val="tx1">
                <a:lumMod val="65000"/>
                <a:lumOff val="35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33BA88E-5B2C-646A-8874-6711E898ACB5}"/>
              </a:ext>
            </a:extLst>
          </p:cNvPr>
          <p:cNvSpPr txBox="1"/>
          <p:nvPr/>
        </p:nvSpPr>
        <p:spPr>
          <a:xfrm>
            <a:off x="6465309" y="3280052"/>
            <a:ext cx="81464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600" b="1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主キー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F8DFC67-D21A-E514-402B-4242870EB888}"/>
              </a:ext>
            </a:extLst>
          </p:cNvPr>
          <p:cNvSpPr txBox="1"/>
          <p:nvPr/>
        </p:nvSpPr>
        <p:spPr>
          <a:xfrm>
            <a:off x="6446141" y="3710507"/>
            <a:ext cx="80021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600" dirty="0">
                <a:solidFill>
                  <a:schemeClr val="bg1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学生ID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99F0936-744D-629B-FB75-22953A36665B}"/>
              </a:ext>
            </a:extLst>
          </p:cNvPr>
          <p:cNvSpPr txBox="1"/>
          <p:nvPr/>
        </p:nvSpPr>
        <p:spPr>
          <a:xfrm>
            <a:off x="6220992" y="1730595"/>
            <a:ext cx="139569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JP" sz="1400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{学生ID, 名前}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E37699F-B05B-6F2F-FFE9-FF032A46FABC}"/>
              </a:ext>
            </a:extLst>
          </p:cNvPr>
          <p:cNvSpPr txBox="1"/>
          <p:nvPr/>
        </p:nvSpPr>
        <p:spPr>
          <a:xfrm>
            <a:off x="7390725" y="3490638"/>
            <a:ext cx="71846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6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大学</a:t>
            </a:r>
          </a:p>
          <a:p>
            <a:pPr algn="l"/>
            <a:r>
              <a:rPr lang="en-JP" sz="16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email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E0BDAA1-4566-7D71-CEA0-5C90CADD1779}"/>
              </a:ext>
            </a:extLst>
          </p:cNvPr>
          <p:cNvSpPr txBox="1"/>
          <p:nvPr/>
        </p:nvSpPr>
        <p:spPr>
          <a:xfrm>
            <a:off x="6838896" y="1083726"/>
            <a:ext cx="81464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600" b="1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超キー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CE86A73-CED5-CFE1-B08C-E389F56AC0B8}"/>
              </a:ext>
            </a:extLst>
          </p:cNvPr>
          <p:cNvSpPr txBox="1"/>
          <p:nvPr/>
        </p:nvSpPr>
        <p:spPr>
          <a:xfrm>
            <a:off x="6220994" y="2006431"/>
            <a:ext cx="175881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400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{学生ID, 名前, 学年}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3527297-1D14-830D-AE7D-37763AA7FC7E}"/>
              </a:ext>
            </a:extLst>
          </p:cNvPr>
          <p:cNvSpPr txBox="1"/>
          <p:nvPr/>
        </p:nvSpPr>
        <p:spPr>
          <a:xfrm>
            <a:off x="6220988" y="2290552"/>
            <a:ext cx="264527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400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{学生ID, 名前, 学年, 大学email}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D1D1158-66B2-08C3-031D-D23FC76C66D8}"/>
              </a:ext>
            </a:extLst>
          </p:cNvPr>
          <p:cNvSpPr txBox="1"/>
          <p:nvPr/>
        </p:nvSpPr>
        <p:spPr>
          <a:xfrm>
            <a:off x="6819113" y="2891020"/>
            <a:ext cx="102463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600" b="1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候補キー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A043CBD-7018-B2B7-3521-74CDE9C3ACC0}"/>
              </a:ext>
            </a:extLst>
          </p:cNvPr>
          <p:cNvSpPr txBox="1"/>
          <p:nvPr/>
        </p:nvSpPr>
        <p:spPr>
          <a:xfrm rot="5400000">
            <a:off x="7207636" y="2533863"/>
            <a:ext cx="36420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4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…</a:t>
            </a:r>
          </a:p>
        </p:txBody>
      </p:sp>
      <p:sp>
        <p:nvSpPr>
          <p:cNvPr id="28" name="Right Arrow 27">
            <a:extLst>
              <a:ext uri="{FF2B5EF4-FFF2-40B4-BE49-F238E27FC236}">
                <a16:creationId xmlns:a16="http://schemas.microsoft.com/office/drawing/2014/main" id="{1A267515-0EFE-2625-DBC8-309C9A8DE9A2}"/>
              </a:ext>
            </a:extLst>
          </p:cNvPr>
          <p:cNvSpPr/>
          <p:nvPr/>
        </p:nvSpPr>
        <p:spPr>
          <a:xfrm>
            <a:off x="4951437" y="2597761"/>
            <a:ext cx="607895" cy="319970"/>
          </a:xfrm>
          <a:prstGeom prst="rightArrow">
            <a:avLst>
              <a:gd name="adj1" fmla="val 38993"/>
              <a:gd name="adj2" fmla="val 59990"/>
            </a:avLst>
          </a:prstGeom>
          <a:gradFill>
            <a:gsLst>
              <a:gs pos="0">
                <a:srgbClr val="BA1C47"/>
              </a:gs>
              <a:gs pos="100000">
                <a:srgbClr val="BA1C47">
                  <a:alpha val="0"/>
                </a:srgbClr>
              </a:gs>
            </a:gsLst>
            <a:lin ang="108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350"/>
          </a:p>
        </p:txBody>
      </p:sp>
    </p:spTree>
    <p:extLst>
      <p:ext uri="{BB962C8B-B14F-4D97-AF65-F5344CB8AC3E}">
        <p14:creationId xmlns:p14="http://schemas.microsoft.com/office/powerpoint/2010/main" val="303011263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A961332E-DE49-C747-15AD-3CBC2C7362AD}"/>
              </a:ext>
            </a:extLst>
          </p:cNvPr>
          <p:cNvSpPr/>
          <p:nvPr/>
        </p:nvSpPr>
        <p:spPr>
          <a:xfrm>
            <a:off x="4433307" y="1960787"/>
            <a:ext cx="3384376" cy="1475063"/>
          </a:xfrm>
          <a:prstGeom prst="rect">
            <a:avLst/>
          </a:prstGeom>
          <a:solidFill>
            <a:srgbClr val="0070C0">
              <a:alpha val="20101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 dirty="0"/>
          </a:p>
        </p:txBody>
      </p:sp>
      <p:sp>
        <p:nvSpPr>
          <p:cNvPr id="2" name="Pentagon 1">
            <a:extLst>
              <a:ext uri="{FF2B5EF4-FFF2-40B4-BE49-F238E27FC236}">
                <a16:creationId xmlns:a16="http://schemas.microsoft.com/office/drawing/2014/main" id="{B85F2EA2-C9C5-5D4D-00BA-859000C1E2BE}"/>
              </a:ext>
            </a:extLst>
          </p:cNvPr>
          <p:cNvSpPr/>
          <p:nvPr/>
        </p:nvSpPr>
        <p:spPr>
          <a:xfrm>
            <a:off x="1187625" y="1939632"/>
            <a:ext cx="3600400" cy="1496219"/>
          </a:xfrm>
          <a:prstGeom prst="homePlate">
            <a:avLst/>
          </a:prstGeom>
          <a:solidFill>
            <a:srgbClr val="F3D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6EB66EE-CDF9-A5A4-F41B-B555557A08C9}"/>
              </a:ext>
            </a:extLst>
          </p:cNvPr>
          <p:cNvSpPr txBox="1"/>
          <p:nvPr/>
        </p:nvSpPr>
        <p:spPr>
          <a:xfrm>
            <a:off x="1691335" y="2121532"/>
            <a:ext cx="1980029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概念モデリング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5B6D274-EAF4-3D8C-B76C-7E715C3AD1D1}"/>
              </a:ext>
            </a:extLst>
          </p:cNvPr>
          <p:cNvSpPr txBox="1"/>
          <p:nvPr/>
        </p:nvSpPr>
        <p:spPr>
          <a:xfrm>
            <a:off x="5146127" y="2124404"/>
            <a:ext cx="1980029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論理モデリング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6345586-3451-ABFC-4074-2E27B715E482}"/>
              </a:ext>
            </a:extLst>
          </p:cNvPr>
          <p:cNvSpPr txBox="1"/>
          <p:nvPr/>
        </p:nvSpPr>
        <p:spPr>
          <a:xfrm>
            <a:off x="1332260" y="2502844"/>
            <a:ext cx="269817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4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対象世界をざっくりとモデル化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1BC651E-D937-E8BD-6907-7F8A272C8058}"/>
              </a:ext>
            </a:extLst>
          </p:cNvPr>
          <p:cNvSpPr txBox="1"/>
          <p:nvPr/>
        </p:nvSpPr>
        <p:spPr>
          <a:xfrm>
            <a:off x="4718923" y="2462971"/>
            <a:ext cx="283443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4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DBMSに応じて概念モデルを変換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B7193620-82A0-A0D8-B602-7B50803DBAEB}"/>
              </a:ext>
            </a:extLst>
          </p:cNvPr>
          <p:cNvSpPr/>
          <p:nvPr/>
        </p:nvSpPr>
        <p:spPr>
          <a:xfrm>
            <a:off x="1628193" y="2851164"/>
            <a:ext cx="2243242" cy="432048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6C4040F-2137-9D22-DEAE-EFF392CDFCF3}"/>
              </a:ext>
            </a:extLst>
          </p:cNvPr>
          <p:cNvSpPr txBox="1"/>
          <p:nvPr/>
        </p:nvSpPr>
        <p:spPr>
          <a:xfrm>
            <a:off x="1784649" y="2918695"/>
            <a:ext cx="193033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6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例: 実体関連モデル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0C244DAE-CAAB-52A4-2AC0-F1FE7630617E}"/>
              </a:ext>
            </a:extLst>
          </p:cNvPr>
          <p:cNvSpPr/>
          <p:nvPr/>
        </p:nvSpPr>
        <p:spPr>
          <a:xfrm>
            <a:off x="4976873" y="2864899"/>
            <a:ext cx="2243242" cy="432048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137E87A-AE92-F366-1C0A-1B2F3D79AB07}"/>
              </a:ext>
            </a:extLst>
          </p:cNvPr>
          <p:cNvSpPr txBox="1"/>
          <p:nvPr/>
        </p:nvSpPr>
        <p:spPr>
          <a:xfrm>
            <a:off x="5203301" y="2918695"/>
            <a:ext cx="182614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6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関係データモデル</a:t>
            </a:r>
          </a:p>
        </p:txBody>
      </p:sp>
    </p:spTree>
    <p:extLst>
      <p:ext uri="{BB962C8B-B14F-4D97-AF65-F5344CB8AC3E}">
        <p14:creationId xmlns:p14="http://schemas.microsoft.com/office/powerpoint/2010/main" val="225683299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C54FFE4-12F2-585A-31F1-DE92EBB6F4B5}"/>
              </a:ext>
            </a:extLst>
          </p:cNvPr>
          <p:cNvSpPr/>
          <p:nvPr/>
        </p:nvSpPr>
        <p:spPr>
          <a:xfrm>
            <a:off x="3926593" y="1563644"/>
            <a:ext cx="1290821" cy="610969"/>
          </a:xfrm>
          <a:prstGeom prst="rect">
            <a:avLst/>
          </a:prstGeom>
          <a:noFill/>
          <a:ln w="2540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</a:rPr>
              <a:t>商品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252CE32A-53D8-9131-BAE7-D1B1DF8F4587}"/>
              </a:ext>
            </a:extLst>
          </p:cNvPr>
          <p:cNvSpPr/>
          <p:nvPr/>
        </p:nvSpPr>
        <p:spPr>
          <a:xfrm>
            <a:off x="2243038" y="2635351"/>
            <a:ext cx="1152127" cy="720080"/>
          </a:xfrm>
          <a:prstGeom prst="ellipse">
            <a:avLst/>
          </a:prstGeom>
          <a:noFill/>
          <a:ln w="2540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DE4BED6-13BF-F29E-47CB-CBF475DF89FE}"/>
              </a:ext>
            </a:extLst>
          </p:cNvPr>
          <p:cNvSpPr txBox="1"/>
          <p:nvPr/>
        </p:nvSpPr>
        <p:spPr>
          <a:xfrm>
            <a:off x="2382926" y="2810726"/>
            <a:ext cx="872355" cy="3692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799" u="sng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商品ID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EE49CDF0-C9A7-272D-FE86-DA051DC547D8}"/>
              </a:ext>
            </a:extLst>
          </p:cNvPr>
          <p:cNvCxnSpPr>
            <a:stCxn id="2" idx="2"/>
            <a:endCxn id="4" idx="7"/>
          </p:cNvCxnSpPr>
          <p:nvPr/>
        </p:nvCxnSpPr>
        <p:spPr>
          <a:xfrm flipH="1">
            <a:off x="3226440" y="2174613"/>
            <a:ext cx="1345562" cy="566197"/>
          </a:xfrm>
          <a:prstGeom prst="line">
            <a:avLst/>
          </a:prstGeom>
          <a:ln w="2540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Oval 8">
            <a:extLst>
              <a:ext uri="{FF2B5EF4-FFF2-40B4-BE49-F238E27FC236}">
                <a16:creationId xmlns:a16="http://schemas.microsoft.com/office/drawing/2014/main" id="{2D672EE3-EEF2-CDE0-1622-5EBB518221CC}"/>
              </a:ext>
            </a:extLst>
          </p:cNvPr>
          <p:cNvSpPr/>
          <p:nvPr/>
        </p:nvSpPr>
        <p:spPr>
          <a:xfrm>
            <a:off x="3321593" y="3165693"/>
            <a:ext cx="1152127" cy="720080"/>
          </a:xfrm>
          <a:prstGeom prst="ellipse">
            <a:avLst/>
          </a:prstGeom>
          <a:noFill/>
          <a:ln w="2540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D9A045B-D3DE-BE92-61F8-EF3F3997B67E}"/>
              </a:ext>
            </a:extLst>
          </p:cNvPr>
          <p:cNvSpPr txBox="1"/>
          <p:nvPr/>
        </p:nvSpPr>
        <p:spPr>
          <a:xfrm>
            <a:off x="3461483" y="3341068"/>
            <a:ext cx="877163" cy="3692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商品名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CA0EA223-2A5B-8A52-B36A-77F1ED66DB2F}"/>
              </a:ext>
            </a:extLst>
          </p:cNvPr>
          <p:cNvSpPr/>
          <p:nvPr/>
        </p:nvSpPr>
        <p:spPr>
          <a:xfrm>
            <a:off x="4612417" y="3165693"/>
            <a:ext cx="1152127" cy="720080"/>
          </a:xfrm>
          <a:prstGeom prst="ellipse">
            <a:avLst/>
          </a:prstGeom>
          <a:noFill/>
          <a:ln w="2540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9F2BF1D-4A0C-4005-C0D6-F003191A98EA}"/>
              </a:ext>
            </a:extLst>
          </p:cNvPr>
          <p:cNvSpPr txBox="1"/>
          <p:nvPr/>
        </p:nvSpPr>
        <p:spPr>
          <a:xfrm>
            <a:off x="4865319" y="3341068"/>
            <a:ext cx="646331" cy="3692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価格</a:t>
            </a: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E3147D8C-D1F3-8C28-297A-80E68636C1AE}"/>
              </a:ext>
            </a:extLst>
          </p:cNvPr>
          <p:cNvSpPr/>
          <p:nvPr/>
        </p:nvSpPr>
        <p:spPr>
          <a:xfrm>
            <a:off x="5753872" y="2649277"/>
            <a:ext cx="1152127" cy="720080"/>
          </a:xfrm>
          <a:prstGeom prst="ellipse">
            <a:avLst/>
          </a:prstGeom>
          <a:noFill/>
          <a:ln w="2540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E70682E-A74E-FC63-4AF6-43A11708FD3E}"/>
              </a:ext>
            </a:extLst>
          </p:cNvPr>
          <p:cNvSpPr txBox="1"/>
          <p:nvPr/>
        </p:nvSpPr>
        <p:spPr>
          <a:xfrm>
            <a:off x="5891357" y="2827811"/>
            <a:ext cx="877163" cy="3692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発売日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CC2E84DB-6326-E723-37B7-332863576E6F}"/>
              </a:ext>
            </a:extLst>
          </p:cNvPr>
          <p:cNvCxnSpPr>
            <a:cxnSpLocks/>
            <a:stCxn id="2" idx="2"/>
            <a:endCxn id="9" idx="0"/>
          </p:cNvCxnSpPr>
          <p:nvPr/>
        </p:nvCxnSpPr>
        <p:spPr>
          <a:xfrm flipH="1">
            <a:off x="3897658" y="2174607"/>
            <a:ext cx="674346" cy="991086"/>
          </a:xfrm>
          <a:prstGeom prst="line">
            <a:avLst/>
          </a:prstGeom>
          <a:ln w="2540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BE1896B5-5F27-29D4-6BCC-ACC15F1FD06B}"/>
              </a:ext>
            </a:extLst>
          </p:cNvPr>
          <p:cNvCxnSpPr>
            <a:cxnSpLocks/>
            <a:stCxn id="2" idx="2"/>
            <a:endCxn id="11" idx="0"/>
          </p:cNvCxnSpPr>
          <p:nvPr/>
        </p:nvCxnSpPr>
        <p:spPr>
          <a:xfrm>
            <a:off x="4572006" y="2174607"/>
            <a:ext cx="616478" cy="991086"/>
          </a:xfrm>
          <a:prstGeom prst="line">
            <a:avLst/>
          </a:prstGeom>
          <a:ln w="2540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3F246A13-1E14-C976-75B9-C3945B877221}"/>
              </a:ext>
            </a:extLst>
          </p:cNvPr>
          <p:cNvCxnSpPr>
            <a:cxnSpLocks/>
            <a:stCxn id="2" idx="2"/>
            <a:endCxn id="13" idx="1"/>
          </p:cNvCxnSpPr>
          <p:nvPr/>
        </p:nvCxnSpPr>
        <p:spPr>
          <a:xfrm>
            <a:off x="4572005" y="2174607"/>
            <a:ext cx="1350594" cy="580122"/>
          </a:xfrm>
          <a:prstGeom prst="line">
            <a:avLst/>
          </a:prstGeom>
          <a:ln w="2540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6868179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B499815B-E2C8-4F0F-E698-63C7E921E0B6}"/>
              </a:ext>
            </a:extLst>
          </p:cNvPr>
          <p:cNvSpPr/>
          <p:nvPr/>
        </p:nvSpPr>
        <p:spPr>
          <a:xfrm>
            <a:off x="6300195" y="2139707"/>
            <a:ext cx="1290821" cy="610969"/>
          </a:xfrm>
          <a:prstGeom prst="rect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</a:rPr>
              <a:t>商品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EB48D6DC-ACA0-851F-3230-EBA353528ED5}"/>
              </a:ext>
            </a:extLst>
          </p:cNvPr>
          <p:cNvSpPr/>
          <p:nvPr/>
        </p:nvSpPr>
        <p:spPr>
          <a:xfrm>
            <a:off x="5090200" y="2956828"/>
            <a:ext cx="1152127" cy="720080"/>
          </a:xfrm>
          <a:prstGeom prst="ellipse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56ED080-950A-846D-F5F3-0A4523B73435}"/>
              </a:ext>
            </a:extLst>
          </p:cNvPr>
          <p:cNvSpPr txBox="1"/>
          <p:nvPr/>
        </p:nvSpPr>
        <p:spPr>
          <a:xfrm>
            <a:off x="5230090" y="3132203"/>
            <a:ext cx="872355" cy="3692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799" u="sng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商品ID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CFBFDE0E-F56B-22E8-B9F8-8342D057C515}"/>
              </a:ext>
            </a:extLst>
          </p:cNvPr>
          <p:cNvCxnSpPr>
            <a:stCxn id="2" idx="2"/>
            <a:endCxn id="3" idx="7"/>
          </p:cNvCxnSpPr>
          <p:nvPr/>
        </p:nvCxnSpPr>
        <p:spPr>
          <a:xfrm flipH="1">
            <a:off x="6073602" y="2750672"/>
            <a:ext cx="872002" cy="311610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Oval 5">
            <a:extLst>
              <a:ext uri="{FF2B5EF4-FFF2-40B4-BE49-F238E27FC236}">
                <a16:creationId xmlns:a16="http://schemas.microsoft.com/office/drawing/2014/main" id="{65B0DE40-BD45-0D20-44DE-A419E64A8CEF}"/>
              </a:ext>
            </a:extLst>
          </p:cNvPr>
          <p:cNvSpPr/>
          <p:nvPr/>
        </p:nvSpPr>
        <p:spPr>
          <a:xfrm>
            <a:off x="5695197" y="3741757"/>
            <a:ext cx="1152127" cy="720080"/>
          </a:xfrm>
          <a:prstGeom prst="ellipse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31FBEC0-2C86-B8E2-AB1D-B25E61E5B14B}"/>
              </a:ext>
            </a:extLst>
          </p:cNvPr>
          <p:cNvSpPr txBox="1"/>
          <p:nvPr/>
        </p:nvSpPr>
        <p:spPr>
          <a:xfrm>
            <a:off x="5835086" y="3917132"/>
            <a:ext cx="877163" cy="3692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商品名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06C7A2AF-FCF9-28BC-FFC7-6797A6573E06}"/>
              </a:ext>
            </a:extLst>
          </p:cNvPr>
          <p:cNvSpPr/>
          <p:nvPr/>
        </p:nvSpPr>
        <p:spPr>
          <a:xfrm>
            <a:off x="6986021" y="3741757"/>
            <a:ext cx="1152127" cy="720080"/>
          </a:xfrm>
          <a:prstGeom prst="ellipse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EE733F8-E36B-4AFD-CBC0-F488362A2404}"/>
              </a:ext>
            </a:extLst>
          </p:cNvPr>
          <p:cNvSpPr txBox="1"/>
          <p:nvPr/>
        </p:nvSpPr>
        <p:spPr>
          <a:xfrm>
            <a:off x="7238923" y="3917132"/>
            <a:ext cx="646331" cy="3692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価格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A6B50F51-EABA-A8A0-A5E0-72B43DAC8DCB}"/>
              </a:ext>
            </a:extLst>
          </p:cNvPr>
          <p:cNvSpPr/>
          <p:nvPr/>
        </p:nvSpPr>
        <p:spPr>
          <a:xfrm>
            <a:off x="7610677" y="2966247"/>
            <a:ext cx="1152127" cy="720080"/>
          </a:xfrm>
          <a:prstGeom prst="ellipse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CFB5156-5052-F20D-386A-A4AC4CEF354A}"/>
              </a:ext>
            </a:extLst>
          </p:cNvPr>
          <p:cNvSpPr txBox="1"/>
          <p:nvPr/>
        </p:nvSpPr>
        <p:spPr>
          <a:xfrm>
            <a:off x="7748164" y="3144782"/>
            <a:ext cx="877163" cy="3692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発売日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47EDE61A-70BD-7DDC-2E0A-29E93F697CB9}"/>
              </a:ext>
            </a:extLst>
          </p:cNvPr>
          <p:cNvCxnSpPr>
            <a:cxnSpLocks/>
            <a:stCxn id="2" idx="2"/>
            <a:endCxn id="6" idx="0"/>
          </p:cNvCxnSpPr>
          <p:nvPr/>
        </p:nvCxnSpPr>
        <p:spPr>
          <a:xfrm flipH="1">
            <a:off x="6271260" y="2750672"/>
            <a:ext cx="674346" cy="991086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F7D387DA-EB57-4904-B881-940E949BE414}"/>
              </a:ext>
            </a:extLst>
          </p:cNvPr>
          <p:cNvCxnSpPr>
            <a:cxnSpLocks/>
            <a:stCxn id="2" idx="2"/>
            <a:endCxn id="8" idx="0"/>
          </p:cNvCxnSpPr>
          <p:nvPr/>
        </p:nvCxnSpPr>
        <p:spPr>
          <a:xfrm>
            <a:off x="6945607" y="2750672"/>
            <a:ext cx="616478" cy="991086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8B4B5DFD-881F-2B4B-25CA-F129485BF269}"/>
              </a:ext>
            </a:extLst>
          </p:cNvPr>
          <p:cNvCxnSpPr>
            <a:cxnSpLocks/>
            <a:stCxn id="2" idx="2"/>
            <a:endCxn id="10" idx="1"/>
          </p:cNvCxnSpPr>
          <p:nvPr/>
        </p:nvCxnSpPr>
        <p:spPr>
          <a:xfrm>
            <a:off x="6945609" y="2750672"/>
            <a:ext cx="833797" cy="321028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ectangle 30">
            <a:extLst>
              <a:ext uri="{FF2B5EF4-FFF2-40B4-BE49-F238E27FC236}">
                <a16:creationId xmlns:a16="http://schemas.microsoft.com/office/drawing/2014/main" id="{FE6ADB9B-2BB0-B34E-6B54-1319421E05FA}"/>
              </a:ext>
            </a:extLst>
          </p:cNvPr>
          <p:cNvSpPr/>
          <p:nvPr/>
        </p:nvSpPr>
        <p:spPr>
          <a:xfrm>
            <a:off x="1530232" y="2139707"/>
            <a:ext cx="1290821" cy="610969"/>
          </a:xfrm>
          <a:prstGeom prst="rect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</a:rPr>
              <a:t>ユーザ</a:t>
            </a:r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49F101F1-EC79-325D-F2AB-8068FF715215}"/>
              </a:ext>
            </a:extLst>
          </p:cNvPr>
          <p:cNvSpPr/>
          <p:nvPr/>
        </p:nvSpPr>
        <p:spPr>
          <a:xfrm>
            <a:off x="320236" y="2956828"/>
            <a:ext cx="1152127" cy="720080"/>
          </a:xfrm>
          <a:prstGeom prst="ellipse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715F6A2-D2E6-F762-855F-D1C2C73D85D4}"/>
              </a:ext>
            </a:extLst>
          </p:cNvPr>
          <p:cNvSpPr txBox="1"/>
          <p:nvPr/>
        </p:nvSpPr>
        <p:spPr>
          <a:xfrm>
            <a:off x="352885" y="3141621"/>
            <a:ext cx="1107996" cy="3692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799" u="sng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ユーザ名</a:t>
            </a:r>
          </a:p>
        </p:txBody>
      </p: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5A9368AD-161B-42E7-696E-37C32D3CAA12}"/>
              </a:ext>
            </a:extLst>
          </p:cNvPr>
          <p:cNvCxnSpPr>
            <a:stCxn id="31" idx="2"/>
            <a:endCxn id="32" idx="7"/>
          </p:cNvCxnSpPr>
          <p:nvPr/>
        </p:nvCxnSpPr>
        <p:spPr>
          <a:xfrm flipH="1">
            <a:off x="1303638" y="2750672"/>
            <a:ext cx="872002" cy="311610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Oval 34">
            <a:extLst>
              <a:ext uri="{FF2B5EF4-FFF2-40B4-BE49-F238E27FC236}">
                <a16:creationId xmlns:a16="http://schemas.microsoft.com/office/drawing/2014/main" id="{B27C7072-3418-FA09-26AC-4319025AA9F7}"/>
              </a:ext>
            </a:extLst>
          </p:cNvPr>
          <p:cNvSpPr/>
          <p:nvPr/>
        </p:nvSpPr>
        <p:spPr>
          <a:xfrm>
            <a:off x="925233" y="3741757"/>
            <a:ext cx="1152127" cy="720080"/>
          </a:xfrm>
          <a:prstGeom prst="ellipse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F4E05DD-401E-EBF4-A1D1-41BE29344B4D}"/>
              </a:ext>
            </a:extLst>
          </p:cNvPr>
          <p:cNvSpPr txBox="1"/>
          <p:nvPr/>
        </p:nvSpPr>
        <p:spPr>
          <a:xfrm>
            <a:off x="1178136" y="3917132"/>
            <a:ext cx="646331" cy="3692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氏名</a:t>
            </a:r>
          </a:p>
        </p:txBody>
      </p:sp>
      <p:sp>
        <p:nvSpPr>
          <p:cNvPr id="37" name="Oval 36">
            <a:extLst>
              <a:ext uri="{FF2B5EF4-FFF2-40B4-BE49-F238E27FC236}">
                <a16:creationId xmlns:a16="http://schemas.microsoft.com/office/drawing/2014/main" id="{13C5B12B-D8E4-E67D-FE44-AF8F25F659C1}"/>
              </a:ext>
            </a:extLst>
          </p:cNvPr>
          <p:cNvSpPr/>
          <p:nvPr/>
        </p:nvSpPr>
        <p:spPr>
          <a:xfrm>
            <a:off x="2216058" y="3741757"/>
            <a:ext cx="1152127" cy="720080"/>
          </a:xfrm>
          <a:prstGeom prst="ellipse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804834E2-C3B4-495F-9F68-A6E14866029D}"/>
              </a:ext>
            </a:extLst>
          </p:cNvPr>
          <p:cNvSpPr txBox="1"/>
          <p:nvPr/>
        </p:nvSpPr>
        <p:spPr>
          <a:xfrm>
            <a:off x="2399228" y="3927449"/>
            <a:ext cx="785793" cy="3692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email</a:t>
            </a:r>
          </a:p>
        </p:txBody>
      </p:sp>
      <p:sp>
        <p:nvSpPr>
          <p:cNvPr id="39" name="Oval 38">
            <a:extLst>
              <a:ext uri="{FF2B5EF4-FFF2-40B4-BE49-F238E27FC236}">
                <a16:creationId xmlns:a16="http://schemas.microsoft.com/office/drawing/2014/main" id="{B90A93FD-4FB9-0EE4-0868-603F22B3331B}"/>
              </a:ext>
            </a:extLst>
          </p:cNvPr>
          <p:cNvSpPr/>
          <p:nvPr/>
        </p:nvSpPr>
        <p:spPr>
          <a:xfrm>
            <a:off x="2840714" y="2966247"/>
            <a:ext cx="1152127" cy="720080"/>
          </a:xfrm>
          <a:prstGeom prst="ellipse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61F0550D-5623-2177-6486-178139C0A365}"/>
              </a:ext>
            </a:extLst>
          </p:cNvPr>
          <p:cNvSpPr txBox="1"/>
          <p:nvPr/>
        </p:nvSpPr>
        <p:spPr>
          <a:xfrm>
            <a:off x="3114370" y="3136382"/>
            <a:ext cx="646331" cy="3692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住所</a:t>
            </a:r>
          </a:p>
        </p:txBody>
      </p: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B2D9D8E9-369C-D611-615D-D752E23796D8}"/>
              </a:ext>
            </a:extLst>
          </p:cNvPr>
          <p:cNvCxnSpPr>
            <a:cxnSpLocks/>
            <a:stCxn id="31" idx="2"/>
            <a:endCxn id="35" idx="0"/>
          </p:cNvCxnSpPr>
          <p:nvPr/>
        </p:nvCxnSpPr>
        <p:spPr>
          <a:xfrm flipH="1">
            <a:off x="1501297" y="2750672"/>
            <a:ext cx="674346" cy="991086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644AEC52-E750-E0EF-7F16-AC2908E4AFA2}"/>
              </a:ext>
            </a:extLst>
          </p:cNvPr>
          <p:cNvCxnSpPr>
            <a:cxnSpLocks/>
            <a:stCxn id="31" idx="2"/>
            <a:endCxn id="37" idx="0"/>
          </p:cNvCxnSpPr>
          <p:nvPr/>
        </p:nvCxnSpPr>
        <p:spPr>
          <a:xfrm>
            <a:off x="2175645" y="2750672"/>
            <a:ext cx="616478" cy="991086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C577BFB6-CF75-B610-148F-22060812388F}"/>
              </a:ext>
            </a:extLst>
          </p:cNvPr>
          <p:cNvCxnSpPr>
            <a:cxnSpLocks/>
            <a:stCxn id="31" idx="2"/>
            <a:endCxn id="39" idx="1"/>
          </p:cNvCxnSpPr>
          <p:nvPr/>
        </p:nvCxnSpPr>
        <p:spPr>
          <a:xfrm>
            <a:off x="2175646" y="2750672"/>
            <a:ext cx="833797" cy="321028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Diamond 43">
            <a:extLst>
              <a:ext uri="{FF2B5EF4-FFF2-40B4-BE49-F238E27FC236}">
                <a16:creationId xmlns:a16="http://schemas.microsoft.com/office/drawing/2014/main" id="{0BCFA5B9-0156-C62B-A55B-020228B03810}"/>
              </a:ext>
            </a:extLst>
          </p:cNvPr>
          <p:cNvSpPr/>
          <p:nvPr/>
        </p:nvSpPr>
        <p:spPr>
          <a:xfrm>
            <a:off x="3705173" y="2014463"/>
            <a:ext cx="1751955" cy="864096"/>
          </a:xfrm>
          <a:prstGeom prst="diamond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1B00023F-1F00-69C0-3E83-27412A82EC48}"/>
              </a:ext>
            </a:extLst>
          </p:cNvPr>
          <p:cNvSpPr txBox="1"/>
          <p:nvPr/>
        </p:nvSpPr>
        <p:spPr>
          <a:xfrm>
            <a:off x="4027147" y="2261846"/>
            <a:ext cx="1107996" cy="3692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購入希望</a:t>
            </a:r>
          </a:p>
        </p:txBody>
      </p: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E65E2E1B-0F96-9D5D-1727-7E056412D1C4}"/>
              </a:ext>
            </a:extLst>
          </p:cNvPr>
          <p:cNvCxnSpPr>
            <a:cxnSpLocks/>
            <a:stCxn id="44" idx="3"/>
            <a:endCxn id="2" idx="1"/>
          </p:cNvCxnSpPr>
          <p:nvPr/>
        </p:nvCxnSpPr>
        <p:spPr>
          <a:xfrm flipV="1">
            <a:off x="5457123" y="2445189"/>
            <a:ext cx="843070" cy="1324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3C39C50E-0E37-8AC5-23E0-9E2AFE8143DC}"/>
              </a:ext>
            </a:extLst>
          </p:cNvPr>
          <p:cNvCxnSpPr>
            <a:cxnSpLocks/>
            <a:stCxn id="31" idx="3"/>
            <a:endCxn id="44" idx="1"/>
          </p:cNvCxnSpPr>
          <p:nvPr/>
        </p:nvCxnSpPr>
        <p:spPr>
          <a:xfrm>
            <a:off x="2821052" y="2445189"/>
            <a:ext cx="884116" cy="1324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Oval 54">
            <a:extLst>
              <a:ext uri="{FF2B5EF4-FFF2-40B4-BE49-F238E27FC236}">
                <a16:creationId xmlns:a16="http://schemas.microsoft.com/office/drawing/2014/main" id="{2838F6A7-04A8-71A1-8880-840F1BA9F91C}"/>
              </a:ext>
            </a:extLst>
          </p:cNvPr>
          <p:cNvSpPr/>
          <p:nvPr/>
        </p:nvSpPr>
        <p:spPr>
          <a:xfrm>
            <a:off x="4006807" y="931281"/>
            <a:ext cx="1152127" cy="720080"/>
          </a:xfrm>
          <a:prstGeom prst="ellipse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E53C24D3-3B59-C0BB-EB97-ADE4EBA037B3}"/>
              </a:ext>
            </a:extLst>
          </p:cNvPr>
          <p:cNvSpPr txBox="1"/>
          <p:nvPr/>
        </p:nvSpPr>
        <p:spPr>
          <a:xfrm>
            <a:off x="4155416" y="1106654"/>
            <a:ext cx="877163" cy="3692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登録日</a:t>
            </a:r>
          </a:p>
        </p:txBody>
      </p: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05718167-9C32-7FFE-8EB0-89A442175229}"/>
              </a:ext>
            </a:extLst>
          </p:cNvPr>
          <p:cNvCxnSpPr>
            <a:cxnSpLocks/>
            <a:stCxn id="44" idx="0"/>
            <a:endCxn id="55" idx="4"/>
          </p:cNvCxnSpPr>
          <p:nvPr/>
        </p:nvCxnSpPr>
        <p:spPr>
          <a:xfrm flipV="1">
            <a:off x="4581145" y="1651366"/>
            <a:ext cx="1724" cy="363103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3017244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B499815B-E2C8-4F0F-E698-63C7E921E0B6}"/>
              </a:ext>
            </a:extLst>
          </p:cNvPr>
          <p:cNvSpPr/>
          <p:nvPr/>
        </p:nvSpPr>
        <p:spPr>
          <a:xfrm>
            <a:off x="6300195" y="2139707"/>
            <a:ext cx="1290821" cy="610969"/>
          </a:xfrm>
          <a:prstGeom prst="rect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</a:rPr>
              <a:t>商品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EB48D6DC-ACA0-851F-3230-EBA353528ED5}"/>
              </a:ext>
            </a:extLst>
          </p:cNvPr>
          <p:cNvSpPr/>
          <p:nvPr/>
        </p:nvSpPr>
        <p:spPr>
          <a:xfrm>
            <a:off x="5090200" y="2956828"/>
            <a:ext cx="1152127" cy="720080"/>
          </a:xfrm>
          <a:prstGeom prst="ellipse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56ED080-950A-846D-F5F3-0A4523B73435}"/>
              </a:ext>
            </a:extLst>
          </p:cNvPr>
          <p:cNvSpPr txBox="1"/>
          <p:nvPr/>
        </p:nvSpPr>
        <p:spPr>
          <a:xfrm>
            <a:off x="5230090" y="3132203"/>
            <a:ext cx="872355" cy="3692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799" u="sng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商品ID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CFBFDE0E-F56B-22E8-B9F8-8342D057C515}"/>
              </a:ext>
            </a:extLst>
          </p:cNvPr>
          <p:cNvCxnSpPr>
            <a:stCxn id="2" idx="2"/>
            <a:endCxn id="3" idx="7"/>
          </p:cNvCxnSpPr>
          <p:nvPr/>
        </p:nvCxnSpPr>
        <p:spPr>
          <a:xfrm flipH="1">
            <a:off x="6073602" y="2750672"/>
            <a:ext cx="872002" cy="311610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Oval 5">
            <a:extLst>
              <a:ext uri="{FF2B5EF4-FFF2-40B4-BE49-F238E27FC236}">
                <a16:creationId xmlns:a16="http://schemas.microsoft.com/office/drawing/2014/main" id="{65B0DE40-BD45-0D20-44DE-A419E64A8CEF}"/>
              </a:ext>
            </a:extLst>
          </p:cNvPr>
          <p:cNvSpPr/>
          <p:nvPr/>
        </p:nvSpPr>
        <p:spPr>
          <a:xfrm>
            <a:off x="5695197" y="3741757"/>
            <a:ext cx="1152127" cy="720080"/>
          </a:xfrm>
          <a:prstGeom prst="ellipse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31FBEC0-2C86-B8E2-AB1D-B25E61E5B14B}"/>
              </a:ext>
            </a:extLst>
          </p:cNvPr>
          <p:cNvSpPr txBox="1"/>
          <p:nvPr/>
        </p:nvSpPr>
        <p:spPr>
          <a:xfrm>
            <a:off x="5835086" y="3917132"/>
            <a:ext cx="877163" cy="3692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商品名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06C7A2AF-FCF9-28BC-FFC7-6797A6573E06}"/>
              </a:ext>
            </a:extLst>
          </p:cNvPr>
          <p:cNvSpPr/>
          <p:nvPr/>
        </p:nvSpPr>
        <p:spPr>
          <a:xfrm>
            <a:off x="6986021" y="3741757"/>
            <a:ext cx="1152127" cy="720080"/>
          </a:xfrm>
          <a:prstGeom prst="ellipse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EE733F8-E36B-4AFD-CBC0-F488362A2404}"/>
              </a:ext>
            </a:extLst>
          </p:cNvPr>
          <p:cNvSpPr txBox="1"/>
          <p:nvPr/>
        </p:nvSpPr>
        <p:spPr>
          <a:xfrm>
            <a:off x="7238923" y="3917132"/>
            <a:ext cx="646331" cy="3692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価格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A6B50F51-EABA-A8A0-A5E0-72B43DAC8DCB}"/>
              </a:ext>
            </a:extLst>
          </p:cNvPr>
          <p:cNvSpPr/>
          <p:nvPr/>
        </p:nvSpPr>
        <p:spPr>
          <a:xfrm>
            <a:off x="7610677" y="2966247"/>
            <a:ext cx="1152127" cy="720080"/>
          </a:xfrm>
          <a:prstGeom prst="ellipse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CFB5156-5052-F20D-386A-A4AC4CEF354A}"/>
              </a:ext>
            </a:extLst>
          </p:cNvPr>
          <p:cNvSpPr txBox="1"/>
          <p:nvPr/>
        </p:nvSpPr>
        <p:spPr>
          <a:xfrm>
            <a:off x="7748164" y="3144782"/>
            <a:ext cx="877163" cy="3692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発売日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47EDE61A-70BD-7DDC-2E0A-29E93F697CB9}"/>
              </a:ext>
            </a:extLst>
          </p:cNvPr>
          <p:cNvCxnSpPr>
            <a:cxnSpLocks/>
            <a:stCxn id="2" idx="2"/>
            <a:endCxn id="6" idx="0"/>
          </p:cNvCxnSpPr>
          <p:nvPr/>
        </p:nvCxnSpPr>
        <p:spPr>
          <a:xfrm flipH="1">
            <a:off x="6271260" y="2750672"/>
            <a:ext cx="674346" cy="991086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F7D387DA-EB57-4904-B881-940E949BE414}"/>
              </a:ext>
            </a:extLst>
          </p:cNvPr>
          <p:cNvCxnSpPr>
            <a:cxnSpLocks/>
            <a:stCxn id="2" idx="2"/>
            <a:endCxn id="8" idx="0"/>
          </p:cNvCxnSpPr>
          <p:nvPr/>
        </p:nvCxnSpPr>
        <p:spPr>
          <a:xfrm>
            <a:off x="6945607" y="2750672"/>
            <a:ext cx="616478" cy="991086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8B4B5DFD-881F-2B4B-25CA-F129485BF269}"/>
              </a:ext>
            </a:extLst>
          </p:cNvPr>
          <p:cNvCxnSpPr>
            <a:cxnSpLocks/>
            <a:stCxn id="2" idx="2"/>
            <a:endCxn id="10" idx="1"/>
          </p:cNvCxnSpPr>
          <p:nvPr/>
        </p:nvCxnSpPr>
        <p:spPr>
          <a:xfrm>
            <a:off x="6945609" y="2750672"/>
            <a:ext cx="833797" cy="321028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ectangle 30">
            <a:extLst>
              <a:ext uri="{FF2B5EF4-FFF2-40B4-BE49-F238E27FC236}">
                <a16:creationId xmlns:a16="http://schemas.microsoft.com/office/drawing/2014/main" id="{FE6ADB9B-2BB0-B34E-6B54-1319421E05FA}"/>
              </a:ext>
            </a:extLst>
          </p:cNvPr>
          <p:cNvSpPr/>
          <p:nvPr/>
        </p:nvSpPr>
        <p:spPr>
          <a:xfrm>
            <a:off x="1530232" y="2139707"/>
            <a:ext cx="1290821" cy="610969"/>
          </a:xfrm>
          <a:prstGeom prst="rect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</a:rPr>
              <a:t>ユーザ</a:t>
            </a:r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49F101F1-EC79-325D-F2AB-8068FF715215}"/>
              </a:ext>
            </a:extLst>
          </p:cNvPr>
          <p:cNvSpPr/>
          <p:nvPr/>
        </p:nvSpPr>
        <p:spPr>
          <a:xfrm>
            <a:off x="320236" y="2956828"/>
            <a:ext cx="1152127" cy="720080"/>
          </a:xfrm>
          <a:prstGeom prst="ellipse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715F6A2-D2E6-F762-855F-D1C2C73D85D4}"/>
              </a:ext>
            </a:extLst>
          </p:cNvPr>
          <p:cNvSpPr txBox="1"/>
          <p:nvPr/>
        </p:nvSpPr>
        <p:spPr>
          <a:xfrm>
            <a:off x="352885" y="3141621"/>
            <a:ext cx="1107996" cy="3692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799" u="sng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ユーザ名</a:t>
            </a:r>
          </a:p>
        </p:txBody>
      </p: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5A9368AD-161B-42E7-696E-37C32D3CAA12}"/>
              </a:ext>
            </a:extLst>
          </p:cNvPr>
          <p:cNvCxnSpPr>
            <a:stCxn id="31" idx="2"/>
            <a:endCxn id="32" idx="7"/>
          </p:cNvCxnSpPr>
          <p:nvPr/>
        </p:nvCxnSpPr>
        <p:spPr>
          <a:xfrm flipH="1">
            <a:off x="1303638" y="2750672"/>
            <a:ext cx="872002" cy="311610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Oval 34">
            <a:extLst>
              <a:ext uri="{FF2B5EF4-FFF2-40B4-BE49-F238E27FC236}">
                <a16:creationId xmlns:a16="http://schemas.microsoft.com/office/drawing/2014/main" id="{B27C7072-3418-FA09-26AC-4319025AA9F7}"/>
              </a:ext>
            </a:extLst>
          </p:cNvPr>
          <p:cNvSpPr/>
          <p:nvPr/>
        </p:nvSpPr>
        <p:spPr>
          <a:xfrm>
            <a:off x="925233" y="3741757"/>
            <a:ext cx="1152127" cy="720080"/>
          </a:xfrm>
          <a:prstGeom prst="ellipse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F4E05DD-401E-EBF4-A1D1-41BE29344B4D}"/>
              </a:ext>
            </a:extLst>
          </p:cNvPr>
          <p:cNvSpPr txBox="1"/>
          <p:nvPr/>
        </p:nvSpPr>
        <p:spPr>
          <a:xfrm>
            <a:off x="1178136" y="3917132"/>
            <a:ext cx="646331" cy="3692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氏名</a:t>
            </a:r>
          </a:p>
        </p:txBody>
      </p:sp>
      <p:sp>
        <p:nvSpPr>
          <p:cNvPr id="37" name="Oval 36">
            <a:extLst>
              <a:ext uri="{FF2B5EF4-FFF2-40B4-BE49-F238E27FC236}">
                <a16:creationId xmlns:a16="http://schemas.microsoft.com/office/drawing/2014/main" id="{13C5B12B-D8E4-E67D-FE44-AF8F25F659C1}"/>
              </a:ext>
            </a:extLst>
          </p:cNvPr>
          <p:cNvSpPr/>
          <p:nvPr/>
        </p:nvSpPr>
        <p:spPr>
          <a:xfrm>
            <a:off x="2216058" y="3741757"/>
            <a:ext cx="1152127" cy="720080"/>
          </a:xfrm>
          <a:prstGeom prst="ellipse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804834E2-C3B4-495F-9F68-A6E14866029D}"/>
              </a:ext>
            </a:extLst>
          </p:cNvPr>
          <p:cNvSpPr txBox="1"/>
          <p:nvPr/>
        </p:nvSpPr>
        <p:spPr>
          <a:xfrm>
            <a:off x="2399228" y="3927449"/>
            <a:ext cx="785793" cy="3692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email</a:t>
            </a:r>
          </a:p>
        </p:txBody>
      </p:sp>
      <p:sp>
        <p:nvSpPr>
          <p:cNvPr id="39" name="Oval 38">
            <a:extLst>
              <a:ext uri="{FF2B5EF4-FFF2-40B4-BE49-F238E27FC236}">
                <a16:creationId xmlns:a16="http://schemas.microsoft.com/office/drawing/2014/main" id="{B90A93FD-4FB9-0EE4-0868-603F22B3331B}"/>
              </a:ext>
            </a:extLst>
          </p:cNvPr>
          <p:cNvSpPr/>
          <p:nvPr/>
        </p:nvSpPr>
        <p:spPr>
          <a:xfrm>
            <a:off x="2840714" y="2966247"/>
            <a:ext cx="1152127" cy="720080"/>
          </a:xfrm>
          <a:prstGeom prst="ellipse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61F0550D-5623-2177-6486-178139C0A365}"/>
              </a:ext>
            </a:extLst>
          </p:cNvPr>
          <p:cNvSpPr txBox="1"/>
          <p:nvPr/>
        </p:nvSpPr>
        <p:spPr>
          <a:xfrm>
            <a:off x="3114370" y="3136382"/>
            <a:ext cx="646331" cy="3692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住所</a:t>
            </a:r>
          </a:p>
        </p:txBody>
      </p: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B2D9D8E9-369C-D611-615D-D752E23796D8}"/>
              </a:ext>
            </a:extLst>
          </p:cNvPr>
          <p:cNvCxnSpPr>
            <a:cxnSpLocks/>
            <a:stCxn id="31" idx="2"/>
            <a:endCxn id="35" idx="0"/>
          </p:cNvCxnSpPr>
          <p:nvPr/>
        </p:nvCxnSpPr>
        <p:spPr>
          <a:xfrm flipH="1">
            <a:off x="1501297" y="2750672"/>
            <a:ext cx="674346" cy="991086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644AEC52-E750-E0EF-7F16-AC2908E4AFA2}"/>
              </a:ext>
            </a:extLst>
          </p:cNvPr>
          <p:cNvCxnSpPr>
            <a:cxnSpLocks/>
            <a:stCxn id="31" idx="2"/>
            <a:endCxn id="37" idx="0"/>
          </p:cNvCxnSpPr>
          <p:nvPr/>
        </p:nvCxnSpPr>
        <p:spPr>
          <a:xfrm>
            <a:off x="2175645" y="2750672"/>
            <a:ext cx="616478" cy="991086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C577BFB6-CF75-B610-148F-22060812388F}"/>
              </a:ext>
            </a:extLst>
          </p:cNvPr>
          <p:cNvCxnSpPr>
            <a:cxnSpLocks/>
            <a:stCxn id="31" idx="2"/>
            <a:endCxn id="39" idx="1"/>
          </p:cNvCxnSpPr>
          <p:nvPr/>
        </p:nvCxnSpPr>
        <p:spPr>
          <a:xfrm>
            <a:off x="2175646" y="2750672"/>
            <a:ext cx="833797" cy="321028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Diamond 43">
            <a:extLst>
              <a:ext uri="{FF2B5EF4-FFF2-40B4-BE49-F238E27FC236}">
                <a16:creationId xmlns:a16="http://schemas.microsoft.com/office/drawing/2014/main" id="{0BCFA5B9-0156-C62B-A55B-020228B03810}"/>
              </a:ext>
            </a:extLst>
          </p:cNvPr>
          <p:cNvSpPr/>
          <p:nvPr/>
        </p:nvSpPr>
        <p:spPr>
          <a:xfrm>
            <a:off x="3705173" y="2014463"/>
            <a:ext cx="1751955" cy="864096"/>
          </a:xfrm>
          <a:prstGeom prst="diamond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1B00023F-1F00-69C0-3E83-27412A82EC48}"/>
              </a:ext>
            </a:extLst>
          </p:cNvPr>
          <p:cNvSpPr txBox="1"/>
          <p:nvPr/>
        </p:nvSpPr>
        <p:spPr>
          <a:xfrm>
            <a:off x="4027147" y="2261846"/>
            <a:ext cx="1107996" cy="3692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購入希望</a:t>
            </a:r>
          </a:p>
        </p:txBody>
      </p: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E65E2E1B-0F96-9D5D-1727-7E056412D1C4}"/>
              </a:ext>
            </a:extLst>
          </p:cNvPr>
          <p:cNvCxnSpPr>
            <a:cxnSpLocks/>
            <a:stCxn id="44" idx="3"/>
            <a:endCxn id="2" idx="1"/>
          </p:cNvCxnSpPr>
          <p:nvPr/>
        </p:nvCxnSpPr>
        <p:spPr>
          <a:xfrm flipV="1">
            <a:off x="5457123" y="2445189"/>
            <a:ext cx="843070" cy="1324"/>
          </a:xfrm>
          <a:prstGeom prst="line">
            <a:avLst/>
          </a:prstGeom>
          <a:ln w="1079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3C39C50E-0E37-8AC5-23E0-9E2AFE8143DC}"/>
              </a:ext>
            </a:extLst>
          </p:cNvPr>
          <p:cNvCxnSpPr>
            <a:cxnSpLocks/>
            <a:stCxn id="31" idx="3"/>
            <a:endCxn id="44" idx="1"/>
          </p:cNvCxnSpPr>
          <p:nvPr/>
        </p:nvCxnSpPr>
        <p:spPr>
          <a:xfrm>
            <a:off x="2821052" y="2445189"/>
            <a:ext cx="884116" cy="1324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Oval 54">
            <a:extLst>
              <a:ext uri="{FF2B5EF4-FFF2-40B4-BE49-F238E27FC236}">
                <a16:creationId xmlns:a16="http://schemas.microsoft.com/office/drawing/2014/main" id="{2838F6A7-04A8-71A1-8880-840F1BA9F91C}"/>
              </a:ext>
            </a:extLst>
          </p:cNvPr>
          <p:cNvSpPr/>
          <p:nvPr/>
        </p:nvSpPr>
        <p:spPr>
          <a:xfrm>
            <a:off x="4006807" y="931281"/>
            <a:ext cx="1152127" cy="720080"/>
          </a:xfrm>
          <a:prstGeom prst="ellipse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E53C24D3-3B59-C0BB-EB97-ADE4EBA037B3}"/>
              </a:ext>
            </a:extLst>
          </p:cNvPr>
          <p:cNvSpPr txBox="1"/>
          <p:nvPr/>
        </p:nvSpPr>
        <p:spPr>
          <a:xfrm>
            <a:off x="4155416" y="1106654"/>
            <a:ext cx="877163" cy="3692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登録日</a:t>
            </a:r>
          </a:p>
        </p:txBody>
      </p: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05718167-9C32-7FFE-8EB0-89A442175229}"/>
              </a:ext>
            </a:extLst>
          </p:cNvPr>
          <p:cNvCxnSpPr>
            <a:cxnSpLocks/>
            <a:stCxn id="44" idx="0"/>
            <a:endCxn id="55" idx="4"/>
          </p:cNvCxnSpPr>
          <p:nvPr/>
        </p:nvCxnSpPr>
        <p:spPr>
          <a:xfrm flipV="1">
            <a:off x="4581145" y="1651366"/>
            <a:ext cx="1724" cy="363103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572720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>
            <a:extLst>
              <a:ext uri="{FF2B5EF4-FFF2-40B4-BE49-F238E27FC236}">
                <a16:creationId xmlns:a16="http://schemas.microsoft.com/office/drawing/2014/main" id="{198D9D47-0E77-A750-DFF8-A2AF4A6F236A}"/>
              </a:ext>
            </a:extLst>
          </p:cNvPr>
          <p:cNvSpPr/>
          <p:nvPr/>
        </p:nvSpPr>
        <p:spPr>
          <a:xfrm>
            <a:off x="611565" y="1293996"/>
            <a:ext cx="1811667" cy="3045823"/>
          </a:xfrm>
          <a:prstGeom prst="ellipse">
            <a:avLst/>
          </a:prstGeom>
          <a:solidFill>
            <a:schemeClr val="bg1">
              <a:lumMod val="85000"/>
              <a:alpha val="64082"/>
            </a:schemeClr>
          </a:solidFill>
          <a:ln w="222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7158DA0-904F-A2FD-0682-B23313F4AC82}"/>
              </a:ext>
            </a:extLst>
          </p:cNvPr>
          <p:cNvSpPr txBox="1"/>
          <p:nvPr/>
        </p:nvSpPr>
        <p:spPr>
          <a:xfrm>
            <a:off x="1113219" y="953728"/>
            <a:ext cx="80021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600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ユーザ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2D0C128A-4101-6E9A-7D21-80009A255293}"/>
              </a:ext>
            </a:extLst>
          </p:cNvPr>
          <p:cNvSpPr/>
          <p:nvPr/>
        </p:nvSpPr>
        <p:spPr>
          <a:xfrm>
            <a:off x="1438758" y="1854288"/>
            <a:ext cx="157274" cy="157274"/>
          </a:xfrm>
          <a:prstGeom prst="ellipse">
            <a:avLst/>
          </a:prstGeom>
          <a:solidFill>
            <a:srgbClr val="2B33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E71655FF-7711-6194-F945-F8D889CB99E6}"/>
              </a:ext>
            </a:extLst>
          </p:cNvPr>
          <p:cNvSpPr/>
          <p:nvPr/>
        </p:nvSpPr>
        <p:spPr>
          <a:xfrm>
            <a:off x="1438758" y="2436981"/>
            <a:ext cx="157274" cy="157274"/>
          </a:xfrm>
          <a:prstGeom prst="ellipse">
            <a:avLst/>
          </a:prstGeom>
          <a:solidFill>
            <a:srgbClr val="2B33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06BA4863-F438-629E-A123-318E4CC7E05B}"/>
              </a:ext>
            </a:extLst>
          </p:cNvPr>
          <p:cNvSpPr/>
          <p:nvPr/>
        </p:nvSpPr>
        <p:spPr>
          <a:xfrm>
            <a:off x="1438758" y="3019674"/>
            <a:ext cx="157274" cy="157274"/>
          </a:xfrm>
          <a:prstGeom prst="ellipse">
            <a:avLst/>
          </a:prstGeom>
          <a:solidFill>
            <a:srgbClr val="2B33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9E4DF269-FCDB-333B-C2F3-831ADCF1A126}"/>
              </a:ext>
            </a:extLst>
          </p:cNvPr>
          <p:cNvSpPr/>
          <p:nvPr/>
        </p:nvSpPr>
        <p:spPr>
          <a:xfrm>
            <a:off x="1438758" y="3602365"/>
            <a:ext cx="157274" cy="157274"/>
          </a:xfrm>
          <a:prstGeom prst="ellipse">
            <a:avLst/>
          </a:prstGeom>
          <a:solidFill>
            <a:srgbClr val="2B33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C0A4D952-44A3-318B-31FC-CB3F4874CEF3}"/>
              </a:ext>
            </a:extLst>
          </p:cNvPr>
          <p:cNvSpPr/>
          <p:nvPr/>
        </p:nvSpPr>
        <p:spPr>
          <a:xfrm>
            <a:off x="3239856" y="356166"/>
            <a:ext cx="2027692" cy="4632514"/>
          </a:xfrm>
          <a:prstGeom prst="ellipse">
            <a:avLst/>
          </a:prstGeom>
          <a:solidFill>
            <a:schemeClr val="bg1">
              <a:lumMod val="85000"/>
              <a:alpha val="64082"/>
            </a:schemeClr>
          </a:solidFill>
          <a:ln w="222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 dirty="0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233BF1A8-BF64-2DD9-C85B-7C6903B7130B}"/>
              </a:ext>
            </a:extLst>
          </p:cNvPr>
          <p:cNvSpPr/>
          <p:nvPr/>
        </p:nvSpPr>
        <p:spPr>
          <a:xfrm>
            <a:off x="4180816" y="837843"/>
            <a:ext cx="157274" cy="157274"/>
          </a:xfrm>
          <a:prstGeom prst="ellipse">
            <a:avLst/>
          </a:prstGeom>
          <a:solidFill>
            <a:srgbClr val="2B33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37550860-693E-FDF1-36BC-68691A2EACB1}"/>
              </a:ext>
            </a:extLst>
          </p:cNvPr>
          <p:cNvSpPr/>
          <p:nvPr/>
        </p:nvSpPr>
        <p:spPr>
          <a:xfrm>
            <a:off x="4180816" y="1420536"/>
            <a:ext cx="157274" cy="157274"/>
          </a:xfrm>
          <a:prstGeom prst="ellipse">
            <a:avLst/>
          </a:prstGeom>
          <a:solidFill>
            <a:srgbClr val="2B33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C3EFF78B-07D2-E00C-1205-70AA10D5D34A}"/>
              </a:ext>
            </a:extLst>
          </p:cNvPr>
          <p:cNvSpPr/>
          <p:nvPr/>
        </p:nvSpPr>
        <p:spPr>
          <a:xfrm>
            <a:off x="4180816" y="2003230"/>
            <a:ext cx="157274" cy="157274"/>
          </a:xfrm>
          <a:prstGeom prst="ellipse">
            <a:avLst/>
          </a:prstGeom>
          <a:solidFill>
            <a:srgbClr val="2B33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D9C59791-96A0-1FD2-ECC2-9B2A666E6BFC}"/>
              </a:ext>
            </a:extLst>
          </p:cNvPr>
          <p:cNvSpPr/>
          <p:nvPr/>
        </p:nvSpPr>
        <p:spPr>
          <a:xfrm>
            <a:off x="4180816" y="2585923"/>
            <a:ext cx="157274" cy="157274"/>
          </a:xfrm>
          <a:prstGeom prst="ellipse">
            <a:avLst/>
          </a:prstGeom>
          <a:solidFill>
            <a:srgbClr val="2B33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5A7786A1-C756-9AB1-ECF8-AAE9F246DF6A}"/>
              </a:ext>
            </a:extLst>
          </p:cNvPr>
          <p:cNvSpPr/>
          <p:nvPr/>
        </p:nvSpPr>
        <p:spPr>
          <a:xfrm>
            <a:off x="4175061" y="3244741"/>
            <a:ext cx="157274" cy="157274"/>
          </a:xfrm>
          <a:prstGeom prst="ellipse">
            <a:avLst/>
          </a:prstGeom>
          <a:solidFill>
            <a:srgbClr val="2B33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8EFDAF35-A6E0-6FEF-97BB-201DEAB65E23}"/>
              </a:ext>
            </a:extLst>
          </p:cNvPr>
          <p:cNvSpPr/>
          <p:nvPr/>
        </p:nvSpPr>
        <p:spPr>
          <a:xfrm>
            <a:off x="4175061" y="3827436"/>
            <a:ext cx="157274" cy="157274"/>
          </a:xfrm>
          <a:prstGeom prst="ellipse">
            <a:avLst/>
          </a:prstGeom>
          <a:solidFill>
            <a:srgbClr val="2B33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98C70C63-0177-BB05-526F-D55C76F19D9D}"/>
              </a:ext>
            </a:extLst>
          </p:cNvPr>
          <p:cNvSpPr/>
          <p:nvPr/>
        </p:nvSpPr>
        <p:spPr>
          <a:xfrm>
            <a:off x="4175061" y="4410129"/>
            <a:ext cx="157274" cy="157274"/>
          </a:xfrm>
          <a:prstGeom prst="ellipse">
            <a:avLst/>
          </a:prstGeom>
          <a:solidFill>
            <a:srgbClr val="2B33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9E9D0E7-9D18-8AD5-5829-249422FC4696}"/>
              </a:ext>
            </a:extLst>
          </p:cNvPr>
          <p:cNvSpPr txBox="1"/>
          <p:nvPr/>
        </p:nvSpPr>
        <p:spPr>
          <a:xfrm>
            <a:off x="3750998" y="38769"/>
            <a:ext cx="100540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6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購入希望</a:t>
            </a: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9F58FACA-4E28-5590-C00B-D3C371B93CBE}"/>
              </a:ext>
            </a:extLst>
          </p:cNvPr>
          <p:cNvSpPr/>
          <p:nvPr/>
        </p:nvSpPr>
        <p:spPr>
          <a:xfrm>
            <a:off x="6202757" y="1020366"/>
            <a:ext cx="1811667" cy="3548278"/>
          </a:xfrm>
          <a:prstGeom prst="ellipse">
            <a:avLst/>
          </a:prstGeom>
          <a:solidFill>
            <a:schemeClr val="bg1">
              <a:lumMod val="85000"/>
              <a:alpha val="64082"/>
            </a:schemeClr>
          </a:solidFill>
          <a:ln w="222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8CCA9F3-B499-F29B-6130-DC87FAF4E822}"/>
              </a:ext>
            </a:extLst>
          </p:cNvPr>
          <p:cNvSpPr txBox="1"/>
          <p:nvPr/>
        </p:nvSpPr>
        <p:spPr>
          <a:xfrm>
            <a:off x="6806263" y="619750"/>
            <a:ext cx="59503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600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商品</a:t>
            </a:r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1F0DB114-1A8C-BF11-F066-28AE580714D7}"/>
              </a:ext>
            </a:extLst>
          </p:cNvPr>
          <p:cNvSpPr/>
          <p:nvPr/>
        </p:nvSpPr>
        <p:spPr>
          <a:xfrm>
            <a:off x="7029949" y="1580658"/>
            <a:ext cx="157274" cy="157274"/>
          </a:xfrm>
          <a:prstGeom prst="ellipse">
            <a:avLst/>
          </a:prstGeom>
          <a:solidFill>
            <a:srgbClr val="2B33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26C021A9-49CB-23C0-2E0A-3C31E7A03525}"/>
              </a:ext>
            </a:extLst>
          </p:cNvPr>
          <p:cNvSpPr/>
          <p:nvPr/>
        </p:nvSpPr>
        <p:spPr>
          <a:xfrm>
            <a:off x="7029949" y="2163351"/>
            <a:ext cx="157274" cy="157274"/>
          </a:xfrm>
          <a:prstGeom prst="ellipse">
            <a:avLst/>
          </a:prstGeom>
          <a:solidFill>
            <a:srgbClr val="2B33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EF6D1ABB-D443-5461-785F-BAF1680E69CC}"/>
              </a:ext>
            </a:extLst>
          </p:cNvPr>
          <p:cNvSpPr/>
          <p:nvPr/>
        </p:nvSpPr>
        <p:spPr>
          <a:xfrm>
            <a:off x="7029949" y="2746045"/>
            <a:ext cx="157274" cy="157274"/>
          </a:xfrm>
          <a:prstGeom prst="ellipse">
            <a:avLst/>
          </a:prstGeom>
          <a:solidFill>
            <a:srgbClr val="2B33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07CB3A66-4E2D-81C0-18B2-A1EEE396C57A}"/>
              </a:ext>
            </a:extLst>
          </p:cNvPr>
          <p:cNvSpPr/>
          <p:nvPr/>
        </p:nvSpPr>
        <p:spPr>
          <a:xfrm>
            <a:off x="7029949" y="3328738"/>
            <a:ext cx="157274" cy="157274"/>
          </a:xfrm>
          <a:prstGeom prst="ellipse">
            <a:avLst/>
          </a:prstGeom>
          <a:solidFill>
            <a:srgbClr val="2B33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80786481-B018-751E-0996-3AD40ED8F02C}"/>
              </a:ext>
            </a:extLst>
          </p:cNvPr>
          <p:cNvSpPr/>
          <p:nvPr/>
        </p:nvSpPr>
        <p:spPr>
          <a:xfrm>
            <a:off x="7018344" y="3948691"/>
            <a:ext cx="157274" cy="157274"/>
          </a:xfrm>
          <a:prstGeom prst="ellipse">
            <a:avLst/>
          </a:prstGeom>
          <a:solidFill>
            <a:srgbClr val="2B33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041709C4-7D82-334F-DA57-7F318B796D3E}"/>
              </a:ext>
            </a:extLst>
          </p:cNvPr>
          <p:cNvSpPr txBox="1"/>
          <p:nvPr/>
        </p:nvSpPr>
        <p:spPr>
          <a:xfrm>
            <a:off x="7187227" y="1454178"/>
            <a:ext cx="498855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P1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FDEBCC0-BE28-CEBA-C2A6-8254EA1B6BAE}"/>
              </a:ext>
            </a:extLst>
          </p:cNvPr>
          <p:cNvSpPr txBox="1"/>
          <p:nvPr/>
        </p:nvSpPr>
        <p:spPr>
          <a:xfrm>
            <a:off x="7187227" y="2040053"/>
            <a:ext cx="498855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P2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3DD9D24-0EC9-A689-3BF5-32658566C836}"/>
              </a:ext>
            </a:extLst>
          </p:cNvPr>
          <p:cNvSpPr txBox="1"/>
          <p:nvPr/>
        </p:nvSpPr>
        <p:spPr>
          <a:xfrm>
            <a:off x="7175621" y="2647059"/>
            <a:ext cx="498855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P3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79779E95-7F3C-F254-E14D-7DA3F0F0DA64}"/>
              </a:ext>
            </a:extLst>
          </p:cNvPr>
          <p:cNvSpPr txBox="1"/>
          <p:nvPr/>
        </p:nvSpPr>
        <p:spPr>
          <a:xfrm>
            <a:off x="7175621" y="3218322"/>
            <a:ext cx="498855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P4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B1793A3B-8787-D0BB-E263-6F51907F1BA2}"/>
              </a:ext>
            </a:extLst>
          </p:cNvPr>
          <p:cNvSpPr txBox="1"/>
          <p:nvPr/>
        </p:nvSpPr>
        <p:spPr>
          <a:xfrm>
            <a:off x="7161487" y="3827275"/>
            <a:ext cx="498855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P5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DB483A43-12C9-80DA-D1AD-BE0E00B47123}"/>
              </a:ext>
            </a:extLst>
          </p:cNvPr>
          <p:cNvSpPr txBox="1"/>
          <p:nvPr/>
        </p:nvSpPr>
        <p:spPr>
          <a:xfrm>
            <a:off x="909221" y="1737932"/>
            <a:ext cx="511679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U1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2EC06C88-CE70-9919-B358-DE7CF48DC120}"/>
              </a:ext>
            </a:extLst>
          </p:cNvPr>
          <p:cNvSpPr txBox="1"/>
          <p:nvPr/>
        </p:nvSpPr>
        <p:spPr>
          <a:xfrm>
            <a:off x="909221" y="2323807"/>
            <a:ext cx="511679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U2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85F7D190-538F-D8E5-F634-DE82DC6DF55B}"/>
              </a:ext>
            </a:extLst>
          </p:cNvPr>
          <p:cNvSpPr txBox="1"/>
          <p:nvPr/>
        </p:nvSpPr>
        <p:spPr>
          <a:xfrm>
            <a:off x="909221" y="2903319"/>
            <a:ext cx="511679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U3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7876EEFC-F136-15A8-2580-ABE33E8FD90C}"/>
              </a:ext>
            </a:extLst>
          </p:cNvPr>
          <p:cNvSpPr txBox="1"/>
          <p:nvPr/>
        </p:nvSpPr>
        <p:spPr>
          <a:xfrm>
            <a:off x="909221" y="3462499"/>
            <a:ext cx="511679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U4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F9F3886B-754B-D3B9-1C7E-B2D4F77CD0ED}"/>
              </a:ext>
            </a:extLst>
          </p:cNvPr>
          <p:cNvSpPr txBox="1"/>
          <p:nvPr/>
        </p:nvSpPr>
        <p:spPr>
          <a:xfrm>
            <a:off x="3862499" y="499391"/>
            <a:ext cx="825867" cy="3692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7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U1,P1</a:t>
            </a:r>
          </a:p>
        </p:txBody>
      </p: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F5580454-BB50-4CC0-E735-0BDE0650063A}"/>
              </a:ext>
            </a:extLst>
          </p:cNvPr>
          <p:cNvCxnSpPr>
            <a:cxnSpLocks/>
            <a:stCxn id="5" idx="6"/>
            <a:endCxn id="11" idx="2"/>
          </p:cNvCxnSpPr>
          <p:nvPr/>
        </p:nvCxnSpPr>
        <p:spPr>
          <a:xfrm flipV="1">
            <a:off x="1596036" y="916481"/>
            <a:ext cx="2584785" cy="1016443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51DA85B3-88F4-2098-2E56-FD325A116A19}"/>
              </a:ext>
            </a:extLst>
          </p:cNvPr>
          <p:cNvCxnSpPr>
            <a:cxnSpLocks/>
            <a:stCxn id="11" idx="6"/>
            <a:endCxn id="22" idx="2"/>
          </p:cNvCxnSpPr>
          <p:nvPr/>
        </p:nvCxnSpPr>
        <p:spPr>
          <a:xfrm>
            <a:off x="4338090" y="916484"/>
            <a:ext cx="2691859" cy="742815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BA3031B2-AD9E-FE5F-F561-39EE7AFD892A}"/>
              </a:ext>
            </a:extLst>
          </p:cNvPr>
          <p:cNvCxnSpPr>
            <a:cxnSpLocks/>
            <a:stCxn id="12" idx="6"/>
            <a:endCxn id="23" idx="2"/>
          </p:cNvCxnSpPr>
          <p:nvPr/>
        </p:nvCxnSpPr>
        <p:spPr>
          <a:xfrm>
            <a:off x="4338090" y="1499177"/>
            <a:ext cx="2691859" cy="742815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6154F34B-A822-8A7F-6A6F-2A3D2A361BCA}"/>
              </a:ext>
            </a:extLst>
          </p:cNvPr>
          <p:cNvCxnSpPr>
            <a:cxnSpLocks/>
            <a:stCxn id="6" idx="6"/>
            <a:endCxn id="12" idx="2"/>
          </p:cNvCxnSpPr>
          <p:nvPr/>
        </p:nvCxnSpPr>
        <p:spPr>
          <a:xfrm flipV="1">
            <a:off x="1596036" y="1499175"/>
            <a:ext cx="2584785" cy="1016443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21C16823-90E4-A35D-FBF4-30E0027887C4}"/>
              </a:ext>
            </a:extLst>
          </p:cNvPr>
          <p:cNvCxnSpPr>
            <a:cxnSpLocks/>
            <a:stCxn id="6" idx="6"/>
            <a:endCxn id="13" idx="2"/>
          </p:cNvCxnSpPr>
          <p:nvPr/>
        </p:nvCxnSpPr>
        <p:spPr>
          <a:xfrm flipV="1">
            <a:off x="1596036" y="2081868"/>
            <a:ext cx="2584785" cy="433752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8474316F-3CC3-6C8F-F539-A6E7051FC9BC}"/>
              </a:ext>
            </a:extLst>
          </p:cNvPr>
          <p:cNvCxnSpPr>
            <a:cxnSpLocks/>
            <a:stCxn id="13" idx="6"/>
            <a:endCxn id="24" idx="2"/>
          </p:cNvCxnSpPr>
          <p:nvPr/>
        </p:nvCxnSpPr>
        <p:spPr>
          <a:xfrm>
            <a:off x="4338090" y="2081870"/>
            <a:ext cx="2691859" cy="742815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1FBFBEF6-58B6-0B1D-CD82-EDBFE412F239}"/>
              </a:ext>
            </a:extLst>
          </p:cNvPr>
          <p:cNvCxnSpPr>
            <a:cxnSpLocks/>
            <a:stCxn id="7" idx="6"/>
            <a:endCxn id="14" idx="2"/>
          </p:cNvCxnSpPr>
          <p:nvPr/>
        </p:nvCxnSpPr>
        <p:spPr>
          <a:xfrm flipV="1">
            <a:off x="1596036" y="2664561"/>
            <a:ext cx="2584785" cy="433752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0FBA6CE1-5582-75D3-BBCE-7E612C42E9DE}"/>
              </a:ext>
            </a:extLst>
          </p:cNvPr>
          <p:cNvCxnSpPr>
            <a:cxnSpLocks/>
            <a:stCxn id="23" idx="2"/>
            <a:endCxn id="14" idx="6"/>
          </p:cNvCxnSpPr>
          <p:nvPr/>
        </p:nvCxnSpPr>
        <p:spPr>
          <a:xfrm flipH="1">
            <a:off x="4338090" y="2241992"/>
            <a:ext cx="2691859" cy="422571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A86EF78E-1B8D-67A8-0DD6-EA823C96EC6D}"/>
              </a:ext>
            </a:extLst>
          </p:cNvPr>
          <p:cNvCxnSpPr>
            <a:cxnSpLocks/>
            <a:stCxn id="17" idx="2"/>
            <a:endCxn id="8" idx="6"/>
          </p:cNvCxnSpPr>
          <p:nvPr/>
        </p:nvCxnSpPr>
        <p:spPr>
          <a:xfrm flipH="1" flipV="1">
            <a:off x="1596031" y="3681005"/>
            <a:ext cx="2579030" cy="807763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B5EB8D6D-2C2E-A28F-045C-28C1C5728326}"/>
              </a:ext>
            </a:extLst>
          </p:cNvPr>
          <p:cNvCxnSpPr>
            <a:cxnSpLocks/>
            <a:stCxn id="17" idx="6"/>
            <a:endCxn id="22" idx="3"/>
          </p:cNvCxnSpPr>
          <p:nvPr/>
        </p:nvCxnSpPr>
        <p:spPr>
          <a:xfrm flipV="1">
            <a:off x="4332339" y="1714904"/>
            <a:ext cx="2720645" cy="2773865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8B95ABE7-B317-1660-5724-7F25AA6EEAAE}"/>
              </a:ext>
            </a:extLst>
          </p:cNvPr>
          <p:cNvCxnSpPr>
            <a:cxnSpLocks/>
            <a:stCxn id="16" idx="6"/>
            <a:endCxn id="25" idx="2"/>
          </p:cNvCxnSpPr>
          <p:nvPr/>
        </p:nvCxnSpPr>
        <p:spPr>
          <a:xfrm flipV="1">
            <a:off x="4332338" y="3407374"/>
            <a:ext cx="2697612" cy="498698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Straight Connector 75">
            <a:extLst>
              <a:ext uri="{FF2B5EF4-FFF2-40B4-BE49-F238E27FC236}">
                <a16:creationId xmlns:a16="http://schemas.microsoft.com/office/drawing/2014/main" id="{6A665A68-BD72-54E7-8281-931BE7023D62}"/>
              </a:ext>
            </a:extLst>
          </p:cNvPr>
          <p:cNvCxnSpPr>
            <a:cxnSpLocks/>
            <a:stCxn id="8" idx="6"/>
            <a:endCxn id="16" idx="2"/>
          </p:cNvCxnSpPr>
          <p:nvPr/>
        </p:nvCxnSpPr>
        <p:spPr>
          <a:xfrm>
            <a:off x="1596031" y="3681006"/>
            <a:ext cx="2579030" cy="225069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Straight Connector 78">
            <a:extLst>
              <a:ext uri="{FF2B5EF4-FFF2-40B4-BE49-F238E27FC236}">
                <a16:creationId xmlns:a16="http://schemas.microsoft.com/office/drawing/2014/main" id="{6C2FD846-C594-7B16-0F7C-A463FB4949CF}"/>
              </a:ext>
            </a:extLst>
          </p:cNvPr>
          <p:cNvCxnSpPr>
            <a:cxnSpLocks/>
            <a:stCxn id="5" idx="6"/>
            <a:endCxn id="15" idx="2"/>
          </p:cNvCxnSpPr>
          <p:nvPr/>
        </p:nvCxnSpPr>
        <p:spPr>
          <a:xfrm>
            <a:off x="1596031" y="1932928"/>
            <a:ext cx="2579030" cy="1390454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Straight Connector 81">
            <a:extLst>
              <a:ext uri="{FF2B5EF4-FFF2-40B4-BE49-F238E27FC236}">
                <a16:creationId xmlns:a16="http://schemas.microsoft.com/office/drawing/2014/main" id="{4C2EDEEF-F13F-515B-EB41-569D7802F526}"/>
              </a:ext>
            </a:extLst>
          </p:cNvPr>
          <p:cNvCxnSpPr>
            <a:cxnSpLocks/>
            <a:stCxn id="15" idx="6"/>
            <a:endCxn id="25" idx="2"/>
          </p:cNvCxnSpPr>
          <p:nvPr/>
        </p:nvCxnSpPr>
        <p:spPr>
          <a:xfrm>
            <a:off x="4332338" y="3323384"/>
            <a:ext cx="2697612" cy="83995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TextBox 84">
            <a:extLst>
              <a:ext uri="{FF2B5EF4-FFF2-40B4-BE49-F238E27FC236}">
                <a16:creationId xmlns:a16="http://schemas.microsoft.com/office/drawing/2014/main" id="{6330B73C-51B8-443F-9F94-F5757097A39F}"/>
              </a:ext>
            </a:extLst>
          </p:cNvPr>
          <p:cNvSpPr txBox="1"/>
          <p:nvPr/>
        </p:nvSpPr>
        <p:spPr>
          <a:xfrm>
            <a:off x="3862499" y="1057345"/>
            <a:ext cx="825867" cy="3692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7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U2,P2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DAD78116-4BE0-233B-3635-46DB6B1D9019}"/>
              </a:ext>
            </a:extLst>
          </p:cNvPr>
          <p:cNvSpPr txBox="1"/>
          <p:nvPr/>
        </p:nvSpPr>
        <p:spPr>
          <a:xfrm>
            <a:off x="3859243" y="1639571"/>
            <a:ext cx="825867" cy="3692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7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U2,P3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5CE2A839-34AF-394F-3B32-92A5B8E0A1D5}"/>
              </a:ext>
            </a:extLst>
          </p:cNvPr>
          <p:cNvSpPr txBox="1"/>
          <p:nvPr/>
        </p:nvSpPr>
        <p:spPr>
          <a:xfrm>
            <a:off x="3852298" y="2221979"/>
            <a:ext cx="825867" cy="3692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7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U3,P2</a:t>
            </a: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15657733-55E9-BCDF-9973-466DD997DB9C}"/>
              </a:ext>
            </a:extLst>
          </p:cNvPr>
          <p:cNvSpPr txBox="1"/>
          <p:nvPr/>
        </p:nvSpPr>
        <p:spPr>
          <a:xfrm>
            <a:off x="3843647" y="2859122"/>
            <a:ext cx="825867" cy="3692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7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U1,P4</a:t>
            </a:r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64AA1D94-CFAC-1DFC-A3B2-A2DE68B0B2BF}"/>
              </a:ext>
            </a:extLst>
          </p:cNvPr>
          <p:cNvSpPr txBox="1"/>
          <p:nvPr/>
        </p:nvSpPr>
        <p:spPr>
          <a:xfrm>
            <a:off x="3840767" y="3488008"/>
            <a:ext cx="825867" cy="3692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7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U4,P4</a:t>
            </a:r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6AACF918-DC0B-1903-3C29-D41891C48B9B}"/>
              </a:ext>
            </a:extLst>
          </p:cNvPr>
          <p:cNvSpPr txBox="1"/>
          <p:nvPr/>
        </p:nvSpPr>
        <p:spPr>
          <a:xfrm>
            <a:off x="3852296" y="4523849"/>
            <a:ext cx="825867" cy="3692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7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U4,P1</a:t>
            </a:r>
          </a:p>
        </p:txBody>
      </p:sp>
    </p:spTree>
    <p:extLst>
      <p:ext uri="{BB962C8B-B14F-4D97-AF65-F5344CB8AC3E}">
        <p14:creationId xmlns:p14="http://schemas.microsoft.com/office/powerpoint/2010/main" val="77459698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Oval 51">
            <a:extLst>
              <a:ext uri="{FF2B5EF4-FFF2-40B4-BE49-F238E27FC236}">
                <a16:creationId xmlns:a16="http://schemas.microsoft.com/office/drawing/2014/main" id="{6C321906-ACFA-628B-567F-ACB2AD0BE755}"/>
              </a:ext>
            </a:extLst>
          </p:cNvPr>
          <p:cNvSpPr/>
          <p:nvPr/>
        </p:nvSpPr>
        <p:spPr>
          <a:xfrm>
            <a:off x="5178671" y="1898625"/>
            <a:ext cx="1409181" cy="2358204"/>
          </a:xfrm>
          <a:prstGeom prst="ellipse">
            <a:avLst/>
          </a:prstGeom>
          <a:solidFill>
            <a:schemeClr val="bg1">
              <a:lumMod val="85000"/>
              <a:alpha val="64082"/>
            </a:schemeClr>
          </a:solidFill>
          <a:ln w="222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 dirty="0"/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12589CCC-F01B-B2F0-9FCB-ABC1648735CF}"/>
              </a:ext>
            </a:extLst>
          </p:cNvPr>
          <p:cNvSpPr/>
          <p:nvPr/>
        </p:nvSpPr>
        <p:spPr>
          <a:xfrm>
            <a:off x="1255791" y="2027241"/>
            <a:ext cx="1345217" cy="2201777"/>
          </a:xfrm>
          <a:prstGeom prst="ellipse">
            <a:avLst/>
          </a:prstGeom>
          <a:solidFill>
            <a:schemeClr val="bg1">
              <a:lumMod val="85000"/>
              <a:alpha val="64082"/>
            </a:schemeClr>
          </a:solidFill>
          <a:ln w="222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2602CA0-4825-E6DE-6298-6CE7B84371D0}"/>
              </a:ext>
            </a:extLst>
          </p:cNvPr>
          <p:cNvSpPr txBox="1"/>
          <p:nvPr/>
        </p:nvSpPr>
        <p:spPr>
          <a:xfrm>
            <a:off x="1428779" y="1688686"/>
            <a:ext cx="100540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600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先輩学生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07CBBB65-851A-E811-D944-BDDEC432B9CC}"/>
              </a:ext>
            </a:extLst>
          </p:cNvPr>
          <p:cNvSpPr/>
          <p:nvPr/>
        </p:nvSpPr>
        <p:spPr>
          <a:xfrm>
            <a:off x="1862457" y="3271980"/>
            <a:ext cx="157274" cy="157274"/>
          </a:xfrm>
          <a:prstGeom prst="ellipse">
            <a:avLst/>
          </a:prstGeom>
          <a:solidFill>
            <a:srgbClr val="2B33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76F5C0D9-56A3-E5B6-758B-D029ACC01A9B}"/>
              </a:ext>
            </a:extLst>
          </p:cNvPr>
          <p:cNvSpPr/>
          <p:nvPr/>
        </p:nvSpPr>
        <p:spPr>
          <a:xfrm>
            <a:off x="1862457" y="2740428"/>
            <a:ext cx="157274" cy="157274"/>
          </a:xfrm>
          <a:prstGeom prst="ellipse">
            <a:avLst/>
          </a:prstGeom>
          <a:solidFill>
            <a:srgbClr val="2B33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0BF0DBC4-BFFC-F949-2F05-05351E2E1988}"/>
              </a:ext>
            </a:extLst>
          </p:cNvPr>
          <p:cNvSpPr/>
          <p:nvPr/>
        </p:nvSpPr>
        <p:spPr>
          <a:xfrm>
            <a:off x="3187754" y="1898625"/>
            <a:ext cx="1409181" cy="2358204"/>
          </a:xfrm>
          <a:prstGeom prst="ellipse">
            <a:avLst/>
          </a:prstGeom>
          <a:solidFill>
            <a:schemeClr val="bg1">
              <a:lumMod val="85000"/>
              <a:alpha val="64082"/>
            </a:schemeClr>
          </a:solidFill>
          <a:ln w="222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DFAEAFC-7602-0DC7-C2FB-ACAE50CB8BDB}"/>
              </a:ext>
            </a:extLst>
          </p:cNvPr>
          <p:cNvSpPr txBox="1"/>
          <p:nvPr/>
        </p:nvSpPr>
        <p:spPr>
          <a:xfrm>
            <a:off x="5370941" y="1599228"/>
            <a:ext cx="100540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600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後輩学生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176F0736-F156-BE38-DBF5-D81B71763172}"/>
              </a:ext>
            </a:extLst>
          </p:cNvPr>
          <p:cNvSpPr/>
          <p:nvPr/>
        </p:nvSpPr>
        <p:spPr>
          <a:xfrm>
            <a:off x="5783815" y="2393224"/>
            <a:ext cx="157274" cy="157274"/>
          </a:xfrm>
          <a:prstGeom prst="ellipse">
            <a:avLst/>
          </a:prstGeom>
          <a:solidFill>
            <a:srgbClr val="2B33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4394D2A4-F73F-44B6-8199-CDDF79956B37}"/>
              </a:ext>
            </a:extLst>
          </p:cNvPr>
          <p:cNvSpPr/>
          <p:nvPr/>
        </p:nvSpPr>
        <p:spPr>
          <a:xfrm>
            <a:off x="5783815" y="2975917"/>
            <a:ext cx="157274" cy="157274"/>
          </a:xfrm>
          <a:prstGeom prst="ellipse">
            <a:avLst/>
          </a:prstGeom>
          <a:solidFill>
            <a:srgbClr val="2B33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FB729A04-0631-E328-74F4-3B14BF08D0A4}"/>
              </a:ext>
            </a:extLst>
          </p:cNvPr>
          <p:cNvSpPr/>
          <p:nvPr/>
        </p:nvSpPr>
        <p:spPr>
          <a:xfrm>
            <a:off x="5783815" y="3558610"/>
            <a:ext cx="157274" cy="157274"/>
          </a:xfrm>
          <a:prstGeom prst="ellipse">
            <a:avLst/>
          </a:prstGeom>
          <a:solidFill>
            <a:srgbClr val="2B33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EC12333-9501-5C33-6624-E4387664DD03}"/>
              </a:ext>
            </a:extLst>
          </p:cNvPr>
          <p:cNvSpPr txBox="1"/>
          <p:nvPr/>
        </p:nvSpPr>
        <p:spPr>
          <a:xfrm>
            <a:off x="5941087" y="2266746"/>
            <a:ext cx="1210588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山畑滝子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051ED0A-A7F1-33ED-7FAA-CE175A2703AE}"/>
              </a:ext>
            </a:extLst>
          </p:cNvPr>
          <p:cNvSpPr txBox="1"/>
          <p:nvPr/>
        </p:nvSpPr>
        <p:spPr>
          <a:xfrm>
            <a:off x="5941093" y="2852620"/>
            <a:ext cx="954107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田辺通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3CD6C35-6111-EEC6-60C7-D47708B81807}"/>
              </a:ext>
            </a:extLst>
          </p:cNvPr>
          <p:cNvSpPr txBox="1"/>
          <p:nvPr/>
        </p:nvSpPr>
        <p:spPr>
          <a:xfrm>
            <a:off x="5929488" y="3459628"/>
            <a:ext cx="954107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北千種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92B1284-BE92-FDC9-78CE-37AB2A4DDEC0}"/>
              </a:ext>
            </a:extLst>
          </p:cNvPr>
          <p:cNvSpPr txBox="1"/>
          <p:nvPr/>
        </p:nvSpPr>
        <p:spPr>
          <a:xfrm>
            <a:off x="671035" y="3150562"/>
            <a:ext cx="1210588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山畑滝子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0812DCC-A2B8-C0F9-7FB9-84EE78B96566}"/>
              </a:ext>
            </a:extLst>
          </p:cNvPr>
          <p:cNvSpPr txBox="1"/>
          <p:nvPr/>
        </p:nvSpPr>
        <p:spPr>
          <a:xfrm>
            <a:off x="671035" y="2614459"/>
            <a:ext cx="1210588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川澄桜子</a:t>
            </a:r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0542CB08-F04F-D64C-4521-4E56E8F4E2D1}"/>
              </a:ext>
            </a:extLst>
          </p:cNvPr>
          <p:cNvSpPr/>
          <p:nvPr/>
        </p:nvSpPr>
        <p:spPr>
          <a:xfrm>
            <a:off x="3826720" y="2388162"/>
            <a:ext cx="157274" cy="157274"/>
          </a:xfrm>
          <a:prstGeom prst="ellipse">
            <a:avLst/>
          </a:prstGeom>
          <a:solidFill>
            <a:srgbClr val="2B33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E3CCAFA2-21CE-C14D-AFDC-8B0279CDBB8E}"/>
              </a:ext>
            </a:extLst>
          </p:cNvPr>
          <p:cNvSpPr/>
          <p:nvPr/>
        </p:nvSpPr>
        <p:spPr>
          <a:xfrm>
            <a:off x="3826720" y="2970855"/>
            <a:ext cx="157274" cy="157274"/>
          </a:xfrm>
          <a:prstGeom prst="ellipse">
            <a:avLst/>
          </a:prstGeom>
          <a:solidFill>
            <a:srgbClr val="2B33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34887713-A6FC-FBEE-0E08-4F9AB205528B}"/>
              </a:ext>
            </a:extLst>
          </p:cNvPr>
          <p:cNvSpPr/>
          <p:nvPr/>
        </p:nvSpPr>
        <p:spPr>
          <a:xfrm>
            <a:off x="3826720" y="3553549"/>
            <a:ext cx="157274" cy="157274"/>
          </a:xfrm>
          <a:prstGeom prst="ellipse">
            <a:avLst/>
          </a:prstGeom>
          <a:solidFill>
            <a:srgbClr val="2B33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68B180C-C416-DFB2-A461-1092D326854E}"/>
              </a:ext>
            </a:extLst>
          </p:cNvPr>
          <p:cNvSpPr txBox="1"/>
          <p:nvPr/>
        </p:nvSpPr>
        <p:spPr>
          <a:xfrm>
            <a:off x="3603035" y="1577363"/>
            <a:ext cx="59503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600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世話</a:t>
            </a:r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F9983126-1AE7-C9AB-D4E5-D1371D168944}"/>
              </a:ext>
            </a:extLst>
          </p:cNvPr>
          <p:cNvCxnSpPr>
            <a:cxnSpLocks/>
            <a:stCxn id="5" idx="6"/>
            <a:endCxn id="21" idx="2"/>
          </p:cNvCxnSpPr>
          <p:nvPr/>
        </p:nvCxnSpPr>
        <p:spPr>
          <a:xfrm flipV="1">
            <a:off x="2019730" y="2466799"/>
            <a:ext cx="1806990" cy="352266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5DF0DB2A-68D0-B6F2-CAC0-B913DC246C70}"/>
              </a:ext>
            </a:extLst>
          </p:cNvPr>
          <p:cNvCxnSpPr>
            <a:cxnSpLocks/>
            <a:stCxn id="21" idx="6"/>
            <a:endCxn id="9" idx="2"/>
          </p:cNvCxnSpPr>
          <p:nvPr/>
        </p:nvCxnSpPr>
        <p:spPr>
          <a:xfrm>
            <a:off x="3983993" y="2466805"/>
            <a:ext cx="1799820" cy="5063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BE13E538-E828-1A21-466C-7F10729DD3C6}"/>
              </a:ext>
            </a:extLst>
          </p:cNvPr>
          <p:cNvCxnSpPr>
            <a:cxnSpLocks/>
            <a:stCxn id="4" idx="6"/>
            <a:endCxn id="22" idx="2"/>
          </p:cNvCxnSpPr>
          <p:nvPr/>
        </p:nvCxnSpPr>
        <p:spPr>
          <a:xfrm flipV="1">
            <a:off x="2019730" y="3049492"/>
            <a:ext cx="1806990" cy="301124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EEFFF4F5-85AD-3930-7839-7904461B0F29}"/>
              </a:ext>
            </a:extLst>
          </p:cNvPr>
          <p:cNvCxnSpPr>
            <a:cxnSpLocks/>
            <a:stCxn id="10" idx="2"/>
            <a:endCxn id="22" idx="6"/>
          </p:cNvCxnSpPr>
          <p:nvPr/>
        </p:nvCxnSpPr>
        <p:spPr>
          <a:xfrm flipH="1" flipV="1">
            <a:off x="3983993" y="3049497"/>
            <a:ext cx="1799820" cy="5063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DF9015F2-B99F-D9A1-890C-DAFD78D73B46}"/>
              </a:ext>
            </a:extLst>
          </p:cNvPr>
          <p:cNvCxnSpPr>
            <a:cxnSpLocks/>
            <a:stCxn id="5" idx="6"/>
            <a:endCxn id="23" idx="2"/>
          </p:cNvCxnSpPr>
          <p:nvPr/>
        </p:nvCxnSpPr>
        <p:spPr>
          <a:xfrm>
            <a:off x="2019730" y="2819065"/>
            <a:ext cx="1806990" cy="813120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641CFACD-7A8F-1983-F185-38B4F374569D}"/>
              </a:ext>
            </a:extLst>
          </p:cNvPr>
          <p:cNvCxnSpPr>
            <a:cxnSpLocks/>
            <a:stCxn id="23" idx="6"/>
            <a:endCxn id="11" idx="2"/>
          </p:cNvCxnSpPr>
          <p:nvPr/>
        </p:nvCxnSpPr>
        <p:spPr>
          <a:xfrm>
            <a:off x="3983993" y="3632190"/>
            <a:ext cx="1799820" cy="5063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8005229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C54FFE4-12F2-585A-31F1-DE92EBB6F4B5}"/>
              </a:ext>
            </a:extLst>
          </p:cNvPr>
          <p:cNvSpPr/>
          <p:nvPr/>
        </p:nvSpPr>
        <p:spPr>
          <a:xfrm>
            <a:off x="2125461" y="194079"/>
            <a:ext cx="1290821" cy="501723"/>
          </a:xfrm>
          <a:prstGeom prst="rect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</a:rPr>
              <a:t>先輩学生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252CE32A-53D8-9131-BAE7-D1B1DF8F4587}"/>
              </a:ext>
            </a:extLst>
          </p:cNvPr>
          <p:cNvSpPr/>
          <p:nvPr/>
        </p:nvSpPr>
        <p:spPr>
          <a:xfrm>
            <a:off x="1195518" y="992251"/>
            <a:ext cx="940785" cy="530342"/>
          </a:xfrm>
          <a:prstGeom prst="ellipse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DE4BED6-13BF-F29E-47CB-CBF475DF89FE}"/>
              </a:ext>
            </a:extLst>
          </p:cNvPr>
          <p:cNvSpPr txBox="1"/>
          <p:nvPr/>
        </p:nvSpPr>
        <p:spPr>
          <a:xfrm>
            <a:off x="1260647" y="1079407"/>
            <a:ext cx="872355" cy="3692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799" u="sng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学生ID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EE49CDF0-C9A7-272D-FE86-DA051DC547D8}"/>
              </a:ext>
            </a:extLst>
          </p:cNvPr>
          <p:cNvCxnSpPr>
            <a:cxnSpLocks/>
            <a:stCxn id="2" idx="2"/>
            <a:endCxn id="4" idx="7"/>
          </p:cNvCxnSpPr>
          <p:nvPr/>
        </p:nvCxnSpPr>
        <p:spPr>
          <a:xfrm flipH="1">
            <a:off x="1998532" y="695804"/>
            <a:ext cx="772340" cy="374118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Oval 8">
            <a:extLst>
              <a:ext uri="{FF2B5EF4-FFF2-40B4-BE49-F238E27FC236}">
                <a16:creationId xmlns:a16="http://schemas.microsoft.com/office/drawing/2014/main" id="{2D672EE3-EEF2-CDE0-1622-5EBB518221CC}"/>
              </a:ext>
            </a:extLst>
          </p:cNvPr>
          <p:cNvSpPr/>
          <p:nvPr/>
        </p:nvSpPr>
        <p:spPr>
          <a:xfrm>
            <a:off x="2272889" y="1020870"/>
            <a:ext cx="887749" cy="501723"/>
          </a:xfrm>
          <a:prstGeom prst="ellipse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D9A045B-D3DE-BE92-61F8-EF3F3997B67E}"/>
              </a:ext>
            </a:extLst>
          </p:cNvPr>
          <p:cNvSpPr txBox="1"/>
          <p:nvPr/>
        </p:nvSpPr>
        <p:spPr>
          <a:xfrm>
            <a:off x="2402763" y="1087064"/>
            <a:ext cx="646331" cy="3692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氏名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CC2E84DB-6326-E723-37B7-332863576E6F}"/>
              </a:ext>
            </a:extLst>
          </p:cNvPr>
          <p:cNvCxnSpPr>
            <a:cxnSpLocks/>
            <a:stCxn id="2" idx="2"/>
            <a:endCxn id="9" idx="0"/>
          </p:cNvCxnSpPr>
          <p:nvPr/>
        </p:nvCxnSpPr>
        <p:spPr>
          <a:xfrm flipH="1">
            <a:off x="2716759" y="695804"/>
            <a:ext cx="54110" cy="325067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BE1896B5-5F27-29D4-6BCC-ACC15F1FD06B}"/>
              </a:ext>
            </a:extLst>
          </p:cNvPr>
          <p:cNvCxnSpPr>
            <a:cxnSpLocks/>
            <a:stCxn id="2" idx="2"/>
            <a:endCxn id="31" idx="0"/>
          </p:cNvCxnSpPr>
          <p:nvPr/>
        </p:nvCxnSpPr>
        <p:spPr>
          <a:xfrm>
            <a:off x="2770874" y="695803"/>
            <a:ext cx="963513" cy="328304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Oval 30">
            <a:extLst>
              <a:ext uri="{FF2B5EF4-FFF2-40B4-BE49-F238E27FC236}">
                <a16:creationId xmlns:a16="http://schemas.microsoft.com/office/drawing/2014/main" id="{0CE37E9C-EB6C-CF93-F59B-C835E1297EC3}"/>
              </a:ext>
            </a:extLst>
          </p:cNvPr>
          <p:cNvSpPr/>
          <p:nvPr/>
        </p:nvSpPr>
        <p:spPr>
          <a:xfrm>
            <a:off x="3290511" y="1024106"/>
            <a:ext cx="887749" cy="501723"/>
          </a:xfrm>
          <a:prstGeom prst="ellipse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C01D9DC-5E5F-022E-158A-6277F4BE6C19}"/>
              </a:ext>
            </a:extLst>
          </p:cNvPr>
          <p:cNvSpPr txBox="1"/>
          <p:nvPr/>
        </p:nvSpPr>
        <p:spPr>
          <a:xfrm>
            <a:off x="3420386" y="1090300"/>
            <a:ext cx="646331" cy="3692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所属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0148FF5E-8023-30FC-41E1-F25D9D368477}"/>
              </a:ext>
            </a:extLst>
          </p:cNvPr>
          <p:cNvSpPr/>
          <p:nvPr/>
        </p:nvSpPr>
        <p:spPr>
          <a:xfrm>
            <a:off x="5608908" y="193652"/>
            <a:ext cx="1290821" cy="501723"/>
          </a:xfrm>
          <a:prstGeom prst="rect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</a:rPr>
              <a:t>後輩学生</a:t>
            </a:r>
          </a:p>
        </p:txBody>
      </p:sp>
      <p:sp>
        <p:nvSpPr>
          <p:cNvPr id="40" name="Oval 39">
            <a:extLst>
              <a:ext uri="{FF2B5EF4-FFF2-40B4-BE49-F238E27FC236}">
                <a16:creationId xmlns:a16="http://schemas.microsoft.com/office/drawing/2014/main" id="{DA19F9D2-AF09-715C-8033-E9A73CB82E0E}"/>
              </a:ext>
            </a:extLst>
          </p:cNvPr>
          <p:cNvSpPr/>
          <p:nvPr/>
        </p:nvSpPr>
        <p:spPr>
          <a:xfrm>
            <a:off x="4678967" y="991822"/>
            <a:ext cx="940785" cy="530342"/>
          </a:xfrm>
          <a:prstGeom prst="ellipse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C28BFA69-F813-AF12-04A0-58F9812E895E}"/>
              </a:ext>
            </a:extLst>
          </p:cNvPr>
          <p:cNvSpPr txBox="1"/>
          <p:nvPr/>
        </p:nvSpPr>
        <p:spPr>
          <a:xfrm>
            <a:off x="4744094" y="1078979"/>
            <a:ext cx="872355" cy="3692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799" u="sng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学生ID</a:t>
            </a:r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976178CD-B5EC-17B8-398B-EC3DD5D983BC}"/>
              </a:ext>
            </a:extLst>
          </p:cNvPr>
          <p:cNvCxnSpPr>
            <a:cxnSpLocks/>
            <a:stCxn id="39" idx="2"/>
            <a:endCxn id="40" idx="7"/>
          </p:cNvCxnSpPr>
          <p:nvPr/>
        </p:nvCxnSpPr>
        <p:spPr>
          <a:xfrm flipH="1">
            <a:off x="5481979" y="695375"/>
            <a:ext cx="772340" cy="374118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Oval 42">
            <a:extLst>
              <a:ext uri="{FF2B5EF4-FFF2-40B4-BE49-F238E27FC236}">
                <a16:creationId xmlns:a16="http://schemas.microsoft.com/office/drawing/2014/main" id="{5B731F95-CF86-4113-89D4-8F3DDC136CE0}"/>
              </a:ext>
            </a:extLst>
          </p:cNvPr>
          <p:cNvSpPr/>
          <p:nvPr/>
        </p:nvSpPr>
        <p:spPr>
          <a:xfrm>
            <a:off x="5756336" y="1020443"/>
            <a:ext cx="887749" cy="501723"/>
          </a:xfrm>
          <a:prstGeom prst="ellipse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7C22E1E5-709D-7D44-0B6C-31C517FCCC81}"/>
              </a:ext>
            </a:extLst>
          </p:cNvPr>
          <p:cNvSpPr txBox="1"/>
          <p:nvPr/>
        </p:nvSpPr>
        <p:spPr>
          <a:xfrm>
            <a:off x="5886211" y="1086635"/>
            <a:ext cx="646331" cy="3692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氏名</a:t>
            </a:r>
          </a:p>
        </p:txBody>
      </p: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43B57350-1D75-20AE-38B4-AB4561A182BD}"/>
              </a:ext>
            </a:extLst>
          </p:cNvPr>
          <p:cNvCxnSpPr>
            <a:cxnSpLocks/>
            <a:stCxn id="39" idx="2"/>
            <a:endCxn id="43" idx="0"/>
          </p:cNvCxnSpPr>
          <p:nvPr/>
        </p:nvCxnSpPr>
        <p:spPr>
          <a:xfrm flipH="1">
            <a:off x="6200206" y="695375"/>
            <a:ext cx="54110" cy="325067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B5B7154D-7E52-9466-17F9-B1DE055BFA69}"/>
              </a:ext>
            </a:extLst>
          </p:cNvPr>
          <p:cNvCxnSpPr>
            <a:cxnSpLocks/>
            <a:stCxn id="39" idx="2"/>
            <a:endCxn id="47" idx="0"/>
          </p:cNvCxnSpPr>
          <p:nvPr/>
        </p:nvCxnSpPr>
        <p:spPr>
          <a:xfrm>
            <a:off x="6254321" y="695376"/>
            <a:ext cx="963513" cy="328304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Oval 46">
            <a:extLst>
              <a:ext uri="{FF2B5EF4-FFF2-40B4-BE49-F238E27FC236}">
                <a16:creationId xmlns:a16="http://schemas.microsoft.com/office/drawing/2014/main" id="{96CA1BDB-9EB2-39CD-71E6-59011BA7D6BA}"/>
              </a:ext>
            </a:extLst>
          </p:cNvPr>
          <p:cNvSpPr/>
          <p:nvPr/>
        </p:nvSpPr>
        <p:spPr>
          <a:xfrm>
            <a:off x="6773959" y="1023678"/>
            <a:ext cx="887749" cy="501723"/>
          </a:xfrm>
          <a:prstGeom prst="ellipse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F9315986-E757-1F8E-E90F-F82AA8FD40D4}"/>
              </a:ext>
            </a:extLst>
          </p:cNvPr>
          <p:cNvSpPr txBox="1"/>
          <p:nvPr/>
        </p:nvSpPr>
        <p:spPr>
          <a:xfrm>
            <a:off x="6903834" y="1089872"/>
            <a:ext cx="646331" cy="3692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所属</a:t>
            </a:r>
          </a:p>
        </p:txBody>
      </p:sp>
      <p:sp>
        <p:nvSpPr>
          <p:cNvPr id="49" name="Diamond 48">
            <a:extLst>
              <a:ext uri="{FF2B5EF4-FFF2-40B4-BE49-F238E27FC236}">
                <a16:creationId xmlns:a16="http://schemas.microsoft.com/office/drawing/2014/main" id="{DF4B8A64-0E9C-B1D8-3084-D2BF83294F08}"/>
              </a:ext>
            </a:extLst>
          </p:cNvPr>
          <p:cNvSpPr/>
          <p:nvPr/>
        </p:nvSpPr>
        <p:spPr>
          <a:xfrm>
            <a:off x="3959622" y="73653"/>
            <a:ext cx="1155538" cy="741716"/>
          </a:xfrm>
          <a:prstGeom prst="diamond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CDA872E4-73E1-2602-B19B-8573192F83F8}"/>
              </a:ext>
            </a:extLst>
          </p:cNvPr>
          <p:cNvSpPr txBox="1"/>
          <p:nvPr/>
        </p:nvSpPr>
        <p:spPr>
          <a:xfrm>
            <a:off x="4214231" y="259846"/>
            <a:ext cx="646331" cy="3692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世話</a:t>
            </a:r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22DAC55A-3BEF-2F6A-6B9E-8935EA4AB510}"/>
              </a:ext>
            </a:extLst>
          </p:cNvPr>
          <p:cNvCxnSpPr>
            <a:cxnSpLocks/>
            <a:stCxn id="49" idx="3"/>
            <a:endCxn id="39" idx="1"/>
          </p:cNvCxnSpPr>
          <p:nvPr/>
        </p:nvCxnSpPr>
        <p:spPr>
          <a:xfrm>
            <a:off x="5115164" y="444510"/>
            <a:ext cx="493745" cy="0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7C894894-9899-448E-F1FB-0E5F4BC07A8E}"/>
              </a:ext>
            </a:extLst>
          </p:cNvPr>
          <p:cNvCxnSpPr>
            <a:cxnSpLocks/>
            <a:stCxn id="2" idx="3"/>
            <a:endCxn id="49" idx="1"/>
          </p:cNvCxnSpPr>
          <p:nvPr/>
        </p:nvCxnSpPr>
        <p:spPr>
          <a:xfrm flipV="1">
            <a:off x="3416280" y="444513"/>
            <a:ext cx="543342" cy="427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Oval 66">
            <a:extLst>
              <a:ext uri="{FF2B5EF4-FFF2-40B4-BE49-F238E27FC236}">
                <a16:creationId xmlns:a16="http://schemas.microsoft.com/office/drawing/2014/main" id="{9F7F6FDA-82D9-E1AC-00EF-9C01E42DF266}"/>
              </a:ext>
            </a:extLst>
          </p:cNvPr>
          <p:cNvSpPr/>
          <p:nvPr/>
        </p:nvSpPr>
        <p:spPr>
          <a:xfrm>
            <a:off x="5868150" y="2643759"/>
            <a:ext cx="1409181" cy="2358204"/>
          </a:xfrm>
          <a:prstGeom prst="ellipse">
            <a:avLst/>
          </a:prstGeom>
          <a:solidFill>
            <a:schemeClr val="bg1">
              <a:lumMod val="85000"/>
              <a:alpha val="64082"/>
            </a:schemeClr>
          </a:solidFill>
          <a:ln w="222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 dirty="0"/>
          </a:p>
        </p:txBody>
      </p:sp>
      <p:sp>
        <p:nvSpPr>
          <p:cNvPr id="68" name="Oval 67">
            <a:extLst>
              <a:ext uri="{FF2B5EF4-FFF2-40B4-BE49-F238E27FC236}">
                <a16:creationId xmlns:a16="http://schemas.microsoft.com/office/drawing/2014/main" id="{FAF95DEC-34C2-4DCF-1C06-9661A89E7E46}"/>
              </a:ext>
            </a:extLst>
          </p:cNvPr>
          <p:cNvSpPr/>
          <p:nvPr/>
        </p:nvSpPr>
        <p:spPr>
          <a:xfrm>
            <a:off x="1945270" y="2772375"/>
            <a:ext cx="1345217" cy="2201777"/>
          </a:xfrm>
          <a:prstGeom prst="ellipse">
            <a:avLst/>
          </a:prstGeom>
          <a:solidFill>
            <a:schemeClr val="bg1">
              <a:lumMod val="85000"/>
              <a:alpha val="64082"/>
            </a:schemeClr>
          </a:solidFill>
          <a:ln w="222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 dirty="0"/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7E6918F0-602A-CFC4-64BE-2A8332894F6E}"/>
              </a:ext>
            </a:extLst>
          </p:cNvPr>
          <p:cNvSpPr txBox="1"/>
          <p:nvPr/>
        </p:nvSpPr>
        <p:spPr>
          <a:xfrm>
            <a:off x="2118257" y="2433820"/>
            <a:ext cx="100540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600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先輩学生</a:t>
            </a:r>
          </a:p>
        </p:txBody>
      </p:sp>
      <p:sp>
        <p:nvSpPr>
          <p:cNvPr id="70" name="Oval 69">
            <a:extLst>
              <a:ext uri="{FF2B5EF4-FFF2-40B4-BE49-F238E27FC236}">
                <a16:creationId xmlns:a16="http://schemas.microsoft.com/office/drawing/2014/main" id="{E980A9D1-1A7D-34FF-3294-BF6E4C30C14D}"/>
              </a:ext>
            </a:extLst>
          </p:cNvPr>
          <p:cNvSpPr/>
          <p:nvPr/>
        </p:nvSpPr>
        <p:spPr>
          <a:xfrm>
            <a:off x="2551936" y="4017114"/>
            <a:ext cx="157274" cy="157274"/>
          </a:xfrm>
          <a:prstGeom prst="ellipse">
            <a:avLst/>
          </a:prstGeom>
          <a:solidFill>
            <a:srgbClr val="BA1C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71" name="Oval 70">
            <a:extLst>
              <a:ext uri="{FF2B5EF4-FFF2-40B4-BE49-F238E27FC236}">
                <a16:creationId xmlns:a16="http://schemas.microsoft.com/office/drawing/2014/main" id="{EBA8F16E-1068-4D9F-DA31-7F6F7064A899}"/>
              </a:ext>
            </a:extLst>
          </p:cNvPr>
          <p:cNvSpPr/>
          <p:nvPr/>
        </p:nvSpPr>
        <p:spPr>
          <a:xfrm>
            <a:off x="2551936" y="3485562"/>
            <a:ext cx="157274" cy="157274"/>
          </a:xfrm>
          <a:prstGeom prst="ellipse">
            <a:avLst/>
          </a:prstGeom>
          <a:solidFill>
            <a:srgbClr val="2B33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72" name="Oval 71">
            <a:extLst>
              <a:ext uri="{FF2B5EF4-FFF2-40B4-BE49-F238E27FC236}">
                <a16:creationId xmlns:a16="http://schemas.microsoft.com/office/drawing/2014/main" id="{A7734CB8-F84F-00C6-58B1-69C56B74F4C3}"/>
              </a:ext>
            </a:extLst>
          </p:cNvPr>
          <p:cNvSpPr/>
          <p:nvPr/>
        </p:nvSpPr>
        <p:spPr>
          <a:xfrm>
            <a:off x="3877233" y="2643759"/>
            <a:ext cx="1409181" cy="2358204"/>
          </a:xfrm>
          <a:prstGeom prst="ellipse">
            <a:avLst/>
          </a:prstGeom>
          <a:solidFill>
            <a:schemeClr val="bg1">
              <a:lumMod val="85000"/>
              <a:alpha val="64082"/>
            </a:schemeClr>
          </a:solidFill>
          <a:ln w="222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 dirty="0"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DDAC195C-94E5-75EB-F858-90615AE61905}"/>
              </a:ext>
            </a:extLst>
          </p:cNvPr>
          <p:cNvSpPr txBox="1"/>
          <p:nvPr/>
        </p:nvSpPr>
        <p:spPr>
          <a:xfrm>
            <a:off x="6060421" y="2344362"/>
            <a:ext cx="100540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600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後輩学生</a:t>
            </a:r>
          </a:p>
        </p:txBody>
      </p:sp>
      <p:sp>
        <p:nvSpPr>
          <p:cNvPr id="74" name="Oval 73">
            <a:extLst>
              <a:ext uri="{FF2B5EF4-FFF2-40B4-BE49-F238E27FC236}">
                <a16:creationId xmlns:a16="http://schemas.microsoft.com/office/drawing/2014/main" id="{DF5AC73A-41DB-1EB9-17DE-6C9FE5B8F751}"/>
              </a:ext>
            </a:extLst>
          </p:cNvPr>
          <p:cNvSpPr/>
          <p:nvPr/>
        </p:nvSpPr>
        <p:spPr>
          <a:xfrm>
            <a:off x="6473293" y="3138358"/>
            <a:ext cx="157274" cy="157274"/>
          </a:xfrm>
          <a:prstGeom prst="ellipse">
            <a:avLst/>
          </a:prstGeom>
          <a:solidFill>
            <a:srgbClr val="BA1C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75" name="Oval 74">
            <a:extLst>
              <a:ext uri="{FF2B5EF4-FFF2-40B4-BE49-F238E27FC236}">
                <a16:creationId xmlns:a16="http://schemas.microsoft.com/office/drawing/2014/main" id="{24C60956-6C51-24AC-496E-B4B235BD8436}"/>
              </a:ext>
            </a:extLst>
          </p:cNvPr>
          <p:cNvSpPr/>
          <p:nvPr/>
        </p:nvSpPr>
        <p:spPr>
          <a:xfrm>
            <a:off x="6473293" y="3721051"/>
            <a:ext cx="157274" cy="157274"/>
          </a:xfrm>
          <a:prstGeom prst="ellipse">
            <a:avLst/>
          </a:prstGeom>
          <a:solidFill>
            <a:srgbClr val="2B33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76" name="Oval 75">
            <a:extLst>
              <a:ext uri="{FF2B5EF4-FFF2-40B4-BE49-F238E27FC236}">
                <a16:creationId xmlns:a16="http://schemas.microsoft.com/office/drawing/2014/main" id="{E4AC434E-D0BD-B778-8D8A-96D54FD44586}"/>
              </a:ext>
            </a:extLst>
          </p:cNvPr>
          <p:cNvSpPr/>
          <p:nvPr/>
        </p:nvSpPr>
        <p:spPr>
          <a:xfrm>
            <a:off x="6473293" y="4303744"/>
            <a:ext cx="157274" cy="157274"/>
          </a:xfrm>
          <a:prstGeom prst="ellipse">
            <a:avLst/>
          </a:prstGeom>
          <a:solidFill>
            <a:srgbClr val="2B33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5C56EFFA-2CF4-6953-3323-E3F5E7BF7F21}"/>
              </a:ext>
            </a:extLst>
          </p:cNvPr>
          <p:cNvSpPr txBox="1"/>
          <p:nvPr/>
        </p:nvSpPr>
        <p:spPr>
          <a:xfrm>
            <a:off x="6630567" y="3011880"/>
            <a:ext cx="1210588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山畑滝子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6A03794B-D451-51DE-AE5E-31C421131AF7}"/>
              </a:ext>
            </a:extLst>
          </p:cNvPr>
          <p:cNvSpPr txBox="1"/>
          <p:nvPr/>
        </p:nvSpPr>
        <p:spPr>
          <a:xfrm>
            <a:off x="6630572" y="3597754"/>
            <a:ext cx="954107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田辺通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92895865-A8E6-BC90-D343-6AAD097AEB8A}"/>
              </a:ext>
            </a:extLst>
          </p:cNvPr>
          <p:cNvSpPr txBox="1"/>
          <p:nvPr/>
        </p:nvSpPr>
        <p:spPr>
          <a:xfrm>
            <a:off x="6618967" y="4204762"/>
            <a:ext cx="954107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北千種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DBD13B0C-5B7A-8341-8A53-8B734DDCD95E}"/>
              </a:ext>
            </a:extLst>
          </p:cNvPr>
          <p:cNvSpPr txBox="1"/>
          <p:nvPr/>
        </p:nvSpPr>
        <p:spPr>
          <a:xfrm>
            <a:off x="1360514" y="3895697"/>
            <a:ext cx="1210588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山畑滝子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1AC5D3EB-7DCC-D43E-095A-058437D0171C}"/>
              </a:ext>
            </a:extLst>
          </p:cNvPr>
          <p:cNvSpPr txBox="1"/>
          <p:nvPr/>
        </p:nvSpPr>
        <p:spPr>
          <a:xfrm>
            <a:off x="1360514" y="3359594"/>
            <a:ext cx="1210588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川澄桜子</a:t>
            </a:r>
          </a:p>
        </p:txBody>
      </p:sp>
      <p:sp>
        <p:nvSpPr>
          <p:cNvPr id="82" name="Oval 81">
            <a:extLst>
              <a:ext uri="{FF2B5EF4-FFF2-40B4-BE49-F238E27FC236}">
                <a16:creationId xmlns:a16="http://schemas.microsoft.com/office/drawing/2014/main" id="{33813583-D048-98AA-D516-F406542FE056}"/>
              </a:ext>
            </a:extLst>
          </p:cNvPr>
          <p:cNvSpPr/>
          <p:nvPr/>
        </p:nvSpPr>
        <p:spPr>
          <a:xfrm>
            <a:off x="4516200" y="3133296"/>
            <a:ext cx="157274" cy="157274"/>
          </a:xfrm>
          <a:prstGeom prst="ellipse">
            <a:avLst/>
          </a:prstGeom>
          <a:solidFill>
            <a:srgbClr val="2B33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83" name="Oval 82">
            <a:extLst>
              <a:ext uri="{FF2B5EF4-FFF2-40B4-BE49-F238E27FC236}">
                <a16:creationId xmlns:a16="http://schemas.microsoft.com/office/drawing/2014/main" id="{454CCBBF-9374-BBE9-6F20-49CD59CACA83}"/>
              </a:ext>
            </a:extLst>
          </p:cNvPr>
          <p:cNvSpPr/>
          <p:nvPr/>
        </p:nvSpPr>
        <p:spPr>
          <a:xfrm>
            <a:off x="4516200" y="3715989"/>
            <a:ext cx="157274" cy="157274"/>
          </a:xfrm>
          <a:prstGeom prst="ellipse">
            <a:avLst/>
          </a:prstGeom>
          <a:solidFill>
            <a:srgbClr val="2B33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84" name="Oval 83">
            <a:extLst>
              <a:ext uri="{FF2B5EF4-FFF2-40B4-BE49-F238E27FC236}">
                <a16:creationId xmlns:a16="http://schemas.microsoft.com/office/drawing/2014/main" id="{8FD4D3D5-3FF8-DE0F-B656-83040886375C}"/>
              </a:ext>
            </a:extLst>
          </p:cNvPr>
          <p:cNvSpPr/>
          <p:nvPr/>
        </p:nvSpPr>
        <p:spPr>
          <a:xfrm>
            <a:off x="4516200" y="4298683"/>
            <a:ext cx="157274" cy="157274"/>
          </a:xfrm>
          <a:prstGeom prst="ellipse">
            <a:avLst/>
          </a:prstGeom>
          <a:solidFill>
            <a:srgbClr val="2B33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F66FDE97-4AA3-E5E5-F90E-6A6AAB897713}"/>
              </a:ext>
            </a:extLst>
          </p:cNvPr>
          <p:cNvSpPr txBox="1"/>
          <p:nvPr/>
        </p:nvSpPr>
        <p:spPr>
          <a:xfrm>
            <a:off x="4292514" y="2322497"/>
            <a:ext cx="59503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600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世話</a:t>
            </a:r>
          </a:p>
        </p:txBody>
      </p:sp>
      <p:cxnSp>
        <p:nvCxnSpPr>
          <p:cNvPr id="86" name="Straight Connector 85">
            <a:extLst>
              <a:ext uri="{FF2B5EF4-FFF2-40B4-BE49-F238E27FC236}">
                <a16:creationId xmlns:a16="http://schemas.microsoft.com/office/drawing/2014/main" id="{4AEAB2CD-EBE6-CEB2-2099-EC80B5287FD5}"/>
              </a:ext>
            </a:extLst>
          </p:cNvPr>
          <p:cNvCxnSpPr>
            <a:cxnSpLocks/>
            <a:stCxn id="71" idx="6"/>
            <a:endCxn id="82" idx="2"/>
          </p:cNvCxnSpPr>
          <p:nvPr/>
        </p:nvCxnSpPr>
        <p:spPr>
          <a:xfrm flipV="1">
            <a:off x="2709209" y="3211933"/>
            <a:ext cx="1806990" cy="352266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F12E17C8-C5C0-1FF2-99D4-FFF51AE69DEE}"/>
              </a:ext>
            </a:extLst>
          </p:cNvPr>
          <p:cNvCxnSpPr>
            <a:cxnSpLocks/>
            <a:stCxn id="82" idx="6"/>
            <a:endCxn id="74" idx="2"/>
          </p:cNvCxnSpPr>
          <p:nvPr/>
        </p:nvCxnSpPr>
        <p:spPr>
          <a:xfrm>
            <a:off x="4673473" y="3211939"/>
            <a:ext cx="1799820" cy="5063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Straight Connector 87">
            <a:extLst>
              <a:ext uri="{FF2B5EF4-FFF2-40B4-BE49-F238E27FC236}">
                <a16:creationId xmlns:a16="http://schemas.microsoft.com/office/drawing/2014/main" id="{D62B0777-91EA-C7DE-5E19-8604BF17938E}"/>
              </a:ext>
            </a:extLst>
          </p:cNvPr>
          <p:cNvCxnSpPr>
            <a:cxnSpLocks/>
            <a:stCxn id="70" idx="6"/>
            <a:endCxn id="83" idx="2"/>
          </p:cNvCxnSpPr>
          <p:nvPr/>
        </p:nvCxnSpPr>
        <p:spPr>
          <a:xfrm flipV="1">
            <a:off x="2709209" y="3794626"/>
            <a:ext cx="1806990" cy="301124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D425E28D-E79A-87E5-0BE8-226D536A3DDB}"/>
              </a:ext>
            </a:extLst>
          </p:cNvPr>
          <p:cNvCxnSpPr>
            <a:cxnSpLocks/>
            <a:stCxn id="75" idx="2"/>
            <a:endCxn id="83" idx="6"/>
          </p:cNvCxnSpPr>
          <p:nvPr/>
        </p:nvCxnSpPr>
        <p:spPr>
          <a:xfrm flipH="1" flipV="1">
            <a:off x="4673473" y="3794631"/>
            <a:ext cx="1799820" cy="5063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Straight Connector 89">
            <a:extLst>
              <a:ext uri="{FF2B5EF4-FFF2-40B4-BE49-F238E27FC236}">
                <a16:creationId xmlns:a16="http://schemas.microsoft.com/office/drawing/2014/main" id="{3E32577A-359D-80BF-92ED-08794B905323}"/>
              </a:ext>
            </a:extLst>
          </p:cNvPr>
          <p:cNvCxnSpPr>
            <a:cxnSpLocks/>
            <a:stCxn id="71" idx="6"/>
            <a:endCxn id="84" idx="2"/>
          </p:cNvCxnSpPr>
          <p:nvPr/>
        </p:nvCxnSpPr>
        <p:spPr>
          <a:xfrm>
            <a:off x="2709209" y="3564199"/>
            <a:ext cx="1806990" cy="813120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Straight Connector 90">
            <a:extLst>
              <a:ext uri="{FF2B5EF4-FFF2-40B4-BE49-F238E27FC236}">
                <a16:creationId xmlns:a16="http://schemas.microsoft.com/office/drawing/2014/main" id="{9722C6CD-2C32-AE03-696E-BC579DC56A93}"/>
              </a:ext>
            </a:extLst>
          </p:cNvPr>
          <p:cNvCxnSpPr>
            <a:cxnSpLocks/>
            <a:stCxn id="84" idx="6"/>
            <a:endCxn id="76" idx="2"/>
          </p:cNvCxnSpPr>
          <p:nvPr/>
        </p:nvCxnSpPr>
        <p:spPr>
          <a:xfrm>
            <a:off x="4673473" y="4377324"/>
            <a:ext cx="1799820" cy="5063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" name="Right Arrow 92">
            <a:extLst>
              <a:ext uri="{FF2B5EF4-FFF2-40B4-BE49-F238E27FC236}">
                <a16:creationId xmlns:a16="http://schemas.microsoft.com/office/drawing/2014/main" id="{DC121009-ED1C-7A51-3223-70C60C92BDDB}"/>
              </a:ext>
            </a:extLst>
          </p:cNvPr>
          <p:cNvSpPr/>
          <p:nvPr/>
        </p:nvSpPr>
        <p:spPr>
          <a:xfrm rot="5400000">
            <a:off x="4273878" y="1590564"/>
            <a:ext cx="556731" cy="810191"/>
          </a:xfrm>
          <a:prstGeom prst="rightArrow">
            <a:avLst>
              <a:gd name="adj1" fmla="val 43106"/>
              <a:gd name="adj2" fmla="val 55296"/>
            </a:avLst>
          </a:prstGeom>
          <a:solidFill>
            <a:srgbClr val="BA1C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350"/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EEB97DA2-0DEF-4D80-ED2B-649C9FF332AC}"/>
              </a:ext>
            </a:extLst>
          </p:cNvPr>
          <p:cNvSpPr txBox="1"/>
          <p:nvPr/>
        </p:nvSpPr>
        <p:spPr>
          <a:xfrm>
            <a:off x="4952842" y="1673666"/>
            <a:ext cx="1723549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500" dirty="0">
                <a:solidFill>
                  <a:srgbClr val="BA1C47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実体・関連集合の</a:t>
            </a:r>
          </a:p>
          <a:p>
            <a:pPr algn="l"/>
            <a:r>
              <a:rPr lang="en-JP" sz="1500" dirty="0">
                <a:solidFill>
                  <a:srgbClr val="BA1C47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要素を考えると…</a:t>
            </a:r>
          </a:p>
        </p:txBody>
      </p:sp>
    </p:spTree>
    <p:extLst>
      <p:ext uri="{BB962C8B-B14F-4D97-AF65-F5344CB8AC3E}">
        <p14:creationId xmlns:p14="http://schemas.microsoft.com/office/powerpoint/2010/main" val="262440393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Oval 25">
            <a:extLst>
              <a:ext uri="{FF2B5EF4-FFF2-40B4-BE49-F238E27FC236}">
                <a16:creationId xmlns:a16="http://schemas.microsoft.com/office/drawing/2014/main" id="{DB6CA7DF-8C75-9B05-8279-3A52E223A67A}"/>
              </a:ext>
            </a:extLst>
          </p:cNvPr>
          <p:cNvSpPr/>
          <p:nvPr/>
        </p:nvSpPr>
        <p:spPr>
          <a:xfrm>
            <a:off x="7255358" y="1806167"/>
            <a:ext cx="1409181" cy="2156521"/>
          </a:xfrm>
          <a:prstGeom prst="ellipse">
            <a:avLst/>
          </a:prstGeom>
          <a:solidFill>
            <a:schemeClr val="bg1">
              <a:lumMod val="85000"/>
              <a:alpha val="64082"/>
            </a:schemeClr>
          </a:solidFill>
          <a:ln w="222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C54FFE4-12F2-585A-31F1-DE92EBB6F4B5}"/>
              </a:ext>
            </a:extLst>
          </p:cNvPr>
          <p:cNvSpPr/>
          <p:nvPr/>
        </p:nvSpPr>
        <p:spPr>
          <a:xfrm>
            <a:off x="1449799" y="2456630"/>
            <a:ext cx="1290821" cy="501723"/>
          </a:xfrm>
          <a:prstGeom prst="rect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</a:rPr>
              <a:t>学生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252CE32A-53D8-9131-BAE7-D1B1DF8F4587}"/>
              </a:ext>
            </a:extLst>
          </p:cNvPr>
          <p:cNvSpPr/>
          <p:nvPr/>
        </p:nvSpPr>
        <p:spPr>
          <a:xfrm>
            <a:off x="519858" y="3432344"/>
            <a:ext cx="940785" cy="530342"/>
          </a:xfrm>
          <a:prstGeom prst="ellipse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DE4BED6-13BF-F29E-47CB-CBF475DF89FE}"/>
              </a:ext>
            </a:extLst>
          </p:cNvPr>
          <p:cNvSpPr txBox="1"/>
          <p:nvPr/>
        </p:nvSpPr>
        <p:spPr>
          <a:xfrm>
            <a:off x="584985" y="3519500"/>
            <a:ext cx="872355" cy="3692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799" u="sng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学生ID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EE49CDF0-C9A7-272D-FE86-DA051DC547D8}"/>
              </a:ext>
            </a:extLst>
          </p:cNvPr>
          <p:cNvCxnSpPr>
            <a:cxnSpLocks/>
            <a:stCxn id="2" idx="2"/>
            <a:endCxn id="4" idx="7"/>
          </p:cNvCxnSpPr>
          <p:nvPr/>
        </p:nvCxnSpPr>
        <p:spPr>
          <a:xfrm flipH="1">
            <a:off x="1322872" y="2958354"/>
            <a:ext cx="772340" cy="551659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Oval 8">
            <a:extLst>
              <a:ext uri="{FF2B5EF4-FFF2-40B4-BE49-F238E27FC236}">
                <a16:creationId xmlns:a16="http://schemas.microsoft.com/office/drawing/2014/main" id="{2D672EE3-EEF2-CDE0-1622-5EBB518221CC}"/>
              </a:ext>
            </a:extLst>
          </p:cNvPr>
          <p:cNvSpPr/>
          <p:nvPr/>
        </p:nvSpPr>
        <p:spPr>
          <a:xfrm>
            <a:off x="1597227" y="3460965"/>
            <a:ext cx="887749" cy="501723"/>
          </a:xfrm>
          <a:prstGeom prst="ellipse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D9A045B-D3DE-BE92-61F8-EF3F3997B67E}"/>
              </a:ext>
            </a:extLst>
          </p:cNvPr>
          <p:cNvSpPr txBox="1"/>
          <p:nvPr/>
        </p:nvSpPr>
        <p:spPr>
          <a:xfrm>
            <a:off x="1727103" y="3527158"/>
            <a:ext cx="646331" cy="3692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氏名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CC2E84DB-6326-E723-37B7-332863576E6F}"/>
              </a:ext>
            </a:extLst>
          </p:cNvPr>
          <p:cNvCxnSpPr>
            <a:cxnSpLocks/>
            <a:stCxn id="2" idx="2"/>
            <a:endCxn id="9" idx="0"/>
          </p:cNvCxnSpPr>
          <p:nvPr/>
        </p:nvCxnSpPr>
        <p:spPr>
          <a:xfrm flipH="1">
            <a:off x="2041099" y="2958357"/>
            <a:ext cx="54110" cy="502611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BE1896B5-5F27-29D4-6BCC-ACC15F1FD06B}"/>
              </a:ext>
            </a:extLst>
          </p:cNvPr>
          <p:cNvCxnSpPr>
            <a:cxnSpLocks/>
            <a:stCxn id="2" idx="2"/>
            <a:endCxn id="31" idx="0"/>
          </p:cNvCxnSpPr>
          <p:nvPr/>
        </p:nvCxnSpPr>
        <p:spPr>
          <a:xfrm>
            <a:off x="2095212" y="2958351"/>
            <a:ext cx="963513" cy="505846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Oval 30">
            <a:extLst>
              <a:ext uri="{FF2B5EF4-FFF2-40B4-BE49-F238E27FC236}">
                <a16:creationId xmlns:a16="http://schemas.microsoft.com/office/drawing/2014/main" id="{0CE37E9C-EB6C-CF93-F59B-C835E1297EC3}"/>
              </a:ext>
            </a:extLst>
          </p:cNvPr>
          <p:cNvSpPr/>
          <p:nvPr/>
        </p:nvSpPr>
        <p:spPr>
          <a:xfrm>
            <a:off x="2614851" y="3464201"/>
            <a:ext cx="887749" cy="501723"/>
          </a:xfrm>
          <a:prstGeom prst="ellipse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C01D9DC-5E5F-022E-158A-6277F4BE6C19}"/>
              </a:ext>
            </a:extLst>
          </p:cNvPr>
          <p:cNvSpPr txBox="1"/>
          <p:nvPr/>
        </p:nvSpPr>
        <p:spPr>
          <a:xfrm>
            <a:off x="2744726" y="3530395"/>
            <a:ext cx="646331" cy="3692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所属</a:t>
            </a:r>
          </a:p>
        </p:txBody>
      </p:sp>
      <p:sp>
        <p:nvSpPr>
          <p:cNvPr id="49" name="Diamond 48">
            <a:extLst>
              <a:ext uri="{FF2B5EF4-FFF2-40B4-BE49-F238E27FC236}">
                <a16:creationId xmlns:a16="http://schemas.microsoft.com/office/drawing/2014/main" id="{DF4B8A64-0E9C-B1D8-3084-D2BF83294F08}"/>
              </a:ext>
            </a:extLst>
          </p:cNvPr>
          <p:cNvSpPr/>
          <p:nvPr/>
        </p:nvSpPr>
        <p:spPr>
          <a:xfrm>
            <a:off x="1517439" y="1110834"/>
            <a:ext cx="1155538" cy="741716"/>
          </a:xfrm>
          <a:prstGeom prst="diamond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CDA872E4-73E1-2602-B19B-8573192F83F8}"/>
              </a:ext>
            </a:extLst>
          </p:cNvPr>
          <p:cNvSpPr txBox="1"/>
          <p:nvPr/>
        </p:nvSpPr>
        <p:spPr>
          <a:xfrm>
            <a:off x="1772047" y="1297025"/>
            <a:ext cx="646331" cy="3692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世話</a:t>
            </a:r>
          </a:p>
        </p:txBody>
      </p:sp>
      <p:sp>
        <p:nvSpPr>
          <p:cNvPr id="68" name="Oval 67">
            <a:extLst>
              <a:ext uri="{FF2B5EF4-FFF2-40B4-BE49-F238E27FC236}">
                <a16:creationId xmlns:a16="http://schemas.microsoft.com/office/drawing/2014/main" id="{FAF95DEC-34C2-4DCF-1C06-9661A89E7E46}"/>
              </a:ext>
            </a:extLst>
          </p:cNvPr>
          <p:cNvSpPr/>
          <p:nvPr/>
        </p:nvSpPr>
        <p:spPr>
          <a:xfrm>
            <a:off x="5306084" y="1765646"/>
            <a:ext cx="1345217" cy="2201777"/>
          </a:xfrm>
          <a:prstGeom prst="ellipse">
            <a:avLst/>
          </a:prstGeom>
          <a:solidFill>
            <a:schemeClr val="bg1">
              <a:lumMod val="85000"/>
              <a:alpha val="64082"/>
            </a:schemeClr>
          </a:solidFill>
          <a:ln w="222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 dirty="0"/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7E6918F0-602A-CFC4-64BE-2A8332894F6E}"/>
              </a:ext>
            </a:extLst>
          </p:cNvPr>
          <p:cNvSpPr txBox="1"/>
          <p:nvPr/>
        </p:nvSpPr>
        <p:spPr>
          <a:xfrm>
            <a:off x="5689064" y="1413708"/>
            <a:ext cx="59503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600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学生</a:t>
            </a:r>
          </a:p>
        </p:txBody>
      </p:sp>
      <p:sp>
        <p:nvSpPr>
          <p:cNvPr id="70" name="Oval 69">
            <a:extLst>
              <a:ext uri="{FF2B5EF4-FFF2-40B4-BE49-F238E27FC236}">
                <a16:creationId xmlns:a16="http://schemas.microsoft.com/office/drawing/2014/main" id="{E980A9D1-1A7D-34FF-3294-BF6E4C30C14D}"/>
              </a:ext>
            </a:extLst>
          </p:cNvPr>
          <p:cNvSpPr/>
          <p:nvPr/>
        </p:nvSpPr>
        <p:spPr>
          <a:xfrm>
            <a:off x="5893450" y="2596695"/>
            <a:ext cx="157274" cy="157274"/>
          </a:xfrm>
          <a:prstGeom prst="ellipse">
            <a:avLst/>
          </a:prstGeom>
          <a:solidFill>
            <a:srgbClr val="BA1C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71" name="Oval 70">
            <a:extLst>
              <a:ext uri="{FF2B5EF4-FFF2-40B4-BE49-F238E27FC236}">
                <a16:creationId xmlns:a16="http://schemas.microsoft.com/office/drawing/2014/main" id="{EBA8F16E-1068-4D9F-DA31-7F6F7064A899}"/>
              </a:ext>
            </a:extLst>
          </p:cNvPr>
          <p:cNvSpPr/>
          <p:nvPr/>
        </p:nvSpPr>
        <p:spPr>
          <a:xfrm>
            <a:off x="5893450" y="2065144"/>
            <a:ext cx="157274" cy="157274"/>
          </a:xfrm>
          <a:prstGeom prst="ellipse">
            <a:avLst/>
          </a:prstGeom>
          <a:solidFill>
            <a:srgbClr val="2B33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DBD13B0C-5B7A-8341-8A53-8B734DDCD95E}"/>
              </a:ext>
            </a:extLst>
          </p:cNvPr>
          <p:cNvSpPr txBox="1"/>
          <p:nvPr/>
        </p:nvSpPr>
        <p:spPr>
          <a:xfrm>
            <a:off x="4702029" y="2475278"/>
            <a:ext cx="1210588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山畑滝子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1AC5D3EB-7DCC-D43E-095A-058437D0171C}"/>
              </a:ext>
            </a:extLst>
          </p:cNvPr>
          <p:cNvSpPr txBox="1"/>
          <p:nvPr/>
        </p:nvSpPr>
        <p:spPr>
          <a:xfrm>
            <a:off x="4702029" y="1939175"/>
            <a:ext cx="1210588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川澄桜子</a:t>
            </a:r>
          </a:p>
        </p:txBody>
      </p:sp>
      <p:sp>
        <p:nvSpPr>
          <p:cNvPr id="82" name="Oval 81">
            <a:extLst>
              <a:ext uri="{FF2B5EF4-FFF2-40B4-BE49-F238E27FC236}">
                <a16:creationId xmlns:a16="http://schemas.microsoft.com/office/drawing/2014/main" id="{33813583-D048-98AA-D516-F406542FE056}"/>
              </a:ext>
            </a:extLst>
          </p:cNvPr>
          <p:cNvSpPr/>
          <p:nvPr/>
        </p:nvSpPr>
        <p:spPr>
          <a:xfrm>
            <a:off x="7881309" y="2197162"/>
            <a:ext cx="157274" cy="157274"/>
          </a:xfrm>
          <a:prstGeom prst="ellipse">
            <a:avLst/>
          </a:prstGeom>
          <a:solidFill>
            <a:srgbClr val="2B33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83" name="Oval 82">
            <a:extLst>
              <a:ext uri="{FF2B5EF4-FFF2-40B4-BE49-F238E27FC236}">
                <a16:creationId xmlns:a16="http://schemas.microsoft.com/office/drawing/2014/main" id="{454CCBBF-9374-BBE9-6F20-49CD59CACA83}"/>
              </a:ext>
            </a:extLst>
          </p:cNvPr>
          <p:cNvSpPr/>
          <p:nvPr/>
        </p:nvSpPr>
        <p:spPr>
          <a:xfrm>
            <a:off x="7881309" y="2779855"/>
            <a:ext cx="157274" cy="157274"/>
          </a:xfrm>
          <a:prstGeom prst="ellipse">
            <a:avLst/>
          </a:prstGeom>
          <a:solidFill>
            <a:srgbClr val="2B33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84" name="Oval 83">
            <a:extLst>
              <a:ext uri="{FF2B5EF4-FFF2-40B4-BE49-F238E27FC236}">
                <a16:creationId xmlns:a16="http://schemas.microsoft.com/office/drawing/2014/main" id="{8FD4D3D5-3FF8-DE0F-B656-83040886375C}"/>
              </a:ext>
            </a:extLst>
          </p:cNvPr>
          <p:cNvSpPr/>
          <p:nvPr/>
        </p:nvSpPr>
        <p:spPr>
          <a:xfrm>
            <a:off x="7881309" y="3362548"/>
            <a:ext cx="157274" cy="157274"/>
          </a:xfrm>
          <a:prstGeom prst="ellipse">
            <a:avLst/>
          </a:prstGeom>
          <a:solidFill>
            <a:srgbClr val="2B33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F66FDE97-4AA3-E5E5-F90E-6A6AAB897713}"/>
              </a:ext>
            </a:extLst>
          </p:cNvPr>
          <p:cNvSpPr txBox="1"/>
          <p:nvPr/>
        </p:nvSpPr>
        <p:spPr>
          <a:xfrm>
            <a:off x="7657622" y="1480087"/>
            <a:ext cx="59503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600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世話</a:t>
            </a:r>
          </a:p>
        </p:txBody>
      </p:sp>
      <p:cxnSp>
        <p:nvCxnSpPr>
          <p:cNvPr id="86" name="Straight Connector 85">
            <a:extLst>
              <a:ext uri="{FF2B5EF4-FFF2-40B4-BE49-F238E27FC236}">
                <a16:creationId xmlns:a16="http://schemas.microsoft.com/office/drawing/2014/main" id="{4AEAB2CD-EBE6-CEB2-2099-EC80B5287FD5}"/>
              </a:ext>
            </a:extLst>
          </p:cNvPr>
          <p:cNvCxnSpPr>
            <a:cxnSpLocks/>
            <a:stCxn id="71" idx="6"/>
            <a:endCxn id="82" idx="2"/>
          </p:cNvCxnSpPr>
          <p:nvPr/>
        </p:nvCxnSpPr>
        <p:spPr>
          <a:xfrm>
            <a:off x="6050729" y="2143785"/>
            <a:ext cx="1830585" cy="132019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Straight Connector 87">
            <a:extLst>
              <a:ext uri="{FF2B5EF4-FFF2-40B4-BE49-F238E27FC236}">
                <a16:creationId xmlns:a16="http://schemas.microsoft.com/office/drawing/2014/main" id="{D62B0777-91EA-C7DE-5E19-8604BF17938E}"/>
              </a:ext>
            </a:extLst>
          </p:cNvPr>
          <p:cNvCxnSpPr>
            <a:cxnSpLocks/>
            <a:stCxn id="70" idx="6"/>
            <a:endCxn id="82" idx="2"/>
          </p:cNvCxnSpPr>
          <p:nvPr/>
        </p:nvCxnSpPr>
        <p:spPr>
          <a:xfrm flipV="1">
            <a:off x="6050729" y="2275799"/>
            <a:ext cx="1830585" cy="399532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Straight Connector 89">
            <a:extLst>
              <a:ext uri="{FF2B5EF4-FFF2-40B4-BE49-F238E27FC236}">
                <a16:creationId xmlns:a16="http://schemas.microsoft.com/office/drawing/2014/main" id="{3E32577A-359D-80BF-92ED-08794B905323}"/>
              </a:ext>
            </a:extLst>
          </p:cNvPr>
          <p:cNvCxnSpPr>
            <a:cxnSpLocks/>
            <a:stCxn id="71" idx="6"/>
            <a:endCxn id="83" idx="2"/>
          </p:cNvCxnSpPr>
          <p:nvPr/>
        </p:nvCxnSpPr>
        <p:spPr>
          <a:xfrm>
            <a:off x="6050729" y="2143779"/>
            <a:ext cx="1830585" cy="714712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" name="Right Arrow 92">
            <a:extLst>
              <a:ext uri="{FF2B5EF4-FFF2-40B4-BE49-F238E27FC236}">
                <a16:creationId xmlns:a16="http://schemas.microsoft.com/office/drawing/2014/main" id="{DC121009-ED1C-7A51-3223-70C60C92BDDB}"/>
              </a:ext>
            </a:extLst>
          </p:cNvPr>
          <p:cNvSpPr/>
          <p:nvPr/>
        </p:nvSpPr>
        <p:spPr>
          <a:xfrm>
            <a:off x="3529332" y="2099950"/>
            <a:ext cx="788331" cy="810191"/>
          </a:xfrm>
          <a:prstGeom prst="rightArrow">
            <a:avLst>
              <a:gd name="adj1" fmla="val 43106"/>
              <a:gd name="adj2" fmla="val 55296"/>
            </a:avLst>
          </a:prstGeom>
          <a:solidFill>
            <a:srgbClr val="BA1C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350"/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EEB97DA2-0DEF-4D80-ED2B-649C9FF332AC}"/>
              </a:ext>
            </a:extLst>
          </p:cNvPr>
          <p:cNvSpPr txBox="1"/>
          <p:nvPr/>
        </p:nvSpPr>
        <p:spPr>
          <a:xfrm>
            <a:off x="3136489" y="1462811"/>
            <a:ext cx="1723549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500" dirty="0">
                <a:solidFill>
                  <a:srgbClr val="BA1C47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実体・関連集合の</a:t>
            </a:r>
          </a:p>
          <a:p>
            <a:pPr algn="l"/>
            <a:r>
              <a:rPr lang="en-JP" sz="1500" dirty="0">
                <a:solidFill>
                  <a:srgbClr val="BA1C47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要素を考えると…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B591D74D-6250-BAE4-89CF-FA14CD0FA877}"/>
              </a:ext>
            </a:extLst>
          </p:cNvPr>
          <p:cNvCxnSpPr>
            <a:cxnSpLocks/>
          </p:cNvCxnSpPr>
          <p:nvPr/>
        </p:nvCxnSpPr>
        <p:spPr>
          <a:xfrm flipV="1">
            <a:off x="1888647" y="1720135"/>
            <a:ext cx="0" cy="736493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8988E025-F0CA-30AB-EB34-38A55EC036C9}"/>
              </a:ext>
            </a:extLst>
          </p:cNvPr>
          <p:cNvSpPr txBox="1"/>
          <p:nvPr/>
        </p:nvSpPr>
        <p:spPr>
          <a:xfrm>
            <a:off x="1202825" y="1888327"/>
            <a:ext cx="697627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先輩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80599B7-E369-7D5A-10C0-6B111259BD08}"/>
              </a:ext>
            </a:extLst>
          </p:cNvPr>
          <p:cNvSpPr txBox="1"/>
          <p:nvPr/>
        </p:nvSpPr>
        <p:spPr>
          <a:xfrm>
            <a:off x="2314048" y="1911236"/>
            <a:ext cx="697627" cy="3999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後輩</a:t>
            </a: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15CC2833-68A3-5276-55A5-891C46D486EB}"/>
              </a:ext>
            </a:extLst>
          </p:cNvPr>
          <p:cNvSpPr/>
          <p:nvPr/>
        </p:nvSpPr>
        <p:spPr>
          <a:xfrm>
            <a:off x="5893450" y="3120079"/>
            <a:ext cx="157274" cy="157274"/>
          </a:xfrm>
          <a:prstGeom prst="ellipse">
            <a:avLst/>
          </a:prstGeom>
          <a:solidFill>
            <a:srgbClr val="2B33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76249167-ED91-590D-0E99-4A700129868C}"/>
              </a:ext>
            </a:extLst>
          </p:cNvPr>
          <p:cNvSpPr/>
          <p:nvPr/>
        </p:nvSpPr>
        <p:spPr>
          <a:xfrm>
            <a:off x="5893450" y="3633976"/>
            <a:ext cx="157274" cy="157274"/>
          </a:xfrm>
          <a:prstGeom prst="ellipse">
            <a:avLst/>
          </a:prstGeom>
          <a:solidFill>
            <a:srgbClr val="2B33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32456FA-7EA4-9394-4989-5A41A453685F}"/>
              </a:ext>
            </a:extLst>
          </p:cNvPr>
          <p:cNvSpPr txBox="1"/>
          <p:nvPr/>
        </p:nvSpPr>
        <p:spPr>
          <a:xfrm>
            <a:off x="4939348" y="2986920"/>
            <a:ext cx="954107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田辺通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498C4FE-4C82-5180-C594-A1368B5DC02E}"/>
              </a:ext>
            </a:extLst>
          </p:cNvPr>
          <p:cNvSpPr txBox="1"/>
          <p:nvPr/>
        </p:nvSpPr>
        <p:spPr>
          <a:xfrm>
            <a:off x="4939348" y="3507497"/>
            <a:ext cx="954107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北千種</a:t>
            </a: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20DC1760-54B7-0AD9-EFB6-5A9DACC9166A}"/>
              </a:ext>
            </a:extLst>
          </p:cNvPr>
          <p:cNvCxnSpPr>
            <a:cxnSpLocks/>
            <a:stCxn id="20" idx="6"/>
            <a:endCxn id="83" idx="2"/>
          </p:cNvCxnSpPr>
          <p:nvPr/>
        </p:nvCxnSpPr>
        <p:spPr>
          <a:xfrm flipV="1">
            <a:off x="6050729" y="2858496"/>
            <a:ext cx="1830585" cy="854121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F161274E-DB73-8F46-4973-0536E2129111}"/>
              </a:ext>
            </a:extLst>
          </p:cNvPr>
          <p:cNvCxnSpPr>
            <a:cxnSpLocks/>
            <a:stCxn id="70" idx="6"/>
            <a:endCxn id="84" idx="2"/>
          </p:cNvCxnSpPr>
          <p:nvPr/>
        </p:nvCxnSpPr>
        <p:spPr>
          <a:xfrm>
            <a:off x="6050729" y="2675331"/>
            <a:ext cx="1830585" cy="765854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048CC1E4-161F-36B3-DCF8-800E5744A804}"/>
              </a:ext>
            </a:extLst>
          </p:cNvPr>
          <p:cNvCxnSpPr>
            <a:cxnSpLocks/>
            <a:stCxn id="19" idx="6"/>
            <a:endCxn id="84" idx="2"/>
          </p:cNvCxnSpPr>
          <p:nvPr/>
        </p:nvCxnSpPr>
        <p:spPr>
          <a:xfrm>
            <a:off x="6050729" y="3198718"/>
            <a:ext cx="1830585" cy="242467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TextBox 58">
            <a:extLst>
              <a:ext uri="{FF2B5EF4-FFF2-40B4-BE49-F238E27FC236}">
                <a16:creationId xmlns:a16="http://schemas.microsoft.com/office/drawing/2014/main" id="{FAE866EE-9938-4CD3-B797-B8ECB3570003}"/>
              </a:ext>
            </a:extLst>
          </p:cNvPr>
          <p:cNvSpPr txBox="1"/>
          <p:nvPr/>
        </p:nvSpPr>
        <p:spPr>
          <a:xfrm>
            <a:off x="7418580" y="2345929"/>
            <a:ext cx="49244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2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後輩</a:t>
            </a: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507D400D-4CA7-7F9B-1371-2D4D810B1F1C}"/>
              </a:ext>
            </a:extLst>
          </p:cNvPr>
          <p:cNvSpPr/>
          <p:nvPr/>
        </p:nvSpPr>
        <p:spPr>
          <a:xfrm>
            <a:off x="6830298" y="2186828"/>
            <a:ext cx="387800" cy="144017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0A18B37F-8348-C719-CDBB-02A546083807}"/>
              </a:ext>
            </a:extLst>
          </p:cNvPr>
          <p:cNvSpPr txBox="1"/>
          <p:nvPr/>
        </p:nvSpPr>
        <p:spPr>
          <a:xfrm>
            <a:off x="6776121" y="2116863"/>
            <a:ext cx="49244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2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先輩</a:t>
            </a: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43B3450B-C7B4-DF20-2451-7559F30B4549}"/>
              </a:ext>
            </a:extLst>
          </p:cNvPr>
          <p:cNvSpPr/>
          <p:nvPr/>
        </p:nvSpPr>
        <p:spPr>
          <a:xfrm rot="1167970">
            <a:off x="7309540" y="2654904"/>
            <a:ext cx="387800" cy="144017"/>
          </a:xfrm>
          <a:prstGeom prst="rect">
            <a:avLst/>
          </a:prstGeom>
          <a:solidFill>
            <a:srgbClr val="E7E7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109ECC4E-9D07-183E-3B13-BC8B878ED5BF}"/>
              </a:ext>
            </a:extLst>
          </p:cNvPr>
          <p:cNvSpPr txBox="1"/>
          <p:nvPr/>
        </p:nvSpPr>
        <p:spPr>
          <a:xfrm>
            <a:off x="7249322" y="2589264"/>
            <a:ext cx="50584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JP" sz="12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先輩</a:t>
            </a:r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0913201B-4B65-30B2-1FCD-4333E1C7C7ED}"/>
              </a:ext>
            </a:extLst>
          </p:cNvPr>
          <p:cNvSpPr/>
          <p:nvPr/>
        </p:nvSpPr>
        <p:spPr>
          <a:xfrm rot="1058685">
            <a:off x="6666408" y="2979127"/>
            <a:ext cx="364381" cy="144017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B5D749FE-C5B9-8A62-7559-B0C68F99EE87}"/>
              </a:ext>
            </a:extLst>
          </p:cNvPr>
          <p:cNvSpPr txBox="1"/>
          <p:nvPr/>
        </p:nvSpPr>
        <p:spPr>
          <a:xfrm>
            <a:off x="6600891" y="2927294"/>
            <a:ext cx="49244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2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先輩</a:t>
            </a:r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8ABC53A9-4ABF-CFFB-1AF0-E0178F0E8318}"/>
              </a:ext>
            </a:extLst>
          </p:cNvPr>
          <p:cNvSpPr/>
          <p:nvPr/>
        </p:nvSpPr>
        <p:spPr>
          <a:xfrm rot="19831240">
            <a:off x="7324675" y="2963041"/>
            <a:ext cx="387800" cy="144017"/>
          </a:xfrm>
          <a:prstGeom prst="rect">
            <a:avLst/>
          </a:prstGeom>
          <a:solidFill>
            <a:srgbClr val="E7E7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ECB96254-2134-700C-8776-F9A57D028F03}"/>
              </a:ext>
            </a:extLst>
          </p:cNvPr>
          <p:cNvSpPr txBox="1"/>
          <p:nvPr/>
        </p:nvSpPr>
        <p:spPr>
          <a:xfrm>
            <a:off x="7272356" y="2884432"/>
            <a:ext cx="49244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2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後輩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C5C8D2E5-3060-B07F-631D-92E0BDFB895B}"/>
              </a:ext>
            </a:extLst>
          </p:cNvPr>
          <p:cNvSpPr txBox="1"/>
          <p:nvPr/>
        </p:nvSpPr>
        <p:spPr>
          <a:xfrm>
            <a:off x="7358434" y="3406745"/>
            <a:ext cx="49244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2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後輩</a:t>
            </a:r>
          </a:p>
        </p:txBody>
      </p:sp>
      <p:cxnSp>
        <p:nvCxnSpPr>
          <p:cNvPr id="104" name="Straight Connector 103">
            <a:extLst>
              <a:ext uri="{FF2B5EF4-FFF2-40B4-BE49-F238E27FC236}">
                <a16:creationId xmlns:a16="http://schemas.microsoft.com/office/drawing/2014/main" id="{D0A8E973-3B0B-D181-AF00-B6337A561802}"/>
              </a:ext>
            </a:extLst>
          </p:cNvPr>
          <p:cNvCxnSpPr>
            <a:cxnSpLocks/>
          </p:cNvCxnSpPr>
          <p:nvPr/>
        </p:nvCxnSpPr>
        <p:spPr>
          <a:xfrm flipV="1">
            <a:off x="2314042" y="1720135"/>
            <a:ext cx="0" cy="736493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4169540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>
            <a:extLst>
              <a:ext uri="{FF2B5EF4-FFF2-40B4-BE49-F238E27FC236}">
                <a16:creationId xmlns:a16="http://schemas.microsoft.com/office/drawing/2014/main" id="{198D9D47-0E77-A750-DFF8-A2AF4A6F236A}"/>
              </a:ext>
            </a:extLst>
          </p:cNvPr>
          <p:cNvSpPr/>
          <p:nvPr/>
        </p:nvSpPr>
        <p:spPr>
          <a:xfrm>
            <a:off x="186219" y="1291407"/>
            <a:ext cx="1589378" cy="3045823"/>
          </a:xfrm>
          <a:prstGeom prst="ellipse">
            <a:avLst/>
          </a:prstGeom>
          <a:solidFill>
            <a:schemeClr val="bg1">
              <a:lumMod val="85000"/>
              <a:alpha val="64082"/>
            </a:schemeClr>
          </a:solidFill>
          <a:ln w="222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7158DA0-904F-A2FD-0682-B23313F4AC82}"/>
              </a:ext>
            </a:extLst>
          </p:cNvPr>
          <p:cNvSpPr txBox="1"/>
          <p:nvPr/>
        </p:nvSpPr>
        <p:spPr>
          <a:xfrm>
            <a:off x="585533" y="952852"/>
            <a:ext cx="80021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600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ユーザ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2D0C128A-4101-6E9A-7D21-80009A255293}"/>
              </a:ext>
            </a:extLst>
          </p:cNvPr>
          <p:cNvSpPr/>
          <p:nvPr/>
        </p:nvSpPr>
        <p:spPr>
          <a:xfrm>
            <a:off x="946168" y="1857806"/>
            <a:ext cx="157274" cy="157274"/>
          </a:xfrm>
          <a:prstGeom prst="ellipse">
            <a:avLst/>
          </a:prstGeom>
          <a:solidFill>
            <a:srgbClr val="2B33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E71655FF-7711-6194-F945-F8D889CB99E6}"/>
              </a:ext>
            </a:extLst>
          </p:cNvPr>
          <p:cNvSpPr/>
          <p:nvPr/>
        </p:nvSpPr>
        <p:spPr>
          <a:xfrm>
            <a:off x="946168" y="2440499"/>
            <a:ext cx="157274" cy="157274"/>
          </a:xfrm>
          <a:prstGeom prst="ellipse">
            <a:avLst/>
          </a:prstGeom>
          <a:solidFill>
            <a:srgbClr val="2B33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06BA4863-F438-629E-A123-318E4CC7E05B}"/>
              </a:ext>
            </a:extLst>
          </p:cNvPr>
          <p:cNvSpPr/>
          <p:nvPr/>
        </p:nvSpPr>
        <p:spPr>
          <a:xfrm>
            <a:off x="946168" y="3023193"/>
            <a:ext cx="157274" cy="157274"/>
          </a:xfrm>
          <a:prstGeom prst="ellipse">
            <a:avLst/>
          </a:prstGeom>
          <a:solidFill>
            <a:srgbClr val="2B33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9E4DF269-FCDB-333B-C2F3-831ADCF1A126}"/>
              </a:ext>
            </a:extLst>
          </p:cNvPr>
          <p:cNvSpPr/>
          <p:nvPr/>
        </p:nvSpPr>
        <p:spPr>
          <a:xfrm>
            <a:off x="946168" y="3605886"/>
            <a:ext cx="157274" cy="157274"/>
          </a:xfrm>
          <a:prstGeom prst="ellipse">
            <a:avLst/>
          </a:prstGeom>
          <a:solidFill>
            <a:srgbClr val="2B33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C0A4D952-44A3-318B-31FC-CB3F4874CEF3}"/>
              </a:ext>
            </a:extLst>
          </p:cNvPr>
          <p:cNvSpPr/>
          <p:nvPr/>
        </p:nvSpPr>
        <p:spPr>
          <a:xfrm>
            <a:off x="1966666" y="371303"/>
            <a:ext cx="1825547" cy="4632514"/>
          </a:xfrm>
          <a:prstGeom prst="ellipse">
            <a:avLst/>
          </a:prstGeom>
          <a:solidFill>
            <a:schemeClr val="bg1">
              <a:lumMod val="85000"/>
              <a:alpha val="64082"/>
            </a:schemeClr>
          </a:solidFill>
          <a:ln w="222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 dirty="0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233BF1A8-BF64-2DD9-C85B-7C6903B7130B}"/>
              </a:ext>
            </a:extLst>
          </p:cNvPr>
          <p:cNvSpPr/>
          <p:nvPr/>
        </p:nvSpPr>
        <p:spPr>
          <a:xfrm>
            <a:off x="2828377" y="848166"/>
            <a:ext cx="157274" cy="157274"/>
          </a:xfrm>
          <a:prstGeom prst="ellipse">
            <a:avLst/>
          </a:prstGeom>
          <a:solidFill>
            <a:srgbClr val="2B33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37550860-693E-FDF1-36BC-68691A2EACB1}"/>
              </a:ext>
            </a:extLst>
          </p:cNvPr>
          <p:cNvSpPr/>
          <p:nvPr/>
        </p:nvSpPr>
        <p:spPr>
          <a:xfrm>
            <a:off x="2828377" y="1430859"/>
            <a:ext cx="157274" cy="157274"/>
          </a:xfrm>
          <a:prstGeom prst="ellipse">
            <a:avLst/>
          </a:prstGeom>
          <a:solidFill>
            <a:srgbClr val="2B33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C3EFF78B-07D2-E00C-1205-70AA10D5D34A}"/>
              </a:ext>
            </a:extLst>
          </p:cNvPr>
          <p:cNvSpPr/>
          <p:nvPr/>
        </p:nvSpPr>
        <p:spPr>
          <a:xfrm>
            <a:off x="2828377" y="2013552"/>
            <a:ext cx="157274" cy="157274"/>
          </a:xfrm>
          <a:prstGeom prst="ellipse">
            <a:avLst/>
          </a:prstGeom>
          <a:solidFill>
            <a:srgbClr val="2B33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D9C59791-96A0-1FD2-ECC2-9B2A666E6BFC}"/>
              </a:ext>
            </a:extLst>
          </p:cNvPr>
          <p:cNvSpPr/>
          <p:nvPr/>
        </p:nvSpPr>
        <p:spPr>
          <a:xfrm>
            <a:off x="2828377" y="2596246"/>
            <a:ext cx="157274" cy="157274"/>
          </a:xfrm>
          <a:prstGeom prst="ellipse">
            <a:avLst/>
          </a:prstGeom>
          <a:solidFill>
            <a:srgbClr val="2B33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5A7786A1-C756-9AB1-ECF8-AAE9F246DF6A}"/>
              </a:ext>
            </a:extLst>
          </p:cNvPr>
          <p:cNvSpPr/>
          <p:nvPr/>
        </p:nvSpPr>
        <p:spPr>
          <a:xfrm>
            <a:off x="2822623" y="3255064"/>
            <a:ext cx="157274" cy="157274"/>
          </a:xfrm>
          <a:prstGeom prst="ellipse">
            <a:avLst/>
          </a:prstGeom>
          <a:solidFill>
            <a:srgbClr val="2B33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8EFDAF35-A6E0-6FEF-97BB-201DEAB65E23}"/>
              </a:ext>
            </a:extLst>
          </p:cNvPr>
          <p:cNvSpPr/>
          <p:nvPr/>
        </p:nvSpPr>
        <p:spPr>
          <a:xfrm>
            <a:off x="2822623" y="3837757"/>
            <a:ext cx="157274" cy="157274"/>
          </a:xfrm>
          <a:prstGeom prst="ellipse">
            <a:avLst/>
          </a:prstGeom>
          <a:solidFill>
            <a:srgbClr val="2B33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98C70C63-0177-BB05-526F-D55C76F19D9D}"/>
              </a:ext>
            </a:extLst>
          </p:cNvPr>
          <p:cNvSpPr/>
          <p:nvPr/>
        </p:nvSpPr>
        <p:spPr>
          <a:xfrm>
            <a:off x="2822623" y="4420452"/>
            <a:ext cx="157274" cy="157274"/>
          </a:xfrm>
          <a:prstGeom prst="ellipse">
            <a:avLst/>
          </a:prstGeom>
          <a:solidFill>
            <a:srgbClr val="2B33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9E9D0E7-9D18-8AD5-5829-249422FC4696}"/>
              </a:ext>
            </a:extLst>
          </p:cNvPr>
          <p:cNvSpPr txBox="1"/>
          <p:nvPr/>
        </p:nvSpPr>
        <p:spPr>
          <a:xfrm>
            <a:off x="2417036" y="62686"/>
            <a:ext cx="100540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6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購入希望</a:t>
            </a: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9F58FACA-4E28-5590-C00B-D3C371B93CBE}"/>
              </a:ext>
            </a:extLst>
          </p:cNvPr>
          <p:cNvSpPr/>
          <p:nvPr/>
        </p:nvSpPr>
        <p:spPr>
          <a:xfrm>
            <a:off x="3983275" y="1029447"/>
            <a:ext cx="1584176" cy="3548278"/>
          </a:xfrm>
          <a:prstGeom prst="ellipse">
            <a:avLst/>
          </a:prstGeom>
          <a:solidFill>
            <a:schemeClr val="bg1">
              <a:lumMod val="85000"/>
              <a:alpha val="64082"/>
            </a:schemeClr>
          </a:solidFill>
          <a:ln w="222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8CCA9F3-B499-F29B-6130-DC87FAF4E822}"/>
              </a:ext>
            </a:extLst>
          </p:cNvPr>
          <p:cNvSpPr txBox="1"/>
          <p:nvPr/>
        </p:nvSpPr>
        <p:spPr>
          <a:xfrm>
            <a:off x="4505405" y="695614"/>
            <a:ext cx="59503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600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商品</a:t>
            </a:r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1F0DB114-1A8C-BF11-F066-28AE580714D7}"/>
              </a:ext>
            </a:extLst>
          </p:cNvPr>
          <p:cNvSpPr/>
          <p:nvPr/>
        </p:nvSpPr>
        <p:spPr>
          <a:xfrm>
            <a:off x="4714960" y="1589739"/>
            <a:ext cx="157274" cy="157274"/>
          </a:xfrm>
          <a:prstGeom prst="ellipse">
            <a:avLst/>
          </a:prstGeom>
          <a:solidFill>
            <a:srgbClr val="2B33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26C021A9-49CB-23C0-2E0A-3C31E7A03525}"/>
              </a:ext>
            </a:extLst>
          </p:cNvPr>
          <p:cNvSpPr/>
          <p:nvPr/>
        </p:nvSpPr>
        <p:spPr>
          <a:xfrm>
            <a:off x="4714960" y="2172430"/>
            <a:ext cx="157274" cy="157274"/>
          </a:xfrm>
          <a:prstGeom prst="ellipse">
            <a:avLst/>
          </a:prstGeom>
          <a:solidFill>
            <a:srgbClr val="2B33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EF6D1ABB-D443-5461-785F-BAF1680E69CC}"/>
              </a:ext>
            </a:extLst>
          </p:cNvPr>
          <p:cNvSpPr/>
          <p:nvPr/>
        </p:nvSpPr>
        <p:spPr>
          <a:xfrm>
            <a:off x="4714960" y="2755123"/>
            <a:ext cx="157274" cy="157274"/>
          </a:xfrm>
          <a:prstGeom prst="ellipse">
            <a:avLst/>
          </a:prstGeom>
          <a:solidFill>
            <a:srgbClr val="2B33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07CB3A66-4E2D-81C0-18B2-A1EEE396C57A}"/>
              </a:ext>
            </a:extLst>
          </p:cNvPr>
          <p:cNvSpPr/>
          <p:nvPr/>
        </p:nvSpPr>
        <p:spPr>
          <a:xfrm>
            <a:off x="4714960" y="3337816"/>
            <a:ext cx="157274" cy="157274"/>
          </a:xfrm>
          <a:prstGeom prst="ellipse">
            <a:avLst/>
          </a:prstGeom>
          <a:solidFill>
            <a:srgbClr val="2B33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80786481-B018-751E-0996-3AD40ED8F02C}"/>
              </a:ext>
            </a:extLst>
          </p:cNvPr>
          <p:cNvSpPr/>
          <p:nvPr/>
        </p:nvSpPr>
        <p:spPr>
          <a:xfrm>
            <a:off x="4703353" y="3957772"/>
            <a:ext cx="157274" cy="157274"/>
          </a:xfrm>
          <a:prstGeom prst="ellipse">
            <a:avLst/>
          </a:prstGeom>
          <a:solidFill>
            <a:srgbClr val="2B33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041709C4-7D82-334F-DA57-7F318B796D3E}"/>
              </a:ext>
            </a:extLst>
          </p:cNvPr>
          <p:cNvSpPr txBox="1"/>
          <p:nvPr/>
        </p:nvSpPr>
        <p:spPr>
          <a:xfrm>
            <a:off x="4860632" y="1315223"/>
            <a:ext cx="498855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P1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FDEBCC0-BE28-CEBA-C2A6-8254EA1B6BAE}"/>
              </a:ext>
            </a:extLst>
          </p:cNvPr>
          <p:cNvSpPr txBox="1"/>
          <p:nvPr/>
        </p:nvSpPr>
        <p:spPr>
          <a:xfrm>
            <a:off x="4860631" y="1900173"/>
            <a:ext cx="498855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P2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3DD9D24-0EC9-A689-3BF5-32658566C836}"/>
              </a:ext>
            </a:extLst>
          </p:cNvPr>
          <p:cNvSpPr txBox="1"/>
          <p:nvPr/>
        </p:nvSpPr>
        <p:spPr>
          <a:xfrm>
            <a:off x="4860631" y="2510375"/>
            <a:ext cx="498855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P3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79779E95-7F3C-F254-E14D-7DA3F0F0DA64}"/>
              </a:ext>
            </a:extLst>
          </p:cNvPr>
          <p:cNvSpPr txBox="1"/>
          <p:nvPr/>
        </p:nvSpPr>
        <p:spPr>
          <a:xfrm>
            <a:off x="4564660" y="3478368"/>
            <a:ext cx="498855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P4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B1793A3B-8787-D0BB-E263-6F51907F1BA2}"/>
              </a:ext>
            </a:extLst>
          </p:cNvPr>
          <p:cNvSpPr txBox="1"/>
          <p:nvPr/>
        </p:nvSpPr>
        <p:spPr>
          <a:xfrm>
            <a:off x="4577501" y="4117772"/>
            <a:ext cx="498855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P5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DB483A43-12C9-80DA-D1AD-BE0E00B47123}"/>
              </a:ext>
            </a:extLst>
          </p:cNvPr>
          <p:cNvSpPr txBox="1"/>
          <p:nvPr/>
        </p:nvSpPr>
        <p:spPr>
          <a:xfrm>
            <a:off x="416632" y="1741453"/>
            <a:ext cx="511679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U1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2EC06C88-CE70-9919-B358-DE7CF48DC120}"/>
              </a:ext>
            </a:extLst>
          </p:cNvPr>
          <p:cNvSpPr txBox="1"/>
          <p:nvPr/>
        </p:nvSpPr>
        <p:spPr>
          <a:xfrm>
            <a:off x="416632" y="2327327"/>
            <a:ext cx="511679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U2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85F7D190-538F-D8E5-F634-DE82DC6DF55B}"/>
              </a:ext>
            </a:extLst>
          </p:cNvPr>
          <p:cNvSpPr txBox="1"/>
          <p:nvPr/>
        </p:nvSpPr>
        <p:spPr>
          <a:xfrm>
            <a:off x="416632" y="2906839"/>
            <a:ext cx="511679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U3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7876EEFC-F136-15A8-2580-ABE33E8FD90C}"/>
              </a:ext>
            </a:extLst>
          </p:cNvPr>
          <p:cNvSpPr txBox="1"/>
          <p:nvPr/>
        </p:nvSpPr>
        <p:spPr>
          <a:xfrm>
            <a:off x="416632" y="3466020"/>
            <a:ext cx="511679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U4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F9F3886B-754B-D3B9-1C7E-B2D4F77CD0ED}"/>
              </a:ext>
            </a:extLst>
          </p:cNvPr>
          <p:cNvSpPr txBox="1"/>
          <p:nvPr/>
        </p:nvSpPr>
        <p:spPr>
          <a:xfrm>
            <a:off x="2510062" y="509717"/>
            <a:ext cx="825867" cy="3692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7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U1,P1</a:t>
            </a:r>
          </a:p>
        </p:txBody>
      </p: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F5580454-BB50-4CC0-E735-0BDE0650063A}"/>
              </a:ext>
            </a:extLst>
          </p:cNvPr>
          <p:cNvCxnSpPr>
            <a:cxnSpLocks/>
            <a:stCxn id="5" idx="6"/>
            <a:endCxn id="11" idx="2"/>
          </p:cNvCxnSpPr>
          <p:nvPr/>
        </p:nvCxnSpPr>
        <p:spPr>
          <a:xfrm flipV="1">
            <a:off x="1103442" y="926807"/>
            <a:ext cx="1724935" cy="1009641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51DA85B3-88F4-2098-2E56-FD325A116A19}"/>
              </a:ext>
            </a:extLst>
          </p:cNvPr>
          <p:cNvCxnSpPr>
            <a:cxnSpLocks/>
            <a:stCxn id="11" idx="6"/>
            <a:endCxn id="22" idx="2"/>
          </p:cNvCxnSpPr>
          <p:nvPr/>
        </p:nvCxnSpPr>
        <p:spPr>
          <a:xfrm>
            <a:off x="2985657" y="926803"/>
            <a:ext cx="1729307" cy="741572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BA3031B2-AD9E-FE5F-F561-39EE7AFD892A}"/>
              </a:ext>
            </a:extLst>
          </p:cNvPr>
          <p:cNvCxnSpPr>
            <a:cxnSpLocks/>
            <a:stCxn id="12" idx="6"/>
            <a:endCxn id="23" idx="2"/>
          </p:cNvCxnSpPr>
          <p:nvPr/>
        </p:nvCxnSpPr>
        <p:spPr>
          <a:xfrm>
            <a:off x="2985657" y="1509496"/>
            <a:ext cx="1729307" cy="741572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6154F34B-A822-8A7F-6A6F-2A3D2A361BCA}"/>
              </a:ext>
            </a:extLst>
          </p:cNvPr>
          <p:cNvCxnSpPr>
            <a:cxnSpLocks/>
            <a:stCxn id="6" idx="6"/>
            <a:endCxn id="12" idx="2"/>
          </p:cNvCxnSpPr>
          <p:nvPr/>
        </p:nvCxnSpPr>
        <p:spPr>
          <a:xfrm flipV="1">
            <a:off x="1103442" y="1509499"/>
            <a:ext cx="1724935" cy="1009641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21C16823-90E4-A35D-FBF4-30E0027887C4}"/>
              </a:ext>
            </a:extLst>
          </p:cNvPr>
          <p:cNvCxnSpPr>
            <a:cxnSpLocks/>
            <a:stCxn id="6" idx="6"/>
            <a:endCxn id="13" idx="2"/>
          </p:cNvCxnSpPr>
          <p:nvPr/>
        </p:nvCxnSpPr>
        <p:spPr>
          <a:xfrm flipV="1">
            <a:off x="1103442" y="2092189"/>
            <a:ext cx="1724935" cy="426948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8474316F-3CC3-6C8F-F539-A6E7051FC9BC}"/>
              </a:ext>
            </a:extLst>
          </p:cNvPr>
          <p:cNvCxnSpPr>
            <a:cxnSpLocks/>
            <a:stCxn id="13" idx="6"/>
            <a:endCxn id="24" idx="2"/>
          </p:cNvCxnSpPr>
          <p:nvPr/>
        </p:nvCxnSpPr>
        <p:spPr>
          <a:xfrm>
            <a:off x="2985657" y="2092189"/>
            <a:ext cx="1729307" cy="741572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1FBFBEF6-58B6-0B1D-CD82-EDBFE412F239}"/>
              </a:ext>
            </a:extLst>
          </p:cNvPr>
          <p:cNvCxnSpPr>
            <a:cxnSpLocks/>
            <a:stCxn id="7" idx="6"/>
            <a:endCxn id="14" idx="2"/>
          </p:cNvCxnSpPr>
          <p:nvPr/>
        </p:nvCxnSpPr>
        <p:spPr>
          <a:xfrm flipV="1">
            <a:off x="1103442" y="2674882"/>
            <a:ext cx="1724935" cy="426948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0FBA6CE1-5582-75D3-BBCE-7E612C42E9DE}"/>
              </a:ext>
            </a:extLst>
          </p:cNvPr>
          <p:cNvCxnSpPr>
            <a:cxnSpLocks/>
            <a:stCxn id="23" idx="2"/>
            <a:endCxn id="14" idx="6"/>
          </p:cNvCxnSpPr>
          <p:nvPr/>
        </p:nvCxnSpPr>
        <p:spPr>
          <a:xfrm flipH="1">
            <a:off x="2985657" y="2251069"/>
            <a:ext cx="1729307" cy="423815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A86EF78E-1B8D-67A8-0DD6-EA823C96EC6D}"/>
              </a:ext>
            </a:extLst>
          </p:cNvPr>
          <p:cNvCxnSpPr>
            <a:cxnSpLocks/>
            <a:stCxn id="17" idx="2"/>
            <a:endCxn id="7" idx="6"/>
          </p:cNvCxnSpPr>
          <p:nvPr/>
        </p:nvCxnSpPr>
        <p:spPr>
          <a:xfrm flipH="1" flipV="1">
            <a:off x="1103444" y="3101830"/>
            <a:ext cx="1719182" cy="1397258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B5EB8D6D-2C2E-A28F-045C-28C1C5728326}"/>
              </a:ext>
            </a:extLst>
          </p:cNvPr>
          <p:cNvCxnSpPr>
            <a:cxnSpLocks/>
            <a:stCxn id="17" idx="6"/>
            <a:endCxn id="27" idx="2"/>
          </p:cNvCxnSpPr>
          <p:nvPr/>
        </p:nvCxnSpPr>
        <p:spPr>
          <a:xfrm flipV="1">
            <a:off x="2979902" y="4036409"/>
            <a:ext cx="1723457" cy="462681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8B95ABE7-B317-1660-5724-7F25AA6EEAAE}"/>
              </a:ext>
            </a:extLst>
          </p:cNvPr>
          <p:cNvCxnSpPr>
            <a:cxnSpLocks/>
            <a:stCxn id="16" idx="6"/>
            <a:endCxn id="27" idx="2"/>
          </p:cNvCxnSpPr>
          <p:nvPr/>
        </p:nvCxnSpPr>
        <p:spPr>
          <a:xfrm>
            <a:off x="2979902" y="3916401"/>
            <a:ext cx="1723457" cy="120013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Straight Connector 75">
            <a:extLst>
              <a:ext uri="{FF2B5EF4-FFF2-40B4-BE49-F238E27FC236}">
                <a16:creationId xmlns:a16="http://schemas.microsoft.com/office/drawing/2014/main" id="{6A665A68-BD72-54E7-8281-931BE7023D62}"/>
              </a:ext>
            </a:extLst>
          </p:cNvPr>
          <p:cNvCxnSpPr>
            <a:cxnSpLocks/>
            <a:stCxn id="7" idx="6"/>
            <a:endCxn id="16" idx="2"/>
          </p:cNvCxnSpPr>
          <p:nvPr/>
        </p:nvCxnSpPr>
        <p:spPr>
          <a:xfrm>
            <a:off x="1103444" y="3101834"/>
            <a:ext cx="1719182" cy="814565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Straight Connector 78">
            <a:extLst>
              <a:ext uri="{FF2B5EF4-FFF2-40B4-BE49-F238E27FC236}">
                <a16:creationId xmlns:a16="http://schemas.microsoft.com/office/drawing/2014/main" id="{6C2FD846-C594-7B16-0F7C-A463FB4949CF}"/>
              </a:ext>
            </a:extLst>
          </p:cNvPr>
          <p:cNvCxnSpPr>
            <a:cxnSpLocks/>
            <a:stCxn id="5" idx="6"/>
            <a:endCxn id="15" idx="2"/>
          </p:cNvCxnSpPr>
          <p:nvPr/>
        </p:nvCxnSpPr>
        <p:spPr>
          <a:xfrm>
            <a:off x="1103444" y="1936443"/>
            <a:ext cx="1719182" cy="1397258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Straight Connector 81">
            <a:extLst>
              <a:ext uri="{FF2B5EF4-FFF2-40B4-BE49-F238E27FC236}">
                <a16:creationId xmlns:a16="http://schemas.microsoft.com/office/drawing/2014/main" id="{4C2EDEEF-F13F-515B-EB41-569D7802F526}"/>
              </a:ext>
            </a:extLst>
          </p:cNvPr>
          <p:cNvCxnSpPr>
            <a:cxnSpLocks/>
            <a:stCxn id="15" idx="6"/>
            <a:endCxn id="24" idx="2"/>
          </p:cNvCxnSpPr>
          <p:nvPr/>
        </p:nvCxnSpPr>
        <p:spPr>
          <a:xfrm flipV="1">
            <a:off x="2979896" y="2833766"/>
            <a:ext cx="1735062" cy="499941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TextBox 84">
            <a:extLst>
              <a:ext uri="{FF2B5EF4-FFF2-40B4-BE49-F238E27FC236}">
                <a16:creationId xmlns:a16="http://schemas.microsoft.com/office/drawing/2014/main" id="{6330B73C-51B8-443F-9F94-F5757097A39F}"/>
              </a:ext>
            </a:extLst>
          </p:cNvPr>
          <p:cNvSpPr txBox="1"/>
          <p:nvPr/>
        </p:nvSpPr>
        <p:spPr>
          <a:xfrm>
            <a:off x="2510060" y="1067668"/>
            <a:ext cx="825867" cy="3692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7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U2,P2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DAD78116-4BE0-233B-3635-46DB6B1D9019}"/>
              </a:ext>
            </a:extLst>
          </p:cNvPr>
          <p:cNvSpPr txBox="1"/>
          <p:nvPr/>
        </p:nvSpPr>
        <p:spPr>
          <a:xfrm>
            <a:off x="2506805" y="1649894"/>
            <a:ext cx="825867" cy="3692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7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U2,P3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5CE2A839-34AF-394F-3B32-92A5B8E0A1D5}"/>
              </a:ext>
            </a:extLst>
          </p:cNvPr>
          <p:cNvSpPr txBox="1"/>
          <p:nvPr/>
        </p:nvSpPr>
        <p:spPr>
          <a:xfrm>
            <a:off x="2499860" y="2232302"/>
            <a:ext cx="825867" cy="3692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7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U3,P2</a:t>
            </a: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15657733-55E9-BCDF-9973-466DD997DB9C}"/>
              </a:ext>
            </a:extLst>
          </p:cNvPr>
          <p:cNvSpPr txBox="1"/>
          <p:nvPr/>
        </p:nvSpPr>
        <p:spPr>
          <a:xfrm>
            <a:off x="2491208" y="2869445"/>
            <a:ext cx="825867" cy="3692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7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U1,P3</a:t>
            </a:r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64AA1D94-CFAC-1DFC-A3B2-A2DE68B0B2BF}"/>
              </a:ext>
            </a:extLst>
          </p:cNvPr>
          <p:cNvSpPr txBox="1"/>
          <p:nvPr/>
        </p:nvSpPr>
        <p:spPr>
          <a:xfrm>
            <a:off x="2488330" y="3498331"/>
            <a:ext cx="825867" cy="3692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7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U3</a:t>
            </a:r>
            <a:r>
              <a:rPr lang="en-JP" sz="1799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,P5</a:t>
            </a:r>
            <a:endParaRPr lang="en-JP" sz="1799" dirty="0">
              <a:solidFill>
                <a:srgbClr val="2B3348"/>
              </a:solidFill>
              <a:latin typeface="Arial" panose="020B0604020202020204" pitchFamily="34" charset="0"/>
              <a:ea typeface="Noto Sans CJK JP Regular" panose="020B0500000000000000" pitchFamily="34" charset="-128"/>
              <a:cs typeface="Arial" panose="020B0604020202020204" pitchFamily="34" charset="0"/>
            </a:endParaRPr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6AACF918-DC0B-1903-3C29-D41891C48B9B}"/>
              </a:ext>
            </a:extLst>
          </p:cNvPr>
          <p:cNvSpPr txBox="1"/>
          <p:nvPr/>
        </p:nvSpPr>
        <p:spPr>
          <a:xfrm>
            <a:off x="2499859" y="4534172"/>
            <a:ext cx="825867" cy="3692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7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U3,P5</a:t>
            </a:r>
          </a:p>
        </p:txBody>
      </p:sp>
      <p:sp>
        <p:nvSpPr>
          <p:cNvPr id="37" name="Oval 36">
            <a:extLst>
              <a:ext uri="{FF2B5EF4-FFF2-40B4-BE49-F238E27FC236}">
                <a16:creationId xmlns:a16="http://schemas.microsoft.com/office/drawing/2014/main" id="{D3069846-6578-2EFC-DBD8-BDE5194E1D41}"/>
              </a:ext>
            </a:extLst>
          </p:cNvPr>
          <p:cNvSpPr/>
          <p:nvPr/>
        </p:nvSpPr>
        <p:spPr>
          <a:xfrm>
            <a:off x="5756458" y="1052819"/>
            <a:ext cx="1584176" cy="3548278"/>
          </a:xfrm>
          <a:prstGeom prst="ellipse">
            <a:avLst/>
          </a:prstGeom>
          <a:solidFill>
            <a:schemeClr val="bg1">
              <a:lumMod val="85000"/>
              <a:alpha val="64082"/>
            </a:schemeClr>
          </a:solidFill>
          <a:ln w="222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 dirty="0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EB91AE72-07A2-B6AC-D25A-CB384A35D8E6}"/>
              </a:ext>
            </a:extLst>
          </p:cNvPr>
          <p:cNvSpPr txBox="1"/>
          <p:nvPr/>
        </p:nvSpPr>
        <p:spPr>
          <a:xfrm>
            <a:off x="6294151" y="718460"/>
            <a:ext cx="59503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600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製造</a:t>
            </a:r>
          </a:p>
        </p:txBody>
      </p:sp>
      <p:sp>
        <p:nvSpPr>
          <p:cNvPr id="41" name="Oval 40">
            <a:extLst>
              <a:ext uri="{FF2B5EF4-FFF2-40B4-BE49-F238E27FC236}">
                <a16:creationId xmlns:a16="http://schemas.microsoft.com/office/drawing/2014/main" id="{4E67FCA4-6E5E-695B-2387-B0623618A035}"/>
              </a:ext>
            </a:extLst>
          </p:cNvPr>
          <p:cNvSpPr/>
          <p:nvPr/>
        </p:nvSpPr>
        <p:spPr>
          <a:xfrm>
            <a:off x="6491683" y="1728579"/>
            <a:ext cx="157274" cy="157274"/>
          </a:xfrm>
          <a:prstGeom prst="ellipse">
            <a:avLst/>
          </a:prstGeom>
          <a:solidFill>
            <a:srgbClr val="2B33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43" name="Oval 42">
            <a:extLst>
              <a:ext uri="{FF2B5EF4-FFF2-40B4-BE49-F238E27FC236}">
                <a16:creationId xmlns:a16="http://schemas.microsoft.com/office/drawing/2014/main" id="{4DDC76FD-6309-8B27-88E7-BC25BFC8698B}"/>
              </a:ext>
            </a:extLst>
          </p:cNvPr>
          <p:cNvSpPr/>
          <p:nvPr/>
        </p:nvSpPr>
        <p:spPr>
          <a:xfrm>
            <a:off x="6491683" y="2311272"/>
            <a:ext cx="157274" cy="157274"/>
          </a:xfrm>
          <a:prstGeom prst="ellipse">
            <a:avLst/>
          </a:prstGeom>
          <a:solidFill>
            <a:srgbClr val="2B33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BBA1D031-4A18-182F-2C74-588A784644F6}"/>
              </a:ext>
            </a:extLst>
          </p:cNvPr>
          <p:cNvSpPr/>
          <p:nvPr/>
        </p:nvSpPr>
        <p:spPr>
          <a:xfrm>
            <a:off x="6491683" y="2893965"/>
            <a:ext cx="157274" cy="157274"/>
          </a:xfrm>
          <a:prstGeom prst="ellipse">
            <a:avLst/>
          </a:prstGeom>
          <a:solidFill>
            <a:srgbClr val="2B33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46" name="Oval 45">
            <a:extLst>
              <a:ext uri="{FF2B5EF4-FFF2-40B4-BE49-F238E27FC236}">
                <a16:creationId xmlns:a16="http://schemas.microsoft.com/office/drawing/2014/main" id="{23EAC944-38B2-9D70-D634-CDDE1D3F8693}"/>
              </a:ext>
            </a:extLst>
          </p:cNvPr>
          <p:cNvSpPr/>
          <p:nvPr/>
        </p:nvSpPr>
        <p:spPr>
          <a:xfrm>
            <a:off x="6491683" y="3476658"/>
            <a:ext cx="157274" cy="157274"/>
          </a:xfrm>
          <a:prstGeom prst="ellipse">
            <a:avLst/>
          </a:prstGeom>
          <a:solidFill>
            <a:srgbClr val="2B33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47" name="Oval 46">
            <a:extLst>
              <a:ext uri="{FF2B5EF4-FFF2-40B4-BE49-F238E27FC236}">
                <a16:creationId xmlns:a16="http://schemas.microsoft.com/office/drawing/2014/main" id="{4214E8AB-0E37-B489-27F9-E24095610E9D}"/>
              </a:ext>
            </a:extLst>
          </p:cNvPr>
          <p:cNvSpPr/>
          <p:nvPr/>
        </p:nvSpPr>
        <p:spPr>
          <a:xfrm>
            <a:off x="6480078" y="4096612"/>
            <a:ext cx="157274" cy="157274"/>
          </a:xfrm>
          <a:prstGeom prst="ellipse">
            <a:avLst/>
          </a:prstGeom>
          <a:solidFill>
            <a:srgbClr val="2B33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806CE241-278D-7F82-20A9-B439D230ACB4}"/>
              </a:ext>
            </a:extLst>
          </p:cNvPr>
          <p:cNvSpPr txBox="1"/>
          <p:nvPr/>
        </p:nvSpPr>
        <p:spPr>
          <a:xfrm>
            <a:off x="6138662" y="1319680"/>
            <a:ext cx="915635" cy="3692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7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P1,A社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71C9257B-C490-46FC-402F-B22D44C461D8}"/>
              </a:ext>
            </a:extLst>
          </p:cNvPr>
          <p:cNvSpPr txBox="1"/>
          <p:nvPr/>
        </p:nvSpPr>
        <p:spPr>
          <a:xfrm>
            <a:off x="6118298" y="1947346"/>
            <a:ext cx="915635" cy="3692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7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P2,A社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5B8F7D5F-07CE-C8A3-8F91-2A718FD8BCF9}"/>
              </a:ext>
            </a:extLst>
          </p:cNvPr>
          <p:cNvSpPr txBox="1"/>
          <p:nvPr/>
        </p:nvSpPr>
        <p:spPr>
          <a:xfrm>
            <a:off x="6128513" y="2527048"/>
            <a:ext cx="915635" cy="3692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7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P3,A社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B4783495-685E-73AC-3A33-0F2F0629015E}"/>
              </a:ext>
            </a:extLst>
          </p:cNvPr>
          <p:cNvSpPr txBox="1"/>
          <p:nvPr/>
        </p:nvSpPr>
        <p:spPr>
          <a:xfrm>
            <a:off x="6040874" y="3596048"/>
            <a:ext cx="992579" cy="3692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7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P4,Ｂ社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D8139C2A-CC99-9F6B-CEDF-850A3373AB50}"/>
              </a:ext>
            </a:extLst>
          </p:cNvPr>
          <p:cNvSpPr txBox="1"/>
          <p:nvPr/>
        </p:nvSpPr>
        <p:spPr>
          <a:xfrm>
            <a:off x="6112507" y="4276264"/>
            <a:ext cx="915635" cy="3692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7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P5,B社</a:t>
            </a:r>
          </a:p>
        </p:txBody>
      </p:sp>
      <p:sp>
        <p:nvSpPr>
          <p:cNvPr id="55" name="Oval 54">
            <a:extLst>
              <a:ext uri="{FF2B5EF4-FFF2-40B4-BE49-F238E27FC236}">
                <a16:creationId xmlns:a16="http://schemas.microsoft.com/office/drawing/2014/main" id="{7BF2F056-41B7-BAA2-5D2C-740102978BC7}"/>
              </a:ext>
            </a:extLst>
          </p:cNvPr>
          <p:cNvSpPr/>
          <p:nvPr/>
        </p:nvSpPr>
        <p:spPr>
          <a:xfrm>
            <a:off x="7622400" y="1693086"/>
            <a:ext cx="1294582" cy="2727364"/>
          </a:xfrm>
          <a:prstGeom prst="ellipse">
            <a:avLst/>
          </a:prstGeom>
          <a:solidFill>
            <a:schemeClr val="bg1">
              <a:lumMod val="85000"/>
              <a:alpha val="64082"/>
            </a:schemeClr>
          </a:solidFill>
          <a:ln w="222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 dirty="0"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7BE2B4E3-03AD-C0D6-90D3-4383A7C8388A}"/>
              </a:ext>
            </a:extLst>
          </p:cNvPr>
          <p:cNvSpPr txBox="1"/>
          <p:nvPr/>
        </p:nvSpPr>
        <p:spPr>
          <a:xfrm>
            <a:off x="7818604" y="1390023"/>
            <a:ext cx="100540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600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メーカー</a:t>
            </a:r>
          </a:p>
        </p:txBody>
      </p:sp>
      <p:sp>
        <p:nvSpPr>
          <p:cNvPr id="58" name="Oval 57">
            <a:extLst>
              <a:ext uri="{FF2B5EF4-FFF2-40B4-BE49-F238E27FC236}">
                <a16:creationId xmlns:a16="http://schemas.microsoft.com/office/drawing/2014/main" id="{7C0A260C-AABD-6519-0C5A-1AA73667753D}"/>
              </a:ext>
            </a:extLst>
          </p:cNvPr>
          <p:cNvSpPr/>
          <p:nvPr/>
        </p:nvSpPr>
        <p:spPr>
          <a:xfrm>
            <a:off x="8185249" y="2170626"/>
            <a:ext cx="157274" cy="157274"/>
          </a:xfrm>
          <a:prstGeom prst="ellipse">
            <a:avLst/>
          </a:prstGeom>
          <a:solidFill>
            <a:srgbClr val="2B33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60" name="Oval 59">
            <a:extLst>
              <a:ext uri="{FF2B5EF4-FFF2-40B4-BE49-F238E27FC236}">
                <a16:creationId xmlns:a16="http://schemas.microsoft.com/office/drawing/2014/main" id="{79CA0756-ED48-C242-1E61-64B175BBFC9E}"/>
              </a:ext>
            </a:extLst>
          </p:cNvPr>
          <p:cNvSpPr/>
          <p:nvPr/>
        </p:nvSpPr>
        <p:spPr>
          <a:xfrm>
            <a:off x="8185249" y="2753319"/>
            <a:ext cx="157274" cy="157274"/>
          </a:xfrm>
          <a:prstGeom prst="ellipse">
            <a:avLst/>
          </a:prstGeom>
          <a:solidFill>
            <a:srgbClr val="2B33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61" name="Oval 60">
            <a:extLst>
              <a:ext uri="{FF2B5EF4-FFF2-40B4-BE49-F238E27FC236}">
                <a16:creationId xmlns:a16="http://schemas.microsoft.com/office/drawing/2014/main" id="{F3EA9C20-8C2C-49BB-8933-2B884AC527F7}"/>
              </a:ext>
            </a:extLst>
          </p:cNvPr>
          <p:cNvSpPr/>
          <p:nvPr/>
        </p:nvSpPr>
        <p:spPr>
          <a:xfrm>
            <a:off x="8185249" y="3336012"/>
            <a:ext cx="157274" cy="157274"/>
          </a:xfrm>
          <a:prstGeom prst="ellipse">
            <a:avLst/>
          </a:prstGeom>
          <a:solidFill>
            <a:srgbClr val="2B33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DFD4015A-D18D-0559-C0A0-8E69FAE28B71}"/>
              </a:ext>
            </a:extLst>
          </p:cNvPr>
          <p:cNvSpPr txBox="1"/>
          <p:nvPr/>
        </p:nvSpPr>
        <p:spPr>
          <a:xfrm>
            <a:off x="8342522" y="2044146"/>
            <a:ext cx="612668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A社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AA85174D-72BA-4620-3D59-57716D0D9E9A}"/>
              </a:ext>
            </a:extLst>
          </p:cNvPr>
          <p:cNvSpPr txBox="1"/>
          <p:nvPr/>
        </p:nvSpPr>
        <p:spPr>
          <a:xfrm>
            <a:off x="8342522" y="2630020"/>
            <a:ext cx="612668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B社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53525277-84BB-BFCC-DDB9-BAA3BFA4B638}"/>
              </a:ext>
            </a:extLst>
          </p:cNvPr>
          <p:cNvSpPr txBox="1"/>
          <p:nvPr/>
        </p:nvSpPr>
        <p:spPr>
          <a:xfrm>
            <a:off x="8330921" y="3237027"/>
            <a:ext cx="625492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C社</a:t>
            </a:r>
          </a:p>
        </p:txBody>
      </p:sp>
      <p:cxnSp>
        <p:nvCxnSpPr>
          <p:cNvPr id="100" name="Straight Connector 99">
            <a:extLst>
              <a:ext uri="{FF2B5EF4-FFF2-40B4-BE49-F238E27FC236}">
                <a16:creationId xmlns:a16="http://schemas.microsoft.com/office/drawing/2014/main" id="{B67731E2-F383-AA5F-49F6-CDE76252D175}"/>
              </a:ext>
            </a:extLst>
          </p:cNvPr>
          <p:cNvCxnSpPr>
            <a:cxnSpLocks/>
            <a:stCxn id="41" idx="2"/>
            <a:endCxn id="22" idx="6"/>
          </p:cNvCxnSpPr>
          <p:nvPr/>
        </p:nvCxnSpPr>
        <p:spPr>
          <a:xfrm flipH="1" flipV="1">
            <a:off x="4872234" y="1668374"/>
            <a:ext cx="1619450" cy="138840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Straight Connector 103">
            <a:extLst>
              <a:ext uri="{FF2B5EF4-FFF2-40B4-BE49-F238E27FC236}">
                <a16:creationId xmlns:a16="http://schemas.microsoft.com/office/drawing/2014/main" id="{E9C3D612-2F0E-7A72-CC61-62674AA30520}"/>
              </a:ext>
            </a:extLst>
          </p:cNvPr>
          <p:cNvCxnSpPr>
            <a:cxnSpLocks/>
            <a:stCxn id="41" idx="6"/>
            <a:endCxn id="58" idx="2"/>
          </p:cNvCxnSpPr>
          <p:nvPr/>
        </p:nvCxnSpPr>
        <p:spPr>
          <a:xfrm>
            <a:off x="6648957" y="1807214"/>
            <a:ext cx="1536292" cy="442048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Straight Connector 108">
            <a:extLst>
              <a:ext uri="{FF2B5EF4-FFF2-40B4-BE49-F238E27FC236}">
                <a16:creationId xmlns:a16="http://schemas.microsoft.com/office/drawing/2014/main" id="{85B938A6-01B5-343B-00BC-2B62DA228835}"/>
              </a:ext>
            </a:extLst>
          </p:cNvPr>
          <p:cNvCxnSpPr>
            <a:cxnSpLocks/>
            <a:stCxn id="43" idx="6"/>
            <a:endCxn id="58" idx="2"/>
          </p:cNvCxnSpPr>
          <p:nvPr/>
        </p:nvCxnSpPr>
        <p:spPr>
          <a:xfrm flipV="1">
            <a:off x="6648957" y="2249268"/>
            <a:ext cx="1536292" cy="140645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3E68F89E-E65D-EEEF-052D-155FA0E02F6B}"/>
              </a:ext>
            </a:extLst>
          </p:cNvPr>
          <p:cNvCxnSpPr>
            <a:cxnSpLocks/>
            <a:stCxn id="23" idx="6"/>
            <a:endCxn id="43" idx="2"/>
          </p:cNvCxnSpPr>
          <p:nvPr/>
        </p:nvCxnSpPr>
        <p:spPr>
          <a:xfrm>
            <a:off x="4872234" y="2251067"/>
            <a:ext cx="1619450" cy="138840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Straight Connector 114">
            <a:extLst>
              <a:ext uri="{FF2B5EF4-FFF2-40B4-BE49-F238E27FC236}">
                <a16:creationId xmlns:a16="http://schemas.microsoft.com/office/drawing/2014/main" id="{DFC773AC-AC09-E00B-DE7E-1BF25CB8A25B}"/>
              </a:ext>
            </a:extLst>
          </p:cNvPr>
          <p:cNvCxnSpPr>
            <a:cxnSpLocks/>
            <a:stCxn id="44" idx="6"/>
          </p:cNvCxnSpPr>
          <p:nvPr/>
        </p:nvCxnSpPr>
        <p:spPr>
          <a:xfrm flipV="1">
            <a:off x="6648962" y="2254878"/>
            <a:ext cx="1518983" cy="717728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Connector 117">
            <a:extLst>
              <a:ext uri="{FF2B5EF4-FFF2-40B4-BE49-F238E27FC236}">
                <a16:creationId xmlns:a16="http://schemas.microsoft.com/office/drawing/2014/main" id="{E28B9A0F-8949-F8D0-CE2A-76E8BA46ACB5}"/>
              </a:ext>
            </a:extLst>
          </p:cNvPr>
          <p:cNvCxnSpPr>
            <a:cxnSpLocks/>
            <a:stCxn id="46" idx="7"/>
          </p:cNvCxnSpPr>
          <p:nvPr/>
        </p:nvCxnSpPr>
        <p:spPr>
          <a:xfrm flipV="1">
            <a:off x="6625930" y="2812311"/>
            <a:ext cx="1550669" cy="687382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Straight Connector 120">
            <a:extLst>
              <a:ext uri="{FF2B5EF4-FFF2-40B4-BE49-F238E27FC236}">
                <a16:creationId xmlns:a16="http://schemas.microsoft.com/office/drawing/2014/main" id="{77E74972-D3DA-9F69-4122-B23C09BE830F}"/>
              </a:ext>
            </a:extLst>
          </p:cNvPr>
          <p:cNvCxnSpPr>
            <a:cxnSpLocks/>
            <a:stCxn id="47" idx="7"/>
            <a:endCxn id="61" idx="2"/>
          </p:cNvCxnSpPr>
          <p:nvPr/>
        </p:nvCxnSpPr>
        <p:spPr>
          <a:xfrm flipV="1">
            <a:off x="6614324" y="3414652"/>
            <a:ext cx="1570929" cy="704993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" name="Straight Connector 123">
            <a:extLst>
              <a:ext uri="{FF2B5EF4-FFF2-40B4-BE49-F238E27FC236}">
                <a16:creationId xmlns:a16="http://schemas.microsoft.com/office/drawing/2014/main" id="{8307F738-2BD2-A8BD-305E-D847E28AACC1}"/>
              </a:ext>
            </a:extLst>
          </p:cNvPr>
          <p:cNvCxnSpPr>
            <a:cxnSpLocks/>
            <a:stCxn id="27" idx="6"/>
            <a:endCxn id="47" idx="2"/>
          </p:cNvCxnSpPr>
          <p:nvPr/>
        </p:nvCxnSpPr>
        <p:spPr>
          <a:xfrm>
            <a:off x="4860628" y="4036407"/>
            <a:ext cx="1619450" cy="138840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Straight Connector 127">
            <a:extLst>
              <a:ext uri="{FF2B5EF4-FFF2-40B4-BE49-F238E27FC236}">
                <a16:creationId xmlns:a16="http://schemas.microsoft.com/office/drawing/2014/main" id="{D180C2D2-C585-1B97-2F54-0BE1E6FDC22B}"/>
              </a:ext>
            </a:extLst>
          </p:cNvPr>
          <p:cNvCxnSpPr>
            <a:cxnSpLocks/>
            <a:stCxn id="25" idx="6"/>
            <a:endCxn id="46" idx="2"/>
          </p:cNvCxnSpPr>
          <p:nvPr/>
        </p:nvCxnSpPr>
        <p:spPr>
          <a:xfrm>
            <a:off x="4872234" y="3416454"/>
            <a:ext cx="1619450" cy="138840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3" name="Straight Connector 132">
            <a:extLst>
              <a:ext uri="{FF2B5EF4-FFF2-40B4-BE49-F238E27FC236}">
                <a16:creationId xmlns:a16="http://schemas.microsoft.com/office/drawing/2014/main" id="{BDEC84F2-9514-7C6A-0E57-F076B2479998}"/>
              </a:ext>
            </a:extLst>
          </p:cNvPr>
          <p:cNvCxnSpPr>
            <a:cxnSpLocks/>
            <a:stCxn id="24" idx="6"/>
            <a:endCxn id="44" idx="2"/>
          </p:cNvCxnSpPr>
          <p:nvPr/>
        </p:nvCxnSpPr>
        <p:spPr>
          <a:xfrm>
            <a:off x="4872234" y="2833761"/>
            <a:ext cx="1619450" cy="138840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Oval 70">
            <a:extLst>
              <a:ext uri="{FF2B5EF4-FFF2-40B4-BE49-F238E27FC236}">
                <a16:creationId xmlns:a16="http://schemas.microsoft.com/office/drawing/2014/main" id="{EDED46B7-19BF-BC7C-8421-E14D230FD914}"/>
              </a:ext>
            </a:extLst>
          </p:cNvPr>
          <p:cNvSpPr/>
          <p:nvPr/>
        </p:nvSpPr>
        <p:spPr>
          <a:xfrm>
            <a:off x="8185249" y="3874124"/>
            <a:ext cx="157274" cy="157274"/>
          </a:xfrm>
          <a:prstGeom prst="ellipse">
            <a:avLst/>
          </a:prstGeom>
          <a:solidFill>
            <a:srgbClr val="2B33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71AB7716-62A1-8D85-660C-A7D2EDEFF775}"/>
              </a:ext>
            </a:extLst>
          </p:cNvPr>
          <p:cNvSpPr txBox="1"/>
          <p:nvPr/>
        </p:nvSpPr>
        <p:spPr>
          <a:xfrm>
            <a:off x="8330921" y="3775139"/>
            <a:ext cx="625492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D社</a:t>
            </a:r>
          </a:p>
        </p:txBody>
      </p:sp>
    </p:spTree>
    <p:extLst>
      <p:ext uri="{BB962C8B-B14F-4D97-AF65-F5344CB8AC3E}">
        <p14:creationId xmlns:p14="http://schemas.microsoft.com/office/powerpoint/2010/main" val="313258648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B499815B-E2C8-4F0F-E698-63C7E921E0B6}"/>
              </a:ext>
            </a:extLst>
          </p:cNvPr>
          <p:cNvSpPr/>
          <p:nvPr/>
        </p:nvSpPr>
        <p:spPr>
          <a:xfrm>
            <a:off x="4188628" y="1179480"/>
            <a:ext cx="1290821" cy="610969"/>
          </a:xfrm>
          <a:prstGeom prst="rect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</a:rPr>
              <a:t>商品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EB48D6DC-ACA0-851F-3230-EBA353528ED5}"/>
              </a:ext>
            </a:extLst>
          </p:cNvPr>
          <p:cNvSpPr/>
          <p:nvPr/>
        </p:nvSpPr>
        <p:spPr>
          <a:xfrm>
            <a:off x="3041267" y="2068162"/>
            <a:ext cx="1152127" cy="720080"/>
          </a:xfrm>
          <a:prstGeom prst="ellipse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56ED080-950A-846D-F5F3-0A4523B73435}"/>
              </a:ext>
            </a:extLst>
          </p:cNvPr>
          <p:cNvSpPr txBox="1"/>
          <p:nvPr/>
        </p:nvSpPr>
        <p:spPr>
          <a:xfrm>
            <a:off x="3181157" y="2243537"/>
            <a:ext cx="872355" cy="3692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799" u="sng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商品ID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CFBFDE0E-F56B-22E8-B9F8-8342D057C515}"/>
              </a:ext>
            </a:extLst>
          </p:cNvPr>
          <p:cNvCxnSpPr>
            <a:cxnSpLocks/>
            <a:stCxn id="2" idx="2"/>
            <a:endCxn id="3" idx="7"/>
          </p:cNvCxnSpPr>
          <p:nvPr/>
        </p:nvCxnSpPr>
        <p:spPr>
          <a:xfrm flipH="1">
            <a:off x="4024670" y="1790448"/>
            <a:ext cx="809368" cy="383172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Oval 5">
            <a:extLst>
              <a:ext uri="{FF2B5EF4-FFF2-40B4-BE49-F238E27FC236}">
                <a16:creationId xmlns:a16="http://schemas.microsoft.com/office/drawing/2014/main" id="{65B0DE40-BD45-0D20-44DE-A419E64A8CEF}"/>
              </a:ext>
            </a:extLst>
          </p:cNvPr>
          <p:cNvSpPr/>
          <p:nvPr/>
        </p:nvSpPr>
        <p:spPr>
          <a:xfrm>
            <a:off x="3730956" y="2819335"/>
            <a:ext cx="1152127" cy="720080"/>
          </a:xfrm>
          <a:prstGeom prst="ellipse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31FBEC0-2C86-B8E2-AB1D-B25E61E5B14B}"/>
              </a:ext>
            </a:extLst>
          </p:cNvPr>
          <p:cNvSpPr txBox="1"/>
          <p:nvPr/>
        </p:nvSpPr>
        <p:spPr>
          <a:xfrm>
            <a:off x="3870845" y="2994710"/>
            <a:ext cx="877163" cy="3692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商品名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06C7A2AF-FCF9-28BC-FFC7-6797A6573E06}"/>
              </a:ext>
            </a:extLst>
          </p:cNvPr>
          <p:cNvSpPr/>
          <p:nvPr/>
        </p:nvSpPr>
        <p:spPr>
          <a:xfrm>
            <a:off x="4903386" y="2852571"/>
            <a:ext cx="1152127" cy="720080"/>
          </a:xfrm>
          <a:prstGeom prst="ellipse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EE733F8-E36B-4AFD-CBC0-F488362A2404}"/>
              </a:ext>
            </a:extLst>
          </p:cNvPr>
          <p:cNvSpPr txBox="1"/>
          <p:nvPr/>
        </p:nvSpPr>
        <p:spPr>
          <a:xfrm>
            <a:off x="5156287" y="3027946"/>
            <a:ext cx="646331" cy="3692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価格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A6B50F51-EABA-A8A0-A5E0-72B43DAC8DCB}"/>
              </a:ext>
            </a:extLst>
          </p:cNvPr>
          <p:cNvSpPr/>
          <p:nvPr/>
        </p:nvSpPr>
        <p:spPr>
          <a:xfrm>
            <a:off x="5368778" y="2062120"/>
            <a:ext cx="1152127" cy="720080"/>
          </a:xfrm>
          <a:prstGeom prst="ellipse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CFB5156-5052-F20D-386A-A4AC4CEF354A}"/>
              </a:ext>
            </a:extLst>
          </p:cNvPr>
          <p:cNvSpPr txBox="1"/>
          <p:nvPr/>
        </p:nvSpPr>
        <p:spPr>
          <a:xfrm>
            <a:off x="5531015" y="2250299"/>
            <a:ext cx="877163" cy="3692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発売日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47EDE61A-70BD-7DDC-2E0A-29E93F697CB9}"/>
              </a:ext>
            </a:extLst>
          </p:cNvPr>
          <p:cNvCxnSpPr>
            <a:cxnSpLocks/>
            <a:stCxn id="2" idx="2"/>
            <a:endCxn id="6" idx="0"/>
          </p:cNvCxnSpPr>
          <p:nvPr/>
        </p:nvCxnSpPr>
        <p:spPr>
          <a:xfrm flipH="1">
            <a:off x="4307022" y="1790443"/>
            <a:ext cx="527019" cy="1028892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F7D387DA-EB57-4904-B881-940E949BE414}"/>
              </a:ext>
            </a:extLst>
          </p:cNvPr>
          <p:cNvCxnSpPr>
            <a:cxnSpLocks/>
            <a:stCxn id="2" idx="2"/>
            <a:endCxn id="8" idx="0"/>
          </p:cNvCxnSpPr>
          <p:nvPr/>
        </p:nvCxnSpPr>
        <p:spPr>
          <a:xfrm>
            <a:off x="4834041" y="1790446"/>
            <a:ext cx="645411" cy="1062127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8B4B5DFD-881F-2B4B-25CA-F129485BF269}"/>
              </a:ext>
            </a:extLst>
          </p:cNvPr>
          <p:cNvCxnSpPr>
            <a:cxnSpLocks/>
            <a:stCxn id="2" idx="2"/>
            <a:endCxn id="10" idx="1"/>
          </p:cNvCxnSpPr>
          <p:nvPr/>
        </p:nvCxnSpPr>
        <p:spPr>
          <a:xfrm>
            <a:off x="4834040" y="1790443"/>
            <a:ext cx="703464" cy="377130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ectangle 30">
            <a:extLst>
              <a:ext uri="{FF2B5EF4-FFF2-40B4-BE49-F238E27FC236}">
                <a16:creationId xmlns:a16="http://schemas.microsoft.com/office/drawing/2014/main" id="{FE6ADB9B-2BB0-B34E-6B54-1319421E05FA}"/>
              </a:ext>
            </a:extLst>
          </p:cNvPr>
          <p:cNvSpPr/>
          <p:nvPr/>
        </p:nvSpPr>
        <p:spPr>
          <a:xfrm>
            <a:off x="1176373" y="3089686"/>
            <a:ext cx="1290821" cy="610969"/>
          </a:xfrm>
          <a:prstGeom prst="rect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</a:rPr>
              <a:t>ユーザ</a:t>
            </a:r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49F101F1-EC79-325D-F2AB-8068FF715215}"/>
              </a:ext>
            </a:extLst>
          </p:cNvPr>
          <p:cNvSpPr/>
          <p:nvPr/>
        </p:nvSpPr>
        <p:spPr>
          <a:xfrm>
            <a:off x="1251013" y="2180178"/>
            <a:ext cx="1152127" cy="720080"/>
          </a:xfrm>
          <a:prstGeom prst="ellipse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715F6A2-D2E6-F762-855F-D1C2C73D85D4}"/>
              </a:ext>
            </a:extLst>
          </p:cNvPr>
          <p:cNvSpPr txBox="1"/>
          <p:nvPr/>
        </p:nvSpPr>
        <p:spPr>
          <a:xfrm>
            <a:off x="1283659" y="2364971"/>
            <a:ext cx="1107996" cy="3692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799" u="sng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ユーザ名</a:t>
            </a:r>
          </a:p>
        </p:txBody>
      </p: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5A9368AD-161B-42E7-696E-37C32D3CAA12}"/>
              </a:ext>
            </a:extLst>
          </p:cNvPr>
          <p:cNvCxnSpPr>
            <a:cxnSpLocks/>
            <a:stCxn id="31" idx="0"/>
            <a:endCxn id="32" idx="4"/>
          </p:cNvCxnSpPr>
          <p:nvPr/>
        </p:nvCxnSpPr>
        <p:spPr>
          <a:xfrm flipV="1">
            <a:off x="1821786" y="2900264"/>
            <a:ext cx="5293" cy="189423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Oval 34">
            <a:extLst>
              <a:ext uri="{FF2B5EF4-FFF2-40B4-BE49-F238E27FC236}">
                <a16:creationId xmlns:a16="http://schemas.microsoft.com/office/drawing/2014/main" id="{B27C7072-3418-FA09-26AC-4319025AA9F7}"/>
              </a:ext>
            </a:extLst>
          </p:cNvPr>
          <p:cNvSpPr/>
          <p:nvPr/>
        </p:nvSpPr>
        <p:spPr>
          <a:xfrm>
            <a:off x="58918" y="3941644"/>
            <a:ext cx="1152127" cy="720080"/>
          </a:xfrm>
          <a:prstGeom prst="ellipse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F4E05DD-401E-EBF4-A1D1-41BE29344B4D}"/>
              </a:ext>
            </a:extLst>
          </p:cNvPr>
          <p:cNvSpPr txBox="1"/>
          <p:nvPr/>
        </p:nvSpPr>
        <p:spPr>
          <a:xfrm>
            <a:off x="311819" y="4117019"/>
            <a:ext cx="646331" cy="3692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氏名</a:t>
            </a:r>
          </a:p>
        </p:txBody>
      </p:sp>
      <p:sp>
        <p:nvSpPr>
          <p:cNvPr id="37" name="Oval 36">
            <a:extLst>
              <a:ext uri="{FF2B5EF4-FFF2-40B4-BE49-F238E27FC236}">
                <a16:creationId xmlns:a16="http://schemas.microsoft.com/office/drawing/2014/main" id="{13C5B12B-D8E4-E67D-FE44-AF8F25F659C1}"/>
              </a:ext>
            </a:extLst>
          </p:cNvPr>
          <p:cNvSpPr/>
          <p:nvPr/>
        </p:nvSpPr>
        <p:spPr>
          <a:xfrm>
            <a:off x="2467194" y="3938404"/>
            <a:ext cx="1152127" cy="720080"/>
          </a:xfrm>
          <a:prstGeom prst="ellipse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804834E2-C3B4-495F-9F68-A6E14866029D}"/>
              </a:ext>
            </a:extLst>
          </p:cNvPr>
          <p:cNvSpPr txBox="1"/>
          <p:nvPr/>
        </p:nvSpPr>
        <p:spPr>
          <a:xfrm>
            <a:off x="2650366" y="4124096"/>
            <a:ext cx="785793" cy="3692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email</a:t>
            </a:r>
          </a:p>
        </p:txBody>
      </p:sp>
      <p:sp>
        <p:nvSpPr>
          <p:cNvPr id="39" name="Oval 38">
            <a:extLst>
              <a:ext uri="{FF2B5EF4-FFF2-40B4-BE49-F238E27FC236}">
                <a16:creationId xmlns:a16="http://schemas.microsoft.com/office/drawing/2014/main" id="{B90A93FD-4FB9-0EE4-0868-603F22B3331B}"/>
              </a:ext>
            </a:extLst>
          </p:cNvPr>
          <p:cNvSpPr/>
          <p:nvPr/>
        </p:nvSpPr>
        <p:spPr>
          <a:xfrm>
            <a:off x="1245719" y="3938404"/>
            <a:ext cx="1152127" cy="720080"/>
          </a:xfrm>
          <a:prstGeom prst="ellipse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61F0550D-5623-2177-6486-178139C0A365}"/>
              </a:ext>
            </a:extLst>
          </p:cNvPr>
          <p:cNvSpPr txBox="1"/>
          <p:nvPr/>
        </p:nvSpPr>
        <p:spPr>
          <a:xfrm>
            <a:off x="1519375" y="4108541"/>
            <a:ext cx="646331" cy="3692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住所</a:t>
            </a:r>
          </a:p>
        </p:txBody>
      </p: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B2D9D8E9-369C-D611-615D-D752E23796D8}"/>
              </a:ext>
            </a:extLst>
          </p:cNvPr>
          <p:cNvCxnSpPr>
            <a:cxnSpLocks/>
            <a:stCxn id="31" idx="2"/>
            <a:endCxn id="35" idx="7"/>
          </p:cNvCxnSpPr>
          <p:nvPr/>
        </p:nvCxnSpPr>
        <p:spPr>
          <a:xfrm flipH="1">
            <a:off x="1042319" y="3700652"/>
            <a:ext cx="779462" cy="346449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644AEC52-E750-E0EF-7F16-AC2908E4AFA2}"/>
              </a:ext>
            </a:extLst>
          </p:cNvPr>
          <p:cNvCxnSpPr>
            <a:cxnSpLocks/>
            <a:stCxn id="31" idx="2"/>
            <a:endCxn id="37" idx="1"/>
          </p:cNvCxnSpPr>
          <p:nvPr/>
        </p:nvCxnSpPr>
        <p:spPr>
          <a:xfrm>
            <a:off x="1821781" y="3700651"/>
            <a:ext cx="814136" cy="343206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C577BFB6-CF75-B610-148F-22060812388F}"/>
              </a:ext>
            </a:extLst>
          </p:cNvPr>
          <p:cNvCxnSpPr>
            <a:cxnSpLocks/>
            <a:stCxn id="31" idx="2"/>
            <a:endCxn id="39" idx="0"/>
          </p:cNvCxnSpPr>
          <p:nvPr/>
        </p:nvCxnSpPr>
        <p:spPr>
          <a:xfrm>
            <a:off x="1821781" y="3700656"/>
            <a:ext cx="0" cy="237753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Diamond 43">
            <a:extLst>
              <a:ext uri="{FF2B5EF4-FFF2-40B4-BE49-F238E27FC236}">
                <a16:creationId xmlns:a16="http://schemas.microsoft.com/office/drawing/2014/main" id="{0BCFA5B9-0156-C62B-A55B-020228B03810}"/>
              </a:ext>
            </a:extLst>
          </p:cNvPr>
          <p:cNvSpPr/>
          <p:nvPr/>
        </p:nvSpPr>
        <p:spPr>
          <a:xfrm>
            <a:off x="2165706" y="1070598"/>
            <a:ext cx="1367169" cy="864096"/>
          </a:xfrm>
          <a:prstGeom prst="diamond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1B00023F-1F00-69C0-3E83-27412A82EC48}"/>
              </a:ext>
            </a:extLst>
          </p:cNvPr>
          <p:cNvSpPr txBox="1"/>
          <p:nvPr/>
        </p:nvSpPr>
        <p:spPr>
          <a:xfrm>
            <a:off x="2295287" y="1327609"/>
            <a:ext cx="1107996" cy="3692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購入希望</a:t>
            </a:r>
          </a:p>
        </p:txBody>
      </p: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E65E2E1B-0F96-9D5D-1727-7E056412D1C4}"/>
              </a:ext>
            </a:extLst>
          </p:cNvPr>
          <p:cNvCxnSpPr>
            <a:cxnSpLocks/>
            <a:stCxn id="44" idx="3"/>
            <a:endCxn id="2" idx="1"/>
          </p:cNvCxnSpPr>
          <p:nvPr/>
        </p:nvCxnSpPr>
        <p:spPr>
          <a:xfrm flipV="1">
            <a:off x="3532869" y="1484960"/>
            <a:ext cx="655756" cy="17686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3C39C50E-0E37-8AC5-23E0-9E2AFE8143DC}"/>
              </a:ext>
            </a:extLst>
          </p:cNvPr>
          <p:cNvCxnSpPr>
            <a:cxnSpLocks/>
            <a:stCxn id="31" idx="3"/>
            <a:endCxn id="44" idx="2"/>
          </p:cNvCxnSpPr>
          <p:nvPr/>
        </p:nvCxnSpPr>
        <p:spPr>
          <a:xfrm flipV="1">
            <a:off x="2467198" y="1934698"/>
            <a:ext cx="382093" cy="1460472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Oval 54">
            <a:extLst>
              <a:ext uri="{FF2B5EF4-FFF2-40B4-BE49-F238E27FC236}">
                <a16:creationId xmlns:a16="http://schemas.microsoft.com/office/drawing/2014/main" id="{2838F6A7-04A8-71A1-8880-840F1BA9F91C}"/>
              </a:ext>
            </a:extLst>
          </p:cNvPr>
          <p:cNvSpPr/>
          <p:nvPr/>
        </p:nvSpPr>
        <p:spPr>
          <a:xfrm>
            <a:off x="2273223" y="133063"/>
            <a:ext cx="1152127" cy="720080"/>
          </a:xfrm>
          <a:prstGeom prst="ellipse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E53C24D3-3B59-C0BB-EB97-ADE4EBA037B3}"/>
              </a:ext>
            </a:extLst>
          </p:cNvPr>
          <p:cNvSpPr txBox="1"/>
          <p:nvPr/>
        </p:nvSpPr>
        <p:spPr>
          <a:xfrm>
            <a:off x="2421832" y="308438"/>
            <a:ext cx="877163" cy="3692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登録日</a:t>
            </a:r>
          </a:p>
        </p:txBody>
      </p: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05718167-9C32-7FFE-8EB0-89A442175229}"/>
              </a:ext>
            </a:extLst>
          </p:cNvPr>
          <p:cNvCxnSpPr>
            <a:cxnSpLocks/>
            <a:stCxn id="44" idx="0"/>
            <a:endCxn id="55" idx="4"/>
          </p:cNvCxnSpPr>
          <p:nvPr/>
        </p:nvCxnSpPr>
        <p:spPr>
          <a:xfrm flipV="1">
            <a:off x="2849285" y="853144"/>
            <a:ext cx="0" cy="217454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4" name="Diamond 123">
            <a:extLst>
              <a:ext uri="{FF2B5EF4-FFF2-40B4-BE49-F238E27FC236}">
                <a16:creationId xmlns:a16="http://schemas.microsoft.com/office/drawing/2014/main" id="{F84DFB2A-8C0D-7058-3E8F-3315F6ACCF77}"/>
              </a:ext>
            </a:extLst>
          </p:cNvPr>
          <p:cNvSpPr/>
          <p:nvPr/>
        </p:nvSpPr>
        <p:spPr>
          <a:xfrm>
            <a:off x="5954874" y="1051058"/>
            <a:ext cx="1367169" cy="864096"/>
          </a:xfrm>
          <a:prstGeom prst="diamond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B8B24A85-063E-E985-44D9-F8C59527A87E}"/>
              </a:ext>
            </a:extLst>
          </p:cNvPr>
          <p:cNvSpPr txBox="1"/>
          <p:nvPr/>
        </p:nvSpPr>
        <p:spPr>
          <a:xfrm>
            <a:off x="6322482" y="1298440"/>
            <a:ext cx="646331" cy="3692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製造</a:t>
            </a:r>
          </a:p>
        </p:txBody>
      </p:sp>
      <p:cxnSp>
        <p:nvCxnSpPr>
          <p:cNvPr id="126" name="Straight Connector 125">
            <a:extLst>
              <a:ext uri="{FF2B5EF4-FFF2-40B4-BE49-F238E27FC236}">
                <a16:creationId xmlns:a16="http://schemas.microsoft.com/office/drawing/2014/main" id="{923C5319-1925-7E7E-58BE-31E25919C8B9}"/>
              </a:ext>
            </a:extLst>
          </p:cNvPr>
          <p:cNvCxnSpPr>
            <a:cxnSpLocks/>
            <a:stCxn id="124" idx="1"/>
            <a:endCxn id="2" idx="3"/>
          </p:cNvCxnSpPr>
          <p:nvPr/>
        </p:nvCxnSpPr>
        <p:spPr>
          <a:xfrm flipH="1">
            <a:off x="5479448" y="1483105"/>
            <a:ext cx="475423" cy="1854"/>
          </a:xfrm>
          <a:prstGeom prst="line">
            <a:avLst/>
          </a:prstGeom>
          <a:ln w="111125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0" name="Rectangle 129">
            <a:extLst>
              <a:ext uri="{FF2B5EF4-FFF2-40B4-BE49-F238E27FC236}">
                <a16:creationId xmlns:a16="http://schemas.microsoft.com/office/drawing/2014/main" id="{6D931340-EC55-9067-9688-EE9DA4BF5C12}"/>
              </a:ext>
            </a:extLst>
          </p:cNvPr>
          <p:cNvSpPr/>
          <p:nvPr/>
        </p:nvSpPr>
        <p:spPr>
          <a:xfrm>
            <a:off x="7596339" y="3058561"/>
            <a:ext cx="1290821" cy="610969"/>
          </a:xfrm>
          <a:prstGeom prst="rect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</a:rPr>
              <a:t>メーカー</a:t>
            </a:r>
          </a:p>
        </p:txBody>
      </p:sp>
      <p:cxnSp>
        <p:nvCxnSpPr>
          <p:cNvPr id="131" name="Straight Connector 130">
            <a:extLst>
              <a:ext uri="{FF2B5EF4-FFF2-40B4-BE49-F238E27FC236}">
                <a16:creationId xmlns:a16="http://schemas.microsoft.com/office/drawing/2014/main" id="{77C045C3-569B-ECF5-58F9-DFF5F124CA76}"/>
              </a:ext>
            </a:extLst>
          </p:cNvPr>
          <p:cNvCxnSpPr>
            <a:cxnSpLocks/>
            <a:endCxn id="124" idx="3"/>
          </p:cNvCxnSpPr>
          <p:nvPr/>
        </p:nvCxnSpPr>
        <p:spPr>
          <a:xfrm flipH="1" flipV="1">
            <a:off x="7322042" y="1483107"/>
            <a:ext cx="274297" cy="1544839"/>
          </a:xfrm>
          <a:prstGeom prst="line">
            <a:avLst/>
          </a:prstGeom>
          <a:ln w="22225">
            <a:solidFill>
              <a:srgbClr val="2B3348"/>
            </a:solidFill>
            <a:headEnd type="arrow" w="med" len="med"/>
            <a:tailEnd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1" name="Oval 140">
            <a:extLst>
              <a:ext uri="{FF2B5EF4-FFF2-40B4-BE49-F238E27FC236}">
                <a16:creationId xmlns:a16="http://schemas.microsoft.com/office/drawing/2014/main" id="{7AF4134A-DA94-1409-A8D3-6ADD1BE7ED70}"/>
              </a:ext>
            </a:extLst>
          </p:cNvPr>
          <p:cNvSpPr/>
          <p:nvPr/>
        </p:nvSpPr>
        <p:spPr>
          <a:xfrm>
            <a:off x="7665686" y="2133738"/>
            <a:ext cx="1152127" cy="720080"/>
          </a:xfrm>
          <a:prstGeom prst="ellipse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142" name="TextBox 141">
            <a:extLst>
              <a:ext uri="{FF2B5EF4-FFF2-40B4-BE49-F238E27FC236}">
                <a16:creationId xmlns:a16="http://schemas.microsoft.com/office/drawing/2014/main" id="{486F4A86-371B-68F4-3677-BD121E613384}"/>
              </a:ext>
            </a:extLst>
          </p:cNvPr>
          <p:cNvSpPr txBox="1"/>
          <p:nvPr/>
        </p:nvSpPr>
        <p:spPr>
          <a:xfrm>
            <a:off x="7796643" y="2321507"/>
            <a:ext cx="890212" cy="3692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JP" sz="1799" u="sng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企業名</a:t>
            </a:r>
          </a:p>
        </p:txBody>
      </p:sp>
      <p:sp>
        <p:nvSpPr>
          <p:cNvPr id="143" name="Oval 142">
            <a:extLst>
              <a:ext uri="{FF2B5EF4-FFF2-40B4-BE49-F238E27FC236}">
                <a16:creationId xmlns:a16="http://schemas.microsoft.com/office/drawing/2014/main" id="{69B0725E-8C25-B22D-B315-F454F6A5467D}"/>
              </a:ext>
            </a:extLst>
          </p:cNvPr>
          <p:cNvSpPr/>
          <p:nvPr/>
        </p:nvSpPr>
        <p:spPr>
          <a:xfrm>
            <a:off x="7962084" y="3952020"/>
            <a:ext cx="1152127" cy="720080"/>
          </a:xfrm>
          <a:prstGeom prst="ellipse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144" name="TextBox 143">
            <a:extLst>
              <a:ext uri="{FF2B5EF4-FFF2-40B4-BE49-F238E27FC236}">
                <a16:creationId xmlns:a16="http://schemas.microsoft.com/office/drawing/2014/main" id="{8E1108AE-507E-DE99-1193-D04EE53DAABE}"/>
              </a:ext>
            </a:extLst>
          </p:cNvPr>
          <p:cNvSpPr txBox="1"/>
          <p:nvPr/>
        </p:nvSpPr>
        <p:spPr>
          <a:xfrm>
            <a:off x="8145253" y="4137712"/>
            <a:ext cx="785793" cy="3692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email</a:t>
            </a:r>
          </a:p>
        </p:txBody>
      </p:sp>
      <p:sp>
        <p:nvSpPr>
          <p:cNvPr id="145" name="Oval 144">
            <a:extLst>
              <a:ext uri="{FF2B5EF4-FFF2-40B4-BE49-F238E27FC236}">
                <a16:creationId xmlns:a16="http://schemas.microsoft.com/office/drawing/2014/main" id="{1D53622D-3C3A-C66E-18B4-1057BEA3833E}"/>
              </a:ext>
            </a:extLst>
          </p:cNvPr>
          <p:cNvSpPr/>
          <p:nvPr/>
        </p:nvSpPr>
        <p:spPr>
          <a:xfrm>
            <a:off x="6740609" y="3952020"/>
            <a:ext cx="1152127" cy="720080"/>
          </a:xfrm>
          <a:prstGeom prst="ellipse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146" name="TextBox 145">
            <a:extLst>
              <a:ext uri="{FF2B5EF4-FFF2-40B4-BE49-F238E27FC236}">
                <a16:creationId xmlns:a16="http://schemas.microsoft.com/office/drawing/2014/main" id="{1EB0B97F-5EAB-2E21-D6FD-3BEC05D96841}"/>
              </a:ext>
            </a:extLst>
          </p:cNvPr>
          <p:cNvSpPr txBox="1"/>
          <p:nvPr/>
        </p:nvSpPr>
        <p:spPr>
          <a:xfrm>
            <a:off x="7014265" y="4122158"/>
            <a:ext cx="646331" cy="3692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TEL</a:t>
            </a:r>
          </a:p>
        </p:txBody>
      </p:sp>
      <p:cxnSp>
        <p:nvCxnSpPr>
          <p:cNvPr id="147" name="Straight Connector 146">
            <a:extLst>
              <a:ext uri="{FF2B5EF4-FFF2-40B4-BE49-F238E27FC236}">
                <a16:creationId xmlns:a16="http://schemas.microsoft.com/office/drawing/2014/main" id="{BDA014E2-13F0-0AE0-B8BB-9454853DC746}"/>
              </a:ext>
            </a:extLst>
          </p:cNvPr>
          <p:cNvCxnSpPr>
            <a:cxnSpLocks/>
            <a:stCxn id="130" idx="0"/>
            <a:endCxn id="141" idx="4"/>
          </p:cNvCxnSpPr>
          <p:nvPr/>
        </p:nvCxnSpPr>
        <p:spPr>
          <a:xfrm flipV="1">
            <a:off x="8241748" y="2853822"/>
            <a:ext cx="0" cy="204739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8" name="Straight Connector 147">
            <a:extLst>
              <a:ext uri="{FF2B5EF4-FFF2-40B4-BE49-F238E27FC236}">
                <a16:creationId xmlns:a16="http://schemas.microsoft.com/office/drawing/2014/main" id="{C7A9E835-2D12-B552-6DD5-C4AA5BA36820}"/>
              </a:ext>
            </a:extLst>
          </p:cNvPr>
          <p:cNvCxnSpPr>
            <a:cxnSpLocks/>
            <a:stCxn id="130" idx="2"/>
            <a:endCxn id="143" idx="0"/>
          </p:cNvCxnSpPr>
          <p:nvPr/>
        </p:nvCxnSpPr>
        <p:spPr>
          <a:xfrm>
            <a:off x="8241750" y="3669530"/>
            <a:ext cx="296400" cy="282495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9" name="Straight Connector 148">
            <a:extLst>
              <a:ext uri="{FF2B5EF4-FFF2-40B4-BE49-F238E27FC236}">
                <a16:creationId xmlns:a16="http://schemas.microsoft.com/office/drawing/2014/main" id="{5F9AE5F4-2029-03E8-D7C2-47479BE92110}"/>
              </a:ext>
            </a:extLst>
          </p:cNvPr>
          <p:cNvCxnSpPr>
            <a:cxnSpLocks/>
            <a:stCxn id="130" idx="2"/>
            <a:endCxn id="145" idx="0"/>
          </p:cNvCxnSpPr>
          <p:nvPr/>
        </p:nvCxnSpPr>
        <p:spPr>
          <a:xfrm flipH="1">
            <a:off x="7316673" y="3669531"/>
            <a:ext cx="925075" cy="282495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6764995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B499815B-E2C8-4F0F-E698-63C7E921E0B6}"/>
              </a:ext>
            </a:extLst>
          </p:cNvPr>
          <p:cNvSpPr/>
          <p:nvPr/>
        </p:nvSpPr>
        <p:spPr>
          <a:xfrm>
            <a:off x="6747750" y="1879487"/>
            <a:ext cx="1290821" cy="504000"/>
          </a:xfrm>
          <a:prstGeom prst="rect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</a:rPr>
              <a:t>商品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6961985C-B3AC-F770-63E2-45F06F16FC6F}"/>
              </a:ext>
            </a:extLst>
          </p:cNvPr>
          <p:cNvGrpSpPr/>
          <p:nvPr/>
        </p:nvGrpSpPr>
        <p:grpSpPr>
          <a:xfrm>
            <a:off x="6817095" y="942833"/>
            <a:ext cx="1152128" cy="503999"/>
            <a:chOff x="3071055" y="2652363"/>
            <a:chExt cx="1152128" cy="720080"/>
          </a:xfrm>
        </p:grpSpPr>
        <p:sp>
          <p:nvSpPr>
            <p:cNvPr id="3" name="Oval 2">
              <a:extLst>
                <a:ext uri="{FF2B5EF4-FFF2-40B4-BE49-F238E27FC236}">
                  <a16:creationId xmlns:a16="http://schemas.microsoft.com/office/drawing/2014/main" id="{EB48D6DC-ACA0-851F-3230-EBA353528ED5}"/>
                </a:ext>
              </a:extLst>
            </p:cNvPr>
            <p:cNvSpPr/>
            <p:nvPr/>
          </p:nvSpPr>
          <p:spPr>
            <a:xfrm>
              <a:off x="3071055" y="2652363"/>
              <a:ext cx="1152128" cy="720080"/>
            </a:xfrm>
            <a:prstGeom prst="ellipse">
              <a:avLst/>
            </a:prstGeom>
            <a:noFill/>
            <a:ln w="19050">
              <a:solidFill>
                <a:srgbClr val="2B3348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 sz="1799"/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C56ED080-950A-846D-F5F3-0A4523B73435}"/>
                </a:ext>
              </a:extLst>
            </p:cNvPr>
            <p:cNvSpPr txBox="1"/>
            <p:nvPr/>
          </p:nvSpPr>
          <p:spPr>
            <a:xfrm>
              <a:off x="3211224" y="2772644"/>
              <a:ext cx="872355" cy="52749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JP" sz="1799" u="sng" dirty="0">
                  <a:solidFill>
                    <a:srgbClr val="2B3348"/>
                  </a:solidFill>
                  <a:latin typeface="Noto Sans CJK JP Regular" panose="020B0500000000000000" pitchFamily="34" charset="-128"/>
                  <a:ea typeface="Noto Sans CJK JP Regular" panose="020B0500000000000000" pitchFamily="34" charset="-128"/>
                  <a:cs typeface="IPAPGothic"/>
                </a:rPr>
                <a:t>商品ID</a:t>
              </a:r>
            </a:p>
          </p:txBody>
        </p:sp>
      </p:grp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CFBFDE0E-F56B-22E8-B9F8-8342D057C515}"/>
              </a:ext>
            </a:extLst>
          </p:cNvPr>
          <p:cNvCxnSpPr>
            <a:cxnSpLocks/>
            <a:stCxn id="2" idx="0"/>
            <a:endCxn id="3" idx="4"/>
          </p:cNvCxnSpPr>
          <p:nvPr/>
        </p:nvCxnSpPr>
        <p:spPr>
          <a:xfrm flipV="1">
            <a:off x="7393159" y="1446825"/>
            <a:ext cx="0" cy="432658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8" name="Group 17">
            <a:extLst>
              <a:ext uri="{FF2B5EF4-FFF2-40B4-BE49-F238E27FC236}">
                <a16:creationId xmlns:a16="http://schemas.microsoft.com/office/drawing/2014/main" id="{A9D9FC2D-E856-9EF7-89F6-D2DA2D4BF84D}"/>
              </a:ext>
            </a:extLst>
          </p:cNvPr>
          <p:cNvGrpSpPr/>
          <p:nvPr/>
        </p:nvGrpSpPr>
        <p:grpSpPr>
          <a:xfrm>
            <a:off x="6531346" y="2805981"/>
            <a:ext cx="1152127" cy="503999"/>
            <a:chOff x="3760743" y="3403535"/>
            <a:chExt cx="1152128" cy="720080"/>
          </a:xfrm>
        </p:grpSpPr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65B0DE40-BD45-0D20-44DE-A419E64A8CEF}"/>
                </a:ext>
              </a:extLst>
            </p:cNvPr>
            <p:cNvSpPr/>
            <p:nvPr/>
          </p:nvSpPr>
          <p:spPr>
            <a:xfrm>
              <a:off x="3760743" y="3403535"/>
              <a:ext cx="1152128" cy="720080"/>
            </a:xfrm>
            <a:prstGeom prst="ellipse">
              <a:avLst/>
            </a:prstGeom>
            <a:noFill/>
            <a:ln w="19050">
              <a:solidFill>
                <a:srgbClr val="2B3348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 sz="1799"/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A31FBEC0-2C86-B8E2-AB1D-B25E61E5B14B}"/>
                </a:ext>
              </a:extLst>
            </p:cNvPr>
            <p:cNvSpPr txBox="1"/>
            <p:nvPr/>
          </p:nvSpPr>
          <p:spPr>
            <a:xfrm>
              <a:off x="3916156" y="3523816"/>
              <a:ext cx="877164" cy="52749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JP" sz="1799" dirty="0">
                  <a:solidFill>
                    <a:srgbClr val="2B3348"/>
                  </a:solidFill>
                  <a:latin typeface="Noto Sans CJK JP Regular" panose="020B0500000000000000" pitchFamily="34" charset="-128"/>
                  <a:ea typeface="Noto Sans CJK JP Regular" panose="020B0500000000000000" pitchFamily="34" charset="-128"/>
                  <a:cs typeface="IPAPGothic"/>
                </a:rPr>
                <a:t>商品名</a:t>
              </a:r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76E589ED-C291-C41E-9356-117C7177AD0B}"/>
              </a:ext>
            </a:extLst>
          </p:cNvPr>
          <p:cNvGrpSpPr/>
          <p:nvPr/>
        </p:nvGrpSpPr>
        <p:grpSpPr>
          <a:xfrm>
            <a:off x="7462507" y="3224138"/>
            <a:ext cx="1152127" cy="504000"/>
            <a:chOff x="4933173" y="3436771"/>
            <a:chExt cx="1152128" cy="720080"/>
          </a:xfrm>
        </p:grpSpPr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06C7A2AF-FCF9-28BC-FFC7-6797A6573E06}"/>
                </a:ext>
              </a:extLst>
            </p:cNvPr>
            <p:cNvSpPr/>
            <p:nvPr/>
          </p:nvSpPr>
          <p:spPr>
            <a:xfrm>
              <a:off x="4933173" y="3436771"/>
              <a:ext cx="1152128" cy="720080"/>
            </a:xfrm>
            <a:prstGeom prst="ellipse">
              <a:avLst/>
            </a:prstGeom>
            <a:noFill/>
            <a:ln w="19050">
              <a:solidFill>
                <a:srgbClr val="2B3348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 sz="1799"/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AEE733F8-E36B-4AFD-CBC0-F488362A2404}"/>
                </a:ext>
              </a:extLst>
            </p:cNvPr>
            <p:cNvSpPr txBox="1"/>
            <p:nvPr/>
          </p:nvSpPr>
          <p:spPr>
            <a:xfrm>
              <a:off x="5188812" y="3559417"/>
              <a:ext cx="646332" cy="52749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JP" sz="1799" dirty="0">
                  <a:solidFill>
                    <a:srgbClr val="2B3348"/>
                  </a:solidFill>
                  <a:latin typeface="Noto Sans CJK JP Regular" panose="020B0500000000000000" pitchFamily="34" charset="-128"/>
                  <a:ea typeface="Noto Sans CJK JP Regular" panose="020B0500000000000000" pitchFamily="34" charset="-128"/>
                  <a:cs typeface="IPAPGothic"/>
                </a:rPr>
                <a:t>価格</a:t>
              </a:r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F62BB7BD-810C-087B-192D-AC8479FB37F9}"/>
              </a:ext>
            </a:extLst>
          </p:cNvPr>
          <p:cNvGrpSpPr/>
          <p:nvPr/>
        </p:nvGrpSpPr>
        <p:grpSpPr>
          <a:xfrm>
            <a:off x="7927900" y="2646325"/>
            <a:ext cx="1152127" cy="504000"/>
            <a:chOff x="5398566" y="2646320"/>
            <a:chExt cx="1152128" cy="720080"/>
          </a:xfrm>
        </p:grpSpPr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A6B50F51-EABA-A8A0-A5E0-72B43DAC8DCB}"/>
                </a:ext>
              </a:extLst>
            </p:cNvPr>
            <p:cNvSpPr/>
            <p:nvPr/>
          </p:nvSpPr>
          <p:spPr>
            <a:xfrm>
              <a:off x="5398566" y="2646320"/>
              <a:ext cx="1152128" cy="720080"/>
            </a:xfrm>
            <a:prstGeom prst="ellipse">
              <a:avLst/>
            </a:prstGeom>
            <a:noFill/>
            <a:ln w="19050">
              <a:solidFill>
                <a:srgbClr val="2B3348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 sz="1799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5CFB5156-5052-F20D-386A-A4AC4CEF354A}"/>
                </a:ext>
              </a:extLst>
            </p:cNvPr>
            <p:cNvSpPr txBox="1"/>
            <p:nvPr/>
          </p:nvSpPr>
          <p:spPr>
            <a:xfrm>
              <a:off x="5536048" y="2775236"/>
              <a:ext cx="877164" cy="52749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JP" sz="1799" dirty="0">
                  <a:solidFill>
                    <a:srgbClr val="2B3348"/>
                  </a:solidFill>
                  <a:latin typeface="Noto Sans CJK JP Regular" panose="020B0500000000000000" pitchFamily="34" charset="-128"/>
                  <a:ea typeface="Noto Sans CJK JP Regular" panose="020B0500000000000000" pitchFamily="34" charset="-128"/>
                  <a:cs typeface="IPAPGothic"/>
                </a:rPr>
                <a:t>発売日</a:t>
              </a:r>
            </a:p>
          </p:txBody>
        </p:sp>
      </p:grp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47EDE61A-70BD-7DDC-2E0A-29E93F697CB9}"/>
              </a:ext>
            </a:extLst>
          </p:cNvPr>
          <p:cNvCxnSpPr>
            <a:cxnSpLocks/>
            <a:stCxn id="2" idx="2"/>
            <a:endCxn id="6" idx="0"/>
          </p:cNvCxnSpPr>
          <p:nvPr/>
        </p:nvCxnSpPr>
        <p:spPr>
          <a:xfrm flipH="1">
            <a:off x="7107410" y="2383488"/>
            <a:ext cx="285751" cy="422491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F7D387DA-EB57-4904-B881-940E949BE414}"/>
              </a:ext>
            </a:extLst>
          </p:cNvPr>
          <p:cNvCxnSpPr>
            <a:cxnSpLocks/>
            <a:stCxn id="2" idx="2"/>
            <a:endCxn id="8" idx="0"/>
          </p:cNvCxnSpPr>
          <p:nvPr/>
        </p:nvCxnSpPr>
        <p:spPr>
          <a:xfrm>
            <a:off x="7393163" y="2383487"/>
            <a:ext cx="645411" cy="840647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8B4B5DFD-881F-2B4B-25CA-F129485BF269}"/>
              </a:ext>
            </a:extLst>
          </p:cNvPr>
          <p:cNvCxnSpPr>
            <a:cxnSpLocks/>
            <a:stCxn id="2" idx="2"/>
            <a:endCxn id="10" idx="1"/>
          </p:cNvCxnSpPr>
          <p:nvPr/>
        </p:nvCxnSpPr>
        <p:spPr>
          <a:xfrm>
            <a:off x="7393163" y="2383483"/>
            <a:ext cx="703464" cy="336648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ectangle 30">
            <a:extLst>
              <a:ext uri="{FF2B5EF4-FFF2-40B4-BE49-F238E27FC236}">
                <a16:creationId xmlns:a16="http://schemas.microsoft.com/office/drawing/2014/main" id="{FE6ADB9B-2BB0-B34E-6B54-1319421E05FA}"/>
              </a:ext>
            </a:extLst>
          </p:cNvPr>
          <p:cNvSpPr/>
          <p:nvPr/>
        </p:nvSpPr>
        <p:spPr>
          <a:xfrm>
            <a:off x="1217635" y="1903638"/>
            <a:ext cx="1290821" cy="504000"/>
          </a:xfrm>
          <a:prstGeom prst="rect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</a:rPr>
              <a:t>ユーザ</a:t>
            </a:r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7B33B19D-7E70-790D-49DF-38051BC32BDF}"/>
              </a:ext>
            </a:extLst>
          </p:cNvPr>
          <p:cNvGrpSpPr/>
          <p:nvPr/>
        </p:nvGrpSpPr>
        <p:grpSpPr>
          <a:xfrm>
            <a:off x="1286980" y="937397"/>
            <a:ext cx="1152128" cy="503999"/>
            <a:chOff x="1280800" y="2523078"/>
            <a:chExt cx="1152128" cy="720080"/>
          </a:xfrm>
        </p:grpSpPr>
        <p:sp>
          <p:nvSpPr>
            <p:cNvPr id="32" name="Oval 31">
              <a:extLst>
                <a:ext uri="{FF2B5EF4-FFF2-40B4-BE49-F238E27FC236}">
                  <a16:creationId xmlns:a16="http://schemas.microsoft.com/office/drawing/2014/main" id="{49F101F1-EC79-325D-F2AB-8068FF715215}"/>
                </a:ext>
              </a:extLst>
            </p:cNvPr>
            <p:cNvSpPr/>
            <p:nvPr/>
          </p:nvSpPr>
          <p:spPr>
            <a:xfrm>
              <a:off x="1280800" y="2523078"/>
              <a:ext cx="1152128" cy="720080"/>
            </a:xfrm>
            <a:prstGeom prst="ellipse">
              <a:avLst/>
            </a:prstGeom>
            <a:noFill/>
            <a:ln w="19050">
              <a:solidFill>
                <a:srgbClr val="2B3348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 sz="1799"/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9715F6A2-D2E6-F762-855F-D1C2C73D85D4}"/>
                </a:ext>
              </a:extLst>
            </p:cNvPr>
            <p:cNvSpPr txBox="1"/>
            <p:nvPr/>
          </p:nvSpPr>
          <p:spPr>
            <a:xfrm>
              <a:off x="1312851" y="2633025"/>
              <a:ext cx="1107996" cy="52749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JP" sz="1799" u="sng" dirty="0">
                  <a:solidFill>
                    <a:srgbClr val="2B3348"/>
                  </a:solidFill>
                  <a:latin typeface="Noto Sans CJK JP Regular" panose="020B0500000000000000" pitchFamily="34" charset="-128"/>
                  <a:ea typeface="Noto Sans CJK JP Regular" panose="020B0500000000000000" pitchFamily="34" charset="-128"/>
                  <a:cs typeface="IPAPGothic"/>
                </a:rPr>
                <a:t>ユーザ名</a:t>
              </a:r>
            </a:p>
          </p:txBody>
        </p:sp>
      </p:grp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5A9368AD-161B-42E7-696E-37C32D3CAA12}"/>
              </a:ext>
            </a:extLst>
          </p:cNvPr>
          <p:cNvCxnSpPr>
            <a:cxnSpLocks/>
            <a:stCxn id="31" idx="0"/>
            <a:endCxn id="32" idx="4"/>
          </p:cNvCxnSpPr>
          <p:nvPr/>
        </p:nvCxnSpPr>
        <p:spPr>
          <a:xfrm flipV="1">
            <a:off x="1863044" y="1441396"/>
            <a:ext cx="0" cy="462242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49" name="Group 48">
            <a:extLst>
              <a:ext uri="{FF2B5EF4-FFF2-40B4-BE49-F238E27FC236}">
                <a16:creationId xmlns:a16="http://schemas.microsoft.com/office/drawing/2014/main" id="{5CFD2489-C93B-4CA9-ADE3-8CB6DDDC6141}"/>
              </a:ext>
            </a:extLst>
          </p:cNvPr>
          <p:cNvGrpSpPr/>
          <p:nvPr/>
        </p:nvGrpSpPr>
        <p:grpSpPr>
          <a:xfrm>
            <a:off x="63501" y="2772870"/>
            <a:ext cx="1152127" cy="533493"/>
            <a:chOff x="88706" y="4284545"/>
            <a:chExt cx="1152128" cy="720080"/>
          </a:xfrm>
        </p:grpSpPr>
        <p:sp>
          <p:nvSpPr>
            <p:cNvPr id="35" name="Oval 34">
              <a:extLst>
                <a:ext uri="{FF2B5EF4-FFF2-40B4-BE49-F238E27FC236}">
                  <a16:creationId xmlns:a16="http://schemas.microsoft.com/office/drawing/2014/main" id="{B27C7072-3418-FA09-26AC-4319025AA9F7}"/>
                </a:ext>
              </a:extLst>
            </p:cNvPr>
            <p:cNvSpPr/>
            <p:nvPr/>
          </p:nvSpPr>
          <p:spPr>
            <a:xfrm>
              <a:off x="88706" y="4284545"/>
              <a:ext cx="1152128" cy="720080"/>
            </a:xfrm>
            <a:prstGeom prst="ellipse">
              <a:avLst/>
            </a:prstGeom>
            <a:noFill/>
            <a:ln w="19050">
              <a:solidFill>
                <a:srgbClr val="2B3348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 sz="1799"/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6F4E05DD-401E-EBF4-A1D1-41BE29344B4D}"/>
                </a:ext>
              </a:extLst>
            </p:cNvPr>
            <p:cNvSpPr txBox="1"/>
            <p:nvPr/>
          </p:nvSpPr>
          <p:spPr>
            <a:xfrm>
              <a:off x="329502" y="4387351"/>
              <a:ext cx="646332" cy="498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JP" sz="1799" dirty="0">
                  <a:solidFill>
                    <a:srgbClr val="2B3348"/>
                  </a:solidFill>
                  <a:latin typeface="Noto Sans CJK JP Regular" panose="020B0500000000000000" pitchFamily="34" charset="-128"/>
                  <a:ea typeface="Noto Sans CJK JP Regular" panose="020B0500000000000000" pitchFamily="34" charset="-128"/>
                  <a:cs typeface="IPAPGothic"/>
                </a:rPr>
                <a:t>氏名</a:t>
              </a:r>
            </a:p>
          </p:txBody>
        </p:sp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594ED7EF-E331-6D1E-33AF-DFF9ADDC76E2}"/>
              </a:ext>
            </a:extLst>
          </p:cNvPr>
          <p:cNvGrpSpPr/>
          <p:nvPr/>
        </p:nvGrpSpPr>
        <p:grpSpPr>
          <a:xfrm>
            <a:off x="1607079" y="2865806"/>
            <a:ext cx="1152127" cy="503999"/>
            <a:chOff x="2496982" y="4281303"/>
            <a:chExt cx="1152128" cy="720080"/>
          </a:xfrm>
        </p:grpSpPr>
        <p:sp>
          <p:nvSpPr>
            <p:cNvPr id="37" name="Oval 36">
              <a:extLst>
                <a:ext uri="{FF2B5EF4-FFF2-40B4-BE49-F238E27FC236}">
                  <a16:creationId xmlns:a16="http://schemas.microsoft.com/office/drawing/2014/main" id="{13C5B12B-D8E4-E67D-FE44-AF8F25F659C1}"/>
                </a:ext>
              </a:extLst>
            </p:cNvPr>
            <p:cNvSpPr/>
            <p:nvPr/>
          </p:nvSpPr>
          <p:spPr>
            <a:xfrm>
              <a:off x="2496982" y="4281303"/>
              <a:ext cx="1152128" cy="720080"/>
            </a:xfrm>
            <a:prstGeom prst="ellipse">
              <a:avLst/>
            </a:prstGeom>
            <a:noFill/>
            <a:ln w="19050">
              <a:solidFill>
                <a:srgbClr val="2B3348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 sz="1799"/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804834E2-C3B4-495F-9F68-A6E14866029D}"/>
                </a:ext>
              </a:extLst>
            </p:cNvPr>
            <p:cNvSpPr txBox="1"/>
            <p:nvPr/>
          </p:nvSpPr>
          <p:spPr>
            <a:xfrm>
              <a:off x="2680149" y="4395342"/>
              <a:ext cx="785794" cy="52749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JP" sz="1799" dirty="0">
                  <a:solidFill>
                    <a:srgbClr val="2B3348"/>
                  </a:solidFill>
                  <a:latin typeface="Noto Sans CJK JP Regular" panose="020B0500000000000000" pitchFamily="34" charset="-128"/>
                  <a:ea typeface="Noto Sans CJK JP Regular" panose="020B0500000000000000" pitchFamily="34" charset="-128"/>
                  <a:cs typeface="IPAPGothic"/>
                </a:rPr>
                <a:t>email</a:t>
              </a:r>
            </a:p>
          </p:txBody>
        </p:sp>
      </p:grpSp>
      <p:grpSp>
        <p:nvGrpSpPr>
          <p:cNvPr id="48" name="Group 47">
            <a:extLst>
              <a:ext uri="{FF2B5EF4-FFF2-40B4-BE49-F238E27FC236}">
                <a16:creationId xmlns:a16="http://schemas.microsoft.com/office/drawing/2014/main" id="{59E87971-0C6F-F9C8-34B8-E1AA53771E09}"/>
              </a:ext>
            </a:extLst>
          </p:cNvPr>
          <p:cNvGrpSpPr/>
          <p:nvPr/>
        </p:nvGrpSpPr>
        <p:grpSpPr>
          <a:xfrm>
            <a:off x="655495" y="3324707"/>
            <a:ext cx="1152127" cy="539956"/>
            <a:chOff x="1275507" y="4281303"/>
            <a:chExt cx="1152128" cy="720080"/>
          </a:xfrm>
        </p:grpSpPr>
        <p:sp>
          <p:nvSpPr>
            <p:cNvPr id="39" name="Oval 38">
              <a:extLst>
                <a:ext uri="{FF2B5EF4-FFF2-40B4-BE49-F238E27FC236}">
                  <a16:creationId xmlns:a16="http://schemas.microsoft.com/office/drawing/2014/main" id="{B90A93FD-4FB9-0EE4-0868-603F22B3331B}"/>
                </a:ext>
              </a:extLst>
            </p:cNvPr>
            <p:cNvSpPr/>
            <p:nvPr/>
          </p:nvSpPr>
          <p:spPr>
            <a:xfrm>
              <a:off x="1275507" y="4281303"/>
              <a:ext cx="1152128" cy="720080"/>
            </a:xfrm>
            <a:prstGeom prst="ellipse">
              <a:avLst/>
            </a:prstGeom>
            <a:noFill/>
            <a:ln w="19050">
              <a:solidFill>
                <a:srgbClr val="2B3348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 sz="1799"/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61F0550D-5623-2177-6486-178139C0A365}"/>
                </a:ext>
              </a:extLst>
            </p:cNvPr>
            <p:cNvSpPr txBox="1"/>
            <p:nvPr/>
          </p:nvSpPr>
          <p:spPr>
            <a:xfrm>
              <a:off x="1540508" y="4393343"/>
              <a:ext cx="646332" cy="49236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JP" sz="1799" dirty="0">
                  <a:solidFill>
                    <a:srgbClr val="2B3348"/>
                  </a:solidFill>
                  <a:latin typeface="Noto Sans CJK JP Regular" panose="020B0500000000000000" pitchFamily="34" charset="-128"/>
                  <a:ea typeface="Noto Sans CJK JP Regular" panose="020B0500000000000000" pitchFamily="34" charset="-128"/>
                  <a:cs typeface="IPAPGothic"/>
                </a:rPr>
                <a:t>住所</a:t>
              </a:r>
            </a:p>
          </p:txBody>
        </p:sp>
      </p:grp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B2D9D8E9-369C-D611-615D-D752E23796D8}"/>
              </a:ext>
            </a:extLst>
          </p:cNvPr>
          <p:cNvCxnSpPr>
            <a:cxnSpLocks/>
            <a:stCxn id="31" idx="2"/>
            <a:endCxn id="35" idx="7"/>
          </p:cNvCxnSpPr>
          <p:nvPr/>
        </p:nvCxnSpPr>
        <p:spPr>
          <a:xfrm flipH="1">
            <a:off x="1046905" y="2407633"/>
            <a:ext cx="816139" cy="439042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644AEC52-E750-E0EF-7F16-AC2908E4AFA2}"/>
              </a:ext>
            </a:extLst>
          </p:cNvPr>
          <p:cNvCxnSpPr>
            <a:cxnSpLocks/>
            <a:stCxn id="31" idx="2"/>
            <a:endCxn id="37" idx="0"/>
          </p:cNvCxnSpPr>
          <p:nvPr/>
        </p:nvCxnSpPr>
        <p:spPr>
          <a:xfrm>
            <a:off x="1863044" y="2407634"/>
            <a:ext cx="320100" cy="458170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C577BFB6-CF75-B610-148F-22060812388F}"/>
              </a:ext>
            </a:extLst>
          </p:cNvPr>
          <p:cNvCxnSpPr>
            <a:cxnSpLocks/>
            <a:stCxn id="31" idx="2"/>
            <a:endCxn id="39" idx="0"/>
          </p:cNvCxnSpPr>
          <p:nvPr/>
        </p:nvCxnSpPr>
        <p:spPr>
          <a:xfrm flipH="1">
            <a:off x="1231563" y="2407640"/>
            <a:ext cx="631485" cy="917069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52" name="Group 51">
            <a:extLst>
              <a:ext uri="{FF2B5EF4-FFF2-40B4-BE49-F238E27FC236}">
                <a16:creationId xmlns:a16="http://schemas.microsoft.com/office/drawing/2014/main" id="{CD114302-9D93-AB91-A459-C5491C669AFB}"/>
              </a:ext>
            </a:extLst>
          </p:cNvPr>
          <p:cNvGrpSpPr/>
          <p:nvPr/>
        </p:nvGrpSpPr>
        <p:grpSpPr>
          <a:xfrm>
            <a:off x="3926452" y="1707655"/>
            <a:ext cx="1367169" cy="864096"/>
            <a:chOff x="2195490" y="1654797"/>
            <a:chExt cx="1367169" cy="864096"/>
          </a:xfrm>
        </p:grpSpPr>
        <p:sp>
          <p:nvSpPr>
            <p:cNvPr id="53" name="Diamond 52">
              <a:extLst>
                <a:ext uri="{FF2B5EF4-FFF2-40B4-BE49-F238E27FC236}">
                  <a16:creationId xmlns:a16="http://schemas.microsoft.com/office/drawing/2014/main" id="{48189DEE-BE83-A9EE-E102-90A402B8CB86}"/>
                </a:ext>
              </a:extLst>
            </p:cNvPr>
            <p:cNvSpPr/>
            <p:nvPr/>
          </p:nvSpPr>
          <p:spPr>
            <a:xfrm>
              <a:off x="2195490" y="1654797"/>
              <a:ext cx="1367169" cy="864096"/>
            </a:xfrm>
            <a:prstGeom prst="diamond">
              <a:avLst/>
            </a:prstGeom>
            <a:noFill/>
            <a:ln w="19050">
              <a:solidFill>
                <a:srgbClr val="2B3348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 sz="1799"/>
            </a:p>
          </p:txBody>
        </p: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09A9AFC5-934F-DEF0-6CE8-6BC8A1D3EB69}"/>
                </a:ext>
              </a:extLst>
            </p:cNvPr>
            <p:cNvSpPr txBox="1"/>
            <p:nvPr/>
          </p:nvSpPr>
          <p:spPr>
            <a:xfrm>
              <a:off x="2325076" y="1902179"/>
              <a:ext cx="1107996" cy="36920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JP" sz="1799" dirty="0">
                  <a:solidFill>
                    <a:srgbClr val="2B3348"/>
                  </a:solidFill>
                  <a:latin typeface="Noto Sans CJK JP Regular" panose="020B0500000000000000" pitchFamily="34" charset="-128"/>
                  <a:ea typeface="Noto Sans CJK JP Regular" panose="020B0500000000000000" pitchFamily="34" charset="-128"/>
                  <a:cs typeface="IPAPGothic"/>
                </a:rPr>
                <a:t>購買履歴</a:t>
              </a:r>
            </a:p>
          </p:txBody>
        </p:sp>
      </p:grpSp>
      <p:sp>
        <p:nvSpPr>
          <p:cNvPr id="58" name="Rectangle 57">
            <a:extLst>
              <a:ext uri="{FF2B5EF4-FFF2-40B4-BE49-F238E27FC236}">
                <a16:creationId xmlns:a16="http://schemas.microsoft.com/office/drawing/2014/main" id="{4E87100D-2C1C-08E2-D2BB-026C678631E5}"/>
              </a:ext>
            </a:extLst>
          </p:cNvPr>
          <p:cNvSpPr/>
          <p:nvPr/>
        </p:nvSpPr>
        <p:spPr>
          <a:xfrm>
            <a:off x="3964427" y="2994244"/>
            <a:ext cx="1290821" cy="504000"/>
          </a:xfrm>
          <a:prstGeom prst="rect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</a:rPr>
              <a:t>明細</a:t>
            </a:r>
          </a:p>
        </p:txBody>
      </p:sp>
      <p:grpSp>
        <p:nvGrpSpPr>
          <p:cNvPr id="71" name="Group 70">
            <a:extLst>
              <a:ext uri="{FF2B5EF4-FFF2-40B4-BE49-F238E27FC236}">
                <a16:creationId xmlns:a16="http://schemas.microsoft.com/office/drawing/2014/main" id="{3F7699A7-1145-2C86-0D93-362FC0B986ED}"/>
              </a:ext>
            </a:extLst>
          </p:cNvPr>
          <p:cNvGrpSpPr/>
          <p:nvPr/>
        </p:nvGrpSpPr>
        <p:grpSpPr>
          <a:xfrm>
            <a:off x="2816654" y="3855333"/>
            <a:ext cx="1152128" cy="504000"/>
            <a:chOff x="2496982" y="4281303"/>
            <a:chExt cx="1152128" cy="720080"/>
          </a:xfrm>
        </p:grpSpPr>
        <p:sp>
          <p:nvSpPr>
            <p:cNvPr id="72" name="Oval 71">
              <a:extLst>
                <a:ext uri="{FF2B5EF4-FFF2-40B4-BE49-F238E27FC236}">
                  <a16:creationId xmlns:a16="http://schemas.microsoft.com/office/drawing/2014/main" id="{0775483D-AFEB-524B-6F96-137A0C1B5475}"/>
                </a:ext>
              </a:extLst>
            </p:cNvPr>
            <p:cNvSpPr/>
            <p:nvPr/>
          </p:nvSpPr>
          <p:spPr>
            <a:xfrm>
              <a:off x="2496982" y="4281303"/>
              <a:ext cx="1152128" cy="720080"/>
            </a:xfrm>
            <a:prstGeom prst="ellipse">
              <a:avLst/>
            </a:prstGeom>
            <a:noFill/>
            <a:ln w="19050">
              <a:solidFill>
                <a:srgbClr val="2B3348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 sz="1799"/>
            </a:p>
          </p:txBody>
        </p:sp>
        <p:sp>
          <p:nvSpPr>
            <p:cNvPr id="73" name="TextBox 72">
              <a:extLst>
                <a:ext uri="{FF2B5EF4-FFF2-40B4-BE49-F238E27FC236}">
                  <a16:creationId xmlns:a16="http://schemas.microsoft.com/office/drawing/2014/main" id="{8232E71D-5F76-68FF-5EA6-73B27EE5DA8C}"/>
                </a:ext>
              </a:extLst>
            </p:cNvPr>
            <p:cNvSpPr txBox="1"/>
            <p:nvPr/>
          </p:nvSpPr>
          <p:spPr>
            <a:xfrm>
              <a:off x="2636867" y="4396486"/>
              <a:ext cx="872355" cy="52749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JP" sz="1799" u="sng" dirty="0">
                  <a:solidFill>
                    <a:srgbClr val="2B3348"/>
                  </a:solidFill>
                  <a:latin typeface="Noto Sans CJK JP Regular" panose="020B0500000000000000" pitchFamily="34" charset="-128"/>
                  <a:ea typeface="Noto Sans CJK JP Regular" panose="020B0500000000000000" pitchFamily="34" charset="-128"/>
                  <a:cs typeface="IPAPGothic"/>
                </a:rPr>
                <a:t>明細ID</a:t>
              </a:r>
            </a:p>
          </p:txBody>
        </p:sp>
      </p:grpSp>
      <p:grpSp>
        <p:nvGrpSpPr>
          <p:cNvPr id="74" name="Group 73">
            <a:extLst>
              <a:ext uri="{FF2B5EF4-FFF2-40B4-BE49-F238E27FC236}">
                <a16:creationId xmlns:a16="http://schemas.microsoft.com/office/drawing/2014/main" id="{52FE01A4-5E0D-A1E9-F71E-2909EE5E34C1}"/>
              </a:ext>
            </a:extLst>
          </p:cNvPr>
          <p:cNvGrpSpPr/>
          <p:nvPr/>
        </p:nvGrpSpPr>
        <p:grpSpPr>
          <a:xfrm>
            <a:off x="4029209" y="3855336"/>
            <a:ext cx="1152127" cy="503999"/>
            <a:chOff x="1275507" y="4281303"/>
            <a:chExt cx="1152128" cy="720080"/>
          </a:xfrm>
        </p:grpSpPr>
        <p:sp>
          <p:nvSpPr>
            <p:cNvPr id="75" name="Oval 74">
              <a:extLst>
                <a:ext uri="{FF2B5EF4-FFF2-40B4-BE49-F238E27FC236}">
                  <a16:creationId xmlns:a16="http://schemas.microsoft.com/office/drawing/2014/main" id="{90455E9B-9EEB-6260-8368-CEA6D8D66698}"/>
                </a:ext>
              </a:extLst>
            </p:cNvPr>
            <p:cNvSpPr/>
            <p:nvPr/>
          </p:nvSpPr>
          <p:spPr>
            <a:xfrm>
              <a:off x="1275507" y="4281303"/>
              <a:ext cx="1152128" cy="720080"/>
            </a:xfrm>
            <a:prstGeom prst="ellipse">
              <a:avLst/>
            </a:prstGeom>
            <a:noFill/>
            <a:ln w="19050">
              <a:solidFill>
                <a:srgbClr val="2B3348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 sz="1799"/>
            </a:p>
          </p:txBody>
        </p:sp>
        <p:sp>
          <p:nvSpPr>
            <p:cNvPr id="76" name="TextBox 75">
              <a:extLst>
                <a:ext uri="{FF2B5EF4-FFF2-40B4-BE49-F238E27FC236}">
                  <a16:creationId xmlns:a16="http://schemas.microsoft.com/office/drawing/2014/main" id="{DDFF2ACC-BFD6-4D58-886E-04562EBC8E69}"/>
                </a:ext>
              </a:extLst>
            </p:cNvPr>
            <p:cNvSpPr txBox="1"/>
            <p:nvPr/>
          </p:nvSpPr>
          <p:spPr>
            <a:xfrm>
              <a:off x="1540508" y="4393343"/>
              <a:ext cx="646332" cy="52749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799" dirty="0" err="1">
                  <a:solidFill>
                    <a:srgbClr val="2B3348"/>
                  </a:solidFill>
                  <a:latin typeface="Noto Sans CJK JP Regular" panose="020B0500000000000000" pitchFamily="34" charset="-128"/>
                  <a:ea typeface="Noto Sans CJK JP Regular" panose="020B0500000000000000" pitchFamily="34" charset="-128"/>
                  <a:cs typeface="IPAPGothic"/>
                </a:rPr>
                <a:t>数量</a:t>
              </a:r>
              <a:endPara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endParaRPr>
            </a:p>
          </p:txBody>
        </p:sp>
      </p:grp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8867F22D-1EFD-83BF-CA76-F84977A497D1}"/>
              </a:ext>
            </a:extLst>
          </p:cNvPr>
          <p:cNvCxnSpPr>
            <a:cxnSpLocks/>
            <a:stCxn id="58" idx="2"/>
            <a:endCxn id="72" idx="7"/>
          </p:cNvCxnSpPr>
          <p:nvPr/>
        </p:nvCxnSpPr>
        <p:spPr>
          <a:xfrm flipH="1">
            <a:off x="3800056" y="3498240"/>
            <a:ext cx="809780" cy="430900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2D8E764F-2626-DA80-616E-5C6B8C8DF42A}"/>
              </a:ext>
            </a:extLst>
          </p:cNvPr>
          <p:cNvCxnSpPr>
            <a:cxnSpLocks/>
            <a:stCxn id="58" idx="2"/>
            <a:endCxn id="75" idx="0"/>
          </p:cNvCxnSpPr>
          <p:nvPr/>
        </p:nvCxnSpPr>
        <p:spPr>
          <a:xfrm flipH="1">
            <a:off x="4605272" y="3498246"/>
            <a:ext cx="4564" cy="357091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Straight Connector 82">
            <a:extLst>
              <a:ext uri="{FF2B5EF4-FFF2-40B4-BE49-F238E27FC236}">
                <a16:creationId xmlns:a16="http://schemas.microsoft.com/office/drawing/2014/main" id="{3FBD417E-2FB8-0912-D625-94A929C07166}"/>
              </a:ext>
            </a:extLst>
          </p:cNvPr>
          <p:cNvCxnSpPr>
            <a:cxnSpLocks/>
            <a:stCxn id="53" idx="1"/>
            <a:endCxn id="31" idx="3"/>
          </p:cNvCxnSpPr>
          <p:nvPr/>
        </p:nvCxnSpPr>
        <p:spPr>
          <a:xfrm flipH="1">
            <a:off x="2508460" y="2139702"/>
            <a:ext cx="1417993" cy="15933"/>
          </a:xfrm>
          <a:prstGeom prst="line">
            <a:avLst/>
          </a:prstGeom>
          <a:ln w="19050">
            <a:solidFill>
              <a:srgbClr val="2B3348"/>
            </a:solidFill>
            <a:tailEnd type="arrow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D47B33A8-DF0E-B706-CE43-C00DF7603B66}"/>
              </a:ext>
            </a:extLst>
          </p:cNvPr>
          <p:cNvCxnSpPr>
            <a:cxnSpLocks/>
            <a:stCxn id="53" idx="2"/>
            <a:endCxn id="58" idx="0"/>
          </p:cNvCxnSpPr>
          <p:nvPr/>
        </p:nvCxnSpPr>
        <p:spPr>
          <a:xfrm flipH="1">
            <a:off x="4609841" y="2571753"/>
            <a:ext cx="197" cy="422489"/>
          </a:xfrm>
          <a:prstGeom prst="line">
            <a:avLst/>
          </a:prstGeom>
          <a:ln w="8890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Straight Connector 89">
            <a:extLst>
              <a:ext uri="{FF2B5EF4-FFF2-40B4-BE49-F238E27FC236}">
                <a16:creationId xmlns:a16="http://schemas.microsoft.com/office/drawing/2014/main" id="{89E985CF-4AEA-028B-2E46-CA14B0570F80}"/>
              </a:ext>
            </a:extLst>
          </p:cNvPr>
          <p:cNvCxnSpPr>
            <a:cxnSpLocks/>
            <a:stCxn id="53" idx="3"/>
            <a:endCxn id="2" idx="1"/>
          </p:cNvCxnSpPr>
          <p:nvPr/>
        </p:nvCxnSpPr>
        <p:spPr>
          <a:xfrm flipV="1">
            <a:off x="5293622" y="2131486"/>
            <a:ext cx="1454131" cy="8220"/>
          </a:xfrm>
          <a:prstGeom prst="line">
            <a:avLst/>
          </a:prstGeom>
          <a:ln w="19050">
            <a:solidFill>
              <a:srgbClr val="2B3348"/>
            </a:solidFill>
            <a:tailEnd type="arrow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03" name="Group 102">
            <a:extLst>
              <a:ext uri="{FF2B5EF4-FFF2-40B4-BE49-F238E27FC236}">
                <a16:creationId xmlns:a16="http://schemas.microsoft.com/office/drawing/2014/main" id="{997F365A-E9ED-FDFE-5F5D-69FAF08DDC5C}"/>
              </a:ext>
            </a:extLst>
          </p:cNvPr>
          <p:cNvGrpSpPr/>
          <p:nvPr/>
        </p:nvGrpSpPr>
        <p:grpSpPr>
          <a:xfrm>
            <a:off x="5244082" y="3855334"/>
            <a:ext cx="1152128" cy="504000"/>
            <a:chOff x="4379313" y="430921"/>
            <a:chExt cx="1152128" cy="503999"/>
          </a:xfrm>
        </p:grpSpPr>
        <p:sp>
          <p:nvSpPr>
            <p:cNvPr id="104" name="Oval 103">
              <a:extLst>
                <a:ext uri="{FF2B5EF4-FFF2-40B4-BE49-F238E27FC236}">
                  <a16:creationId xmlns:a16="http://schemas.microsoft.com/office/drawing/2014/main" id="{BA9AB9DE-B74D-A5BD-DAF7-A57DB9D411C1}"/>
                </a:ext>
              </a:extLst>
            </p:cNvPr>
            <p:cNvSpPr/>
            <p:nvPr/>
          </p:nvSpPr>
          <p:spPr>
            <a:xfrm>
              <a:off x="4379313" y="430921"/>
              <a:ext cx="1152128" cy="503999"/>
            </a:xfrm>
            <a:prstGeom prst="ellipse">
              <a:avLst/>
            </a:prstGeom>
            <a:noFill/>
            <a:ln w="19050">
              <a:solidFill>
                <a:srgbClr val="2B3348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 sz="1799"/>
            </a:p>
          </p:txBody>
        </p:sp>
        <p:sp>
          <p:nvSpPr>
            <p:cNvPr id="105" name="TextBox 104">
              <a:extLst>
                <a:ext uri="{FF2B5EF4-FFF2-40B4-BE49-F238E27FC236}">
                  <a16:creationId xmlns:a16="http://schemas.microsoft.com/office/drawing/2014/main" id="{B9EB67F3-ABCB-3243-687C-C7B2261D805C}"/>
                </a:ext>
              </a:extLst>
            </p:cNvPr>
            <p:cNvSpPr txBox="1"/>
            <p:nvPr/>
          </p:nvSpPr>
          <p:spPr>
            <a:xfrm>
              <a:off x="4529213" y="516743"/>
              <a:ext cx="877163" cy="36920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JP" sz="1799" dirty="0">
                  <a:solidFill>
                    <a:srgbClr val="2B3348"/>
                  </a:solidFill>
                  <a:latin typeface="Noto Sans CJK JP Regular" panose="020B0500000000000000" pitchFamily="34" charset="-128"/>
                  <a:ea typeface="Noto Sans CJK JP Regular" panose="020B0500000000000000" pitchFamily="34" charset="-128"/>
                  <a:cs typeface="IPAPGothic"/>
                </a:rPr>
                <a:t>購買日</a:t>
              </a:r>
            </a:p>
          </p:txBody>
        </p:sp>
      </p:grpSp>
      <p:cxnSp>
        <p:nvCxnSpPr>
          <p:cNvPr id="106" name="Straight Connector 105">
            <a:extLst>
              <a:ext uri="{FF2B5EF4-FFF2-40B4-BE49-F238E27FC236}">
                <a16:creationId xmlns:a16="http://schemas.microsoft.com/office/drawing/2014/main" id="{53DEF01B-2C4E-491D-64B5-652CB59F47F8}"/>
              </a:ext>
            </a:extLst>
          </p:cNvPr>
          <p:cNvCxnSpPr>
            <a:cxnSpLocks/>
            <a:stCxn id="58" idx="2"/>
            <a:endCxn id="104" idx="1"/>
          </p:cNvCxnSpPr>
          <p:nvPr/>
        </p:nvCxnSpPr>
        <p:spPr>
          <a:xfrm>
            <a:off x="4609836" y="3498240"/>
            <a:ext cx="802970" cy="430900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947341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B499815B-E2C8-4F0F-E698-63C7E921E0B6}"/>
              </a:ext>
            </a:extLst>
          </p:cNvPr>
          <p:cNvSpPr/>
          <p:nvPr/>
        </p:nvSpPr>
        <p:spPr>
          <a:xfrm>
            <a:off x="5517573" y="1740814"/>
            <a:ext cx="1290821" cy="504000"/>
          </a:xfrm>
          <a:prstGeom prst="rect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</a:rPr>
              <a:t>商品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6961985C-B3AC-F770-63E2-45F06F16FC6F}"/>
              </a:ext>
            </a:extLst>
          </p:cNvPr>
          <p:cNvGrpSpPr/>
          <p:nvPr/>
        </p:nvGrpSpPr>
        <p:grpSpPr>
          <a:xfrm>
            <a:off x="5586917" y="885040"/>
            <a:ext cx="1152128" cy="503999"/>
            <a:chOff x="3071055" y="2652363"/>
            <a:chExt cx="1152128" cy="720080"/>
          </a:xfrm>
        </p:grpSpPr>
        <p:sp>
          <p:nvSpPr>
            <p:cNvPr id="3" name="Oval 2">
              <a:extLst>
                <a:ext uri="{FF2B5EF4-FFF2-40B4-BE49-F238E27FC236}">
                  <a16:creationId xmlns:a16="http://schemas.microsoft.com/office/drawing/2014/main" id="{EB48D6DC-ACA0-851F-3230-EBA353528ED5}"/>
                </a:ext>
              </a:extLst>
            </p:cNvPr>
            <p:cNvSpPr/>
            <p:nvPr/>
          </p:nvSpPr>
          <p:spPr>
            <a:xfrm>
              <a:off x="3071055" y="2652363"/>
              <a:ext cx="1152128" cy="720080"/>
            </a:xfrm>
            <a:prstGeom prst="ellipse">
              <a:avLst/>
            </a:prstGeom>
            <a:noFill/>
            <a:ln w="19050">
              <a:solidFill>
                <a:srgbClr val="2B3348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 sz="1799"/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C56ED080-950A-846D-F5F3-0A4523B73435}"/>
                </a:ext>
              </a:extLst>
            </p:cNvPr>
            <p:cNvSpPr txBox="1"/>
            <p:nvPr/>
          </p:nvSpPr>
          <p:spPr>
            <a:xfrm>
              <a:off x="3211224" y="2772644"/>
              <a:ext cx="872355" cy="52749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JP" sz="1799" u="sng" dirty="0">
                  <a:solidFill>
                    <a:srgbClr val="2B3348"/>
                  </a:solidFill>
                  <a:latin typeface="Noto Sans CJK JP Regular" panose="020B0500000000000000" pitchFamily="34" charset="-128"/>
                  <a:ea typeface="Noto Sans CJK JP Regular" panose="020B0500000000000000" pitchFamily="34" charset="-128"/>
                  <a:cs typeface="IPAPGothic"/>
                </a:rPr>
                <a:t>商品ID</a:t>
              </a:r>
            </a:p>
          </p:txBody>
        </p:sp>
      </p:grp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CFBFDE0E-F56B-22E8-B9F8-8342D057C515}"/>
              </a:ext>
            </a:extLst>
          </p:cNvPr>
          <p:cNvCxnSpPr>
            <a:cxnSpLocks/>
            <a:stCxn id="2" idx="0"/>
            <a:endCxn id="3" idx="4"/>
          </p:cNvCxnSpPr>
          <p:nvPr/>
        </p:nvCxnSpPr>
        <p:spPr>
          <a:xfrm flipV="1">
            <a:off x="6162981" y="1389033"/>
            <a:ext cx="0" cy="351778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8" name="Group 17">
            <a:extLst>
              <a:ext uri="{FF2B5EF4-FFF2-40B4-BE49-F238E27FC236}">
                <a16:creationId xmlns:a16="http://schemas.microsoft.com/office/drawing/2014/main" id="{A9D9FC2D-E856-9EF7-89F6-D2DA2D4BF84D}"/>
              </a:ext>
            </a:extLst>
          </p:cNvPr>
          <p:cNvGrpSpPr/>
          <p:nvPr/>
        </p:nvGrpSpPr>
        <p:grpSpPr>
          <a:xfrm>
            <a:off x="7665342" y="1266573"/>
            <a:ext cx="1152127" cy="503999"/>
            <a:chOff x="3760743" y="3403535"/>
            <a:chExt cx="1152128" cy="720080"/>
          </a:xfrm>
        </p:grpSpPr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65B0DE40-BD45-0D20-44DE-A419E64A8CEF}"/>
                </a:ext>
              </a:extLst>
            </p:cNvPr>
            <p:cNvSpPr/>
            <p:nvPr/>
          </p:nvSpPr>
          <p:spPr>
            <a:xfrm>
              <a:off x="3760743" y="3403535"/>
              <a:ext cx="1152128" cy="720080"/>
            </a:xfrm>
            <a:prstGeom prst="ellipse">
              <a:avLst/>
            </a:prstGeom>
            <a:noFill/>
            <a:ln w="19050">
              <a:solidFill>
                <a:srgbClr val="2B3348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 sz="1799"/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A31FBEC0-2C86-B8E2-AB1D-B25E61E5B14B}"/>
                </a:ext>
              </a:extLst>
            </p:cNvPr>
            <p:cNvSpPr txBox="1"/>
            <p:nvPr/>
          </p:nvSpPr>
          <p:spPr>
            <a:xfrm>
              <a:off x="3916156" y="3523816"/>
              <a:ext cx="877164" cy="52749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JP" sz="1799" dirty="0">
                  <a:solidFill>
                    <a:srgbClr val="2B3348"/>
                  </a:solidFill>
                  <a:latin typeface="Noto Sans CJK JP Regular" panose="020B0500000000000000" pitchFamily="34" charset="-128"/>
                  <a:ea typeface="Noto Sans CJK JP Regular" panose="020B0500000000000000" pitchFamily="34" charset="-128"/>
                  <a:cs typeface="IPAPGothic"/>
                </a:rPr>
                <a:t>商品名</a:t>
              </a:r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76E589ED-C291-C41E-9356-117C7177AD0B}"/>
              </a:ext>
            </a:extLst>
          </p:cNvPr>
          <p:cNvGrpSpPr/>
          <p:nvPr/>
        </p:nvGrpSpPr>
        <p:grpSpPr>
          <a:xfrm>
            <a:off x="7675026" y="2433603"/>
            <a:ext cx="1152127" cy="504000"/>
            <a:chOff x="4933173" y="3436771"/>
            <a:chExt cx="1152128" cy="720080"/>
          </a:xfrm>
        </p:grpSpPr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06C7A2AF-FCF9-28BC-FFC7-6797A6573E06}"/>
                </a:ext>
              </a:extLst>
            </p:cNvPr>
            <p:cNvSpPr/>
            <p:nvPr/>
          </p:nvSpPr>
          <p:spPr>
            <a:xfrm>
              <a:off x="4933173" y="3436771"/>
              <a:ext cx="1152128" cy="720080"/>
            </a:xfrm>
            <a:prstGeom prst="ellipse">
              <a:avLst/>
            </a:prstGeom>
            <a:noFill/>
            <a:ln w="19050">
              <a:solidFill>
                <a:srgbClr val="2B3348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 sz="1799"/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AEE733F8-E36B-4AFD-CBC0-F488362A2404}"/>
                </a:ext>
              </a:extLst>
            </p:cNvPr>
            <p:cNvSpPr txBox="1"/>
            <p:nvPr/>
          </p:nvSpPr>
          <p:spPr>
            <a:xfrm>
              <a:off x="5188812" y="3559417"/>
              <a:ext cx="646332" cy="52749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JP" sz="1799" dirty="0">
                  <a:solidFill>
                    <a:srgbClr val="2B3348"/>
                  </a:solidFill>
                  <a:latin typeface="Noto Sans CJK JP Regular" panose="020B0500000000000000" pitchFamily="34" charset="-128"/>
                  <a:ea typeface="Noto Sans CJK JP Regular" panose="020B0500000000000000" pitchFamily="34" charset="-128"/>
                  <a:cs typeface="IPAPGothic"/>
                </a:rPr>
                <a:t>価格</a:t>
              </a:r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F62BB7BD-810C-087B-192D-AC8479FB37F9}"/>
              </a:ext>
            </a:extLst>
          </p:cNvPr>
          <p:cNvGrpSpPr/>
          <p:nvPr/>
        </p:nvGrpSpPr>
        <p:grpSpPr>
          <a:xfrm>
            <a:off x="7651208" y="1858529"/>
            <a:ext cx="1152127" cy="504000"/>
            <a:chOff x="5398566" y="2646320"/>
            <a:chExt cx="1152128" cy="720080"/>
          </a:xfrm>
        </p:grpSpPr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A6B50F51-EABA-A8A0-A5E0-72B43DAC8DCB}"/>
                </a:ext>
              </a:extLst>
            </p:cNvPr>
            <p:cNvSpPr/>
            <p:nvPr/>
          </p:nvSpPr>
          <p:spPr>
            <a:xfrm>
              <a:off x="5398566" y="2646320"/>
              <a:ext cx="1152128" cy="720080"/>
            </a:xfrm>
            <a:prstGeom prst="ellipse">
              <a:avLst/>
            </a:prstGeom>
            <a:noFill/>
            <a:ln w="19050">
              <a:solidFill>
                <a:srgbClr val="2B3348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 sz="1799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5CFB5156-5052-F20D-386A-A4AC4CEF354A}"/>
                </a:ext>
              </a:extLst>
            </p:cNvPr>
            <p:cNvSpPr txBox="1"/>
            <p:nvPr/>
          </p:nvSpPr>
          <p:spPr>
            <a:xfrm>
              <a:off x="5536048" y="2775236"/>
              <a:ext cx="877164" cy="52749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JP" sz="1799" dirty="0">
                  <a:solidFill>
                    <a:srgbClr val="2B3348"/>
                  </a:solidFill>
                  <a:latin typeface="Noto Sans CJK JP Regular" panose="020B0500000000000000" pitchFamily="34" charset="-128"/>
                  <a:ea typeface="Noto Sans CJK JP Regular" panose="020B0500000000000000" pitchFamily="34" charset="-128"/>
                  <a:cs typeface="IPAPGothic"/>
                </a:rPr>
                <a:t>発売日</a:t>
              </a:r>
            </a:p>
          </p:txBody>
        </p:sp>
      </p:grp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47EDE61A-70BD-7DDC-2E0A-29E93F697CB9}"/>
              </a:ext>
            </a:extLst>
          </p:cNvPr>
          <p:cNvCxnSpPr>
            <a:cxnSpLocks/>
            <a:stCxn id="2" idx="3"/>
            <a:endCxn id="6" idx="3"/>
          </p:cNvCxnSpPr>
          <p:nvPr/>
        </p:nvCxnSpPr>
        <p:spPr>
          <a:xfrm flipV="1">
            <a:off x="6808394" y="1696761"/>
            <a:ext cx="1025674" cy="296055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F7D387DA-EB57-4904-B881-940E949BE414}"/>
              </a:ext>
            </a:extLst>
          </p:cNvPr>
          <p:cNvCxnSpPr>
            <a:cxnSpLocks/>
            <a:stCxn id="2" idx="3"/>
            <a:endCxn id="8" idx="1"/>
          </p:cNvCxnSpPr>
          <p:nvPr/>
        </p:nvCxnSpPr>
        <p:spPr>
          <a:xfrm>
            <a:off x="6808393" y="1992810"/>
            <a:ext cx="1035356" cy="514594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8B4B5DFD-881F-2B4B-25CA-F129485BF269}"/>
              </a:ext>
            </a:extLst>
          </p:cNvPr>
          <p:cNvCxnSpPr>
            <a:cxnSpLocks/>
            <a:stCxn id="2" idx="3"/>
            <a:endCxn id="10" idx="2"/>
          </p:cNvCxnSpPr>
          <p:nvPr/>
        </p:nvCxnSpPr>
        <p:spPr>
          <a:xfrm>
            <a:off x="6808392" y="1992810"/>
            <a:ext cx="842814" cy="117714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ectangle 30">
            <a:extLst>
              <a:ext uri="{FF2B5EF4-FFF2-40B4-BE49-F238E27FC236}">
                <a16:creationId xmlns:a16="http://schemas.microsoft.com/office/drawing/2014/main" id="{FE6ADB9B-2BB0-B34E-6B54-1319421E05FA}"/>
              </a:ext>
            </a:extLst>
          </p:cNvPr>
          <p:cNvSpPr/>
          <p:nvPr/>
        </p:nvSpPr>
        <p:spPr>
          <a:xfrm>
            <a:off x="1344241" y="1803064"/>
            <a:ext cx="1290821" cy="504000"/>
          </a:xfrm>
          <a:prstGeom prst="rect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</a:rPr>
              <a:t>ユーザ</a:t>
            </a:r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7B33B19D-7E70-790D-49DF-38051BC32BDF}"/>
              </a:ext>
            </a:extLst>
          </p:cNvPr>
          <p:cNvGrpSpPr/>
          <p:nvPr/>
        </p:nvGrpSpPr>
        <p:grpSpPr>
          <a:xfrm>
            <a:off x="1418879" y="893562"/>
            <a:ext cx="1152128" cy="503999"/>
            <a:chOff x="1280800" y="2523078"/>
            <a:chExt cx="1152128" cy="720080"/>
          </a:xfrm>
        </p:grpSpPr>
        <p:sp>
          <p:nvSpPr>
            <p:cNvPr id="32" name="Oval 31">
              <a:extLst>
                <a:ext uri="{FF2B5EF4-FFF2-40B4-BE49-F238E27FC236}">
                  <a16:creationId xmlns:a16="http://schemas.microsoft.com/office/drawing/2014/main" id="{49F101F1-EC79-325D-F2AB-8068FF715215}"/>
                </a:ext>
              </a:extLst>
            </p:cNvPr>
            <p:cNvSpPr/>
            <p:nvPr/>
          </p:nvSpPr>
          <p:spPr>
            <a:xfrm>
              <a:off x="1280800" y="2523078"/>
              <a:ext cx="1152128" cy="720080"/>
            </a:xfrm>
            <a:prstGeom prst="ellipse">
              <a:avLst/>
            </a:prstGeom>
            <a:noFill/>
            <a:ln w="19050">
              <a:solidFill>
                <a:srgbClr val="2B3348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 sz="1799"/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9715F6A2-D2E6-F762-855F-D1C2C73D85D4}"/>
                </a:ext>
              </a:extLst>
            </p:cNvPr>
            <p:cNvSpPr txBox="1"/>
            <p:nvPr/>
          </p:nvSpPr>
          <p:spPr>
            <a:xfrm>
              <a:off x="1312851" y="2633025"/>
              <a:ext cx="1107996" cy="52749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JP" sz="1799" u="sng" dirty="0">
                  <a:solidFill>
                    <a:srgbClr val="2B3348"/>
                  </a:solidFill>
                  <a:latin typeface="Noto Sans CJK JP Regular" panose="020B0500000000000000" pitchFamily="34" charset="-128"/>
                  <a:ea typeface="Noto Sans CJK JP Regular" panose="020B0500000000000000" pitchFamily="34" charset="-128"/>
                  <a:cs typeface="IPAPGothic"/>
                </a:rPr>
                <a:t>ユーザ名</a:t>
              </a:r>
            </a:p>
          </p:txBody>
        </p:sp>
      </p:grp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5A9368AD-161B-42E7-696E-37C32D3CAA12}"/>
              </a:ext>
            </a:extLst>
          </p:cNvPr>
          <p:cNvCxnSpPr>
            <a:cxnSpLocks/>
            <a:stCxn id="31" idx="0"/>
            <a:endCxn id="32" idx="4"/>
          </p:cNvCxnSpPr>
          <p:nvPr/>
        </p:nvCxnSpPr>
        <p:spPr>
          <a:xfrm flipV="1">
            <a:off x="1989655" y="1397563"/>
            <a:ext cx="5293" cy="405503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49" name="Group 48">
            <a:extLst>
              <a:ext uri="{FF2B5EF4-FFF2-40B4-BE49-F238E27FC236}">
                <a16:creationId xmlns:a16="http://schemas.microsoft.com/office/drawing/2014/main" id="{5CFD2489-C93B-4CA9-ADE3-8CB6DDDC6141}"/>
              </a:ext>
            </a:extLst>
          </p:cNvPr>
          <p:cNvGrpSpPr/>
          <p:nvPr/>
        </p:nvGrpSpPr>
        <p:grpSpPr>
          <a:xfrm>
            <a:off x="190107" y="2672298"/>
            <a:ext cx="1152127" cy="533493"/>
            <a:chOff x="88706" y="4284545"/>
            <a:chExt cx="1152128" cy="720080"/>
          </a:xfrm>
        </p:grpSpPr>
        <p:sp>
          <p:nvSpPr>
            <p:cNvPr id="35" name="Oval 34">
              <a:extLst>
                <a:ext uri="{FF2B5EF4-FFF2-40B4-BE49-F238E27FC236}">
                  <a16:creationId xmlns:a16="http://schemas.microsoft.com/office/drawing/2014/main" id="{B27C7072-3418-FA09-26AC-4319025AA9F7}"/>
                </a:ext>
              </a:extLst>
            </p:cNvPr>
            <p:cNvSpPr/>
            <p:nvPr/>
          </p:nvSpPr>
          <p:spPr>
            <a:xfrm>
              <a:off x="88706" y="4284545"/>
              <a:ext cx="1152128" cy="720080"/>
            </a:xfrm>
            <a:prstGeom prst="ellipse">
              <a:avLst/>
            </a:prstGeom>
            <a:noFill/>
            <a:ln w="19050">
              <a:solidFill>
                <a:srgbClr val="2B3348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 sz="1799"/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6F4E05DD-401E-EBF4-A1D1-41BE29344B4D}"/>
                </a:ext>
              </a:extLst>
            </p:cNvPr>
            <p:cNvSpPr txBox="1"/>
            <p:nvPr/>
          </p:nvSpPr>
          <p:spPr>
            <a:xfrm>
              <a:off x="329502" y="4387351"/>
              <a:ext cx="646332" cy="498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JP" sz="1799" dirty="0">
                  <a:solidFill>
                    <a:srgbClr val="2B3348"/>
                  </a:solidFill>
                  <a:latin typeface="Noto Sans CJK JP Regular" panose="020B0500000000000000" pitchFamily="34" charset="-128"/>
                  <a:ea typeface="Noto Sans CJK JP Regular" panose="020B0500000000000000" pitchFamily="34" charset="-128"/>
                  <a:cs typeface="IPAPGothic"/>
                </a:rPr>
                <a:t>氏名</a:t>
              </a:r>
            </a:p>
          </p:txBody>
        </p:sp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594ED7EF-E331-6D1E-33AF-DFF9ADDC76E2}"/>
              </a:ext>
            </a:extLst>
          </p:cNvPr>
          <p:cNvGrpSpPr/>
          <p:nvPr/>
        </p:nvGrpSpPr>
        <p:grpSpPr>
          <a:xfrm>
            <a:off x="1733685" y="2765233"/>
            <a:ext cx="1152127" cy="503999"/>
            <a:chOff x="2496982" y="4281303"/>
            <a:chExt cx="1152128" cy="720080"/>
          </a:xfrm>
        </p:grpSpPr>
        <p:sp>
          <p:nvSpPr>
            <p:cNvPr id="37" name="Oval 36">
              <a:extLst>
                <a:ext uri="{FF2B5EF4-FFF2-40B4-BE49-F238E27FC236}">
                  <a16:creationId xmlns:a16="http://schemas.microsoft.com/office/drawing/2014/main" id="{13C5B12B-D8E4-E67D-FE44-AF8F25F659C1}"/>
                </a:ext>
              </a:extLst>
            </p:cNvPr>
            <p:cNvSpPr/>
            <p:nvPr/>
          </p:nvSpPr>
          <p:spPr>
            <a:xfrm>
              <a:off x="2496982" y="4281303"/>
              <a:ext cx="1152128" cy="720080"/>
            </a:xfrm>
            <a:prstGeom prst="ellipse">
              <a:avLst/>
            </a:prstGeom>
            <a:noFill/>
            <a:ln w="19050">
              <a:solidFill>
                <a:srgbClr val="2B3348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 sz="1799"/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804834E2-C3B4-495F-9F68-A6E14866029D}"/>
                </a:ext>
              </a:extLst>
            </p:cNvPr>
            <p:cNvSpPr txBox="1"/>
            <p:nvPr/>
          </p:nvSpPr>
          <p:spPr>
            <a:xfrm>
              <a:off x="2680149" y="4395342"/>
              <a:ext cx="785794" cy="52749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JP" sz="1799" dirty="0">
                  <a:solidFill>
                    <a:srgbClr val="2B3348"/>
                  </a:solidFill>
                  <a:latin typeface="Noto Sans CJK JP Regular" panose="020B0500000000000000" pitchFamily="34" charset="-128"/>
                  <a:ea typeface="Noto Sans CJK JP Regular" panose="020B0500000000000000" pitchFamily="34" charset="-128"/>
                  <a:cs typeface="IPAPGothic"/>
                </a:rPr>
                <a:t>email</a:t>
              </a:r>
            </a:p>
          </p:txBody>
        </p:sp>
      </p:grpSp>
      <p:grpSp>
        <p:nvGrpSpPr>
          <p:cNvPr id="48" name="Group 47">
            <a:extLst>
              <a:ext uri="{FF2B5EF4-FFF2-40B4-BE49-F238E27FC236}">
                <a16:creationId xmlns:a16="http://schemas.microsoft.com/office/drawing/2014/main" id="{59E87971-0C6F-F9C8-34B8-E1AA53771E09}"/>
              </a:ext>
            </a:extLst>
          </p:cNvPr>
          <p:cNvGrpSpPr/>
          <p:nvPr/>
        </p:nvGrpSpPr>
        <p:grpSpPr>
          <a:xfrm>
            <a:off x="782102" y="3224135"/>
            <a:ext cx="1152127" cy="539956"/>
            <a:chOff x="1275507" y="4281303"/>
            <a:chExt cx="1152128" cy="720080"/>
          </a:xfrm>
        </p:grpSpPr>
        <p:sp>
          <p:nvSpPr>
            <p:cNvPr id="39" name="Oval 38">
              <a:extLst>
                <a:ext uri="{FF2B5EF4-FFF2-40B4-BE49-F238E27FC236}">
                  <a16:creationId xmlns:a16="http://schemas.microsoft.com/office/drawing/2014/main" id="{B90A93FD-4FB9-0EE4-0868-603F22B3331B}"/>
                </a:ext>
              </a:extLst>
            </p:cNvPr>
            <p:cNvSpPr/>
            <p:nvPr/>
          </p:nvSpPr>
          <p:spPr>
            <a:xfrm>
              <a:off x="1275507" y="4281303"/>
              <a:ext cx="1152128" cy="720080"/>
            </a:xfrm>
            <a:prstGeom prst="ellipse">
              <a:avLst/>
            </a:prstGeom>
            <a:noFill/>
            <a:ln w="19050">
              <a:solidFill>
                <a:srgbClr val="2B3348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 sz="1799"/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61F0550D-5623-2177-6486-178139C0A365}"/>
                </a:ext>
              </a:extLst>
            </p:cNvPr>
            <p:cNvSpPr txBox="1"/>
            <p:nvPr/>
          </p:nvSpPr>
          <p:spPr>
            <a:xfrm>
              <a:off x="1540508" y="4393343"/>
              <a:ext cx="646332" cy="49236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JP" sz="1799" dirty="0">
                  <a:solidFill>
                    <a:srgbClr val="2B3348"/>
                  </a:solidFill>
                  <a:latin typeface="Noto Sans CJK JP Regular" panose="020B0500000000000000" pitchFamily="34" charset="-128"/>
                  <a:ea typeface="Noto Sans CJK JP Regular" panose="020B0500000000000000" pitchFamily="34" charset="-128"/>
                  <a:cs typeface="IPAPGothic"/>
                </a:rPr>
                <a:t>住所</a:t>
              </a:r>
            </a:p>
          </p:txBody>
        </p:sp>
      </p:grp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B2D9D8E9-369C-D611-615D-D752E23796D8}"/>
              </a:ext>
            </a:extLst>
          </p:cNvPr>
          <p:cNvCxnSpPr>
            <a:cxnSpLocks/>
            <a:stCxn id="31" idx="2"/>
            <a:endCxn id="35" idx="7"/>
          </p:cNvCxnSpPr>
          <p:nvPr/>
        </p:nvCxnSpPr>
        <p:spPr>
          <a:xfrm flipH="1">
            <a:off x="1173513" y="2307060"/>
            <a:ext cx="816139" cy="439042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644AEC52-E750-E0EF-7F16-AC2908E4AFA2}"/>
              </a:ext>
            </a:extLst>
          </p:cNvPr>
          <p:cNvCxnSpPr>
            <a:cxnSpLocks/>
            <a:stCxn id="31" idx="2"/>
            <a:endCxn id="37" idx="0"/>
          </p:cNvCxnSpPr>
          <p:nvPr/>
        </p:nvCxnSpPr>
        <p:spPr>
          <a:xfrm>
            <a:off x="1989650" y="2307060"/>
            <a:ext cx="320100" cy="458170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C577BFB6-CF75-B610-148F-22060812388F}"/>
              </a:ext>
            </a:extLst>
          </p:cNvPr>
          <p:cNvCxnSpPr>
            <a:cxnSpLocks/>
            <a:stCxn id="31" idx="2"/>
            <a:endCxn id="39" idx="0"/>
          </p:cNvCxnSpPr>
          <p:nvPr/>
        </p:nvCxnSpPr>
        <p:spPr>
          <a:xfrm flipH="1">
            <a:off x="1358169" y="2307066"/>
            <a:ext cx="631485" cy="917069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52" name="Group 51">
            <a:extLst>
              <a:ext uri="{FF2B5EF4-FFF2-40B4-BE49-F238E27FC236}">
                <a16:creationId xmlns:a16="http://schemas.microsoft.com/office/drawing/2014/main" id="{CD114302-9D93-AB91-A459-C5491C669AFB}"/>
              </a:ext>
            </a:extLst>
          </p:cNvPr>
          <p:cNvGrpSpPr/>
          <p:nvPr/>
        </p:nvGrpSpPr>
        <p:grpSpPr>
          <a:xfrm>
            <a:off x="3427725" y="1626117"/>
            <a:ext cx="1367169" cy="864096"/>
            <a:chOff x="2195490" y="1654797"/>
            <a:chExt cx="1367169" cy="864096"/>
          </a:xfrm>
        </p:grpSpPr>
        <p:sp>
          <p:nvSpPr>
            <p:cNvPr id="53" name="Diamond 52">
              <a:extLst>
                <a:ext uri="{FF2B5EF4-FFF2-40B4-BE49-F238E27FC236}">
                  <a16:creationId xmlns:a16="http://schemas.microsoft.com/office/drawing/2014/main" id="{48189DEE-BE83-A9EE-E102-90A402B8CB86}"/>
                </a:ext>
              </a:extLst>
            </p:cNvPr>
            <p:cNvSpPr/>
            <p:nvPr/>
          </p:nvSpPr>
          <p:spPr>
            <a:xfrm>
              <a:off x="2195490" y="1654797"/>
              <a:ext cx="1367169" cy="864096"/>
            </a:xfrm>
            <a:prstGeom prst="diamond">
              <a:avLst/>
            </a:prstGeom>
            <a:noFill/>
            <a:ln w="19050">
              <a:solidFill>
                <a:srgbClr val="2B3348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 sz="1799"/>
            </a:p>
          </p:txBody>
        </p: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09A9AFC5-934F-DEF0-6CE8-6BC8A1D3EB69}"/>
                </a:ext>
              </a:extLst>
            </p:cNvPr>
            <p:cNvSpPr txBox="1"/>
            <p:nvPr/>
          </p:nvSpPr>
          <p:spPr>
            <a:xfrm>
              <a:off x="2325076" y="1902179"/>
              <a:ext cx="1107996" cy="36920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JP" sz="1799" dirty="0">
                  <a:solidFill>
                    <a:srgbClr val="2B3348"/>
                  </a:solidFill>
                  <a:latin typeface="Noto Sans CJK JP Regular" panose="020B0500000000000000" pitchFamily="34" charset="-128"/>
                  <a:ea typeface="Noto Sans CJK JP Regular" panose="020B0500000000000000" pitchFamily="34" charset="-128"/>
                  <a:cs typeface="IPAPGothic"/>
                </a:rPr>
                <a:t>購買履歴</a:t>
              </a:r>
            </a:p>
          </p:txBody>
        </p:sp>
      </p:grpSp>
      <p:sp>
        <p:nvSpPr>
          <p:cNvPr id="58" name="Rectangle 57">
            <a:extLst>
              <a:ext uri="{FF2B5EF4-FFF2-40B4-BE49-F238E27FC236}">
                <a16:creationId xmlns:a16="http://schemas.microsoft.com/office/drawing/2014/main" id="{4E87100D-2C1C-08E2-D2BB-026C678631E5}"/>
              </a:ext>
            </a:extLst>
          </p:cNvPr>
          <p:cNvSpPr/>
          <p:nvPr/>
        </p:nvSpPr>
        <p:spPr>
          <a:xfrm>
            <a:off x="3478401" y="2912706"/>
            <a:ext cx="1290821" cy="504000"/>
          </a:xfrm>
          <a:prstGeom prst="rect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</a:rPr>
              <a:t>注文</a:t>
            </a:r>
          </a:p>
        </p:txBody>
      </p:sp>
      <p:grpSp>
        <p:nvGrpSpPr>
          <p:cNvPr id="71" name="Group 70">
            <a:extLst>
              <a:ext uri="{FF2B5EF4-FFF2-40B4-BE49-F238E27FC236}">
                <a16:creationId xmlns:a16="http://schemas.microsoft.com/office/drawing/2014/main" id="{3F7699A7-1145-2C86-0D93-362FC0B986ED}"/>
              </a:ext>
            </a:extLst>
          </p:cNvPr>
          <p:cNvGrpSpPr/>
          <p:nvPr/>
        </p:nvGrpSpPr>
        <p:grpSpPr>
          <a:xfrm>
            <a:off x="2920278" y="4229840"/>
            <a:ext cx="1152128" cy="504000"/>
            <a:chOff x="2496982" y="4281303"/>
            <a:chExt cx="1152128" cy="720080"/>
          </a:xfrm>
        </p:grpSpPr>
        <p:sp>
          <p:nvSpPr>
            <p:cNvPr id="72" name="Oval 71">
              <a:extLst>
                <a:ext uri="{FF2B5EF4-FFF2-40B4-BE49-F238E27FC236}">
                  <a16:creationId xmlns:a16="http://schemas.microsoft.com/office/drawing/2014/main" id="{0775483D-AFEB-524B-6F96-137A0C1B5475}"/>
                </a:ext>
              </a:extLst>
            </p:cNvPr>
            <p:cNvSpPr/>
            <p:nvPr/>
          </p:nvSpPr>
          <p:spPr>
            <a:xfrm>
              <a:off x="2496982" y="4281303"/>
              <a:ext cx="1152128" cy="720080"/>
            </a:xfrm>
            <a:prstGeom prst="ellipse">
              <a:avLst/>
            </a:prstGeom>
            <a:noFill/>
            <a:ln w="19050">
              <a:solidFill>
                <a:srgbClr val="2B3348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 sz="1799"/>
            </a:p>
          </p:txBody>
        </p:sp>
        <p:sp>
          <p:nvSpPr>
            <p:cNvPr id="73" name="TextBox 72">
              <a:extLst>
                <a:ext uri="{FF2B5EF4-FFF2-40B4-BE49-F238E27FC236}">
                  <a16:creationId xmlns:a16="http://schemas.microsoft.com/office/drawing/2014/main" id="{8232E71D-5F76-68FF-5EA6-73B27EE5DA8C}"/>
                </a:ext>
              </a:extLst>
            </p:cNvPr>
            <p:cNvSpPr txBox="1"/>
            <p:nvPr/>
          </p:nvSpPr>
          <p:spPr>
            <a:xfrm>
              <a:off x="2636867" y="4396486"/>
              <a:ext cx="872355" cy="52749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JP" sz="1799" u="sng" dirty="0">
                  <a:solidFill>
                    <a:srgbClr val="2B3348"/>
                  </a:solidFill>
                  <a:latin typeface="Noto Sans CJK JP Regular" panose="020B0500000000000000" pitchFamily="34" charset="-128"/>
                  <a:ea typeface="Noto Sans CJK JP Regular" panose="020B0500000000000000" pitchFamily="34" charset="-128"/>
                  <a:cs typeface="IPAPGothic"/>
                </a:rPr>
                <a:t>注文ID</a:t>
              </a:r>
            </a:p>
          </p:txBody>
        </p:sp>
      </p:grpSp>
      <p:grpSp>
        <p:nvGrpSpPr>
          <p:cNvPr id="74" name="Group 73">
            <a:extLst>
              <a:ext uri="{FF2B5EF4-FFF2-40B4-BE49-F238E27FC236}">
                <a16:creationId xmlns:a16="http://schemas.microsoft.com/office/drawing/2014/main" id="{52FE01A4-5E0D-A1E9-F71E-2909EE5E34C1}"/>
              </a:ext>
            </a:extLst>
          </p:cNvPr>
          <p:cNvGrpSpPr/>
          <p:nvPr/>
        </p:nvGrpSpPr>
        <p:grpSpPr>
          <a:xfrm>
            <a:off x="5592885" y="4229844"/>
            <a:ext cx="1152127" cy="503999"/>
            <a:chOff x="1275507" y="4281303"/>
            <a:chExt cx="1152128" cy="720080"/>
          </a:xfrm>
        </p:grpSpPr>
        <p:sp>
          <p:nvSpPr>
            <p:cNvPr id="75" name="Oval 74">
              <a:extLst>
                <a:ext uri="{FF2B5EF4-FFF2-40B4-BE49-F238E27FC236}">
                  <a16:creationId xmlns:a16="http://schemas.microsoft.com/office/drawing/2014/main" id="{90455E9B-9EEB-6260-8368-CEA6D8D66698}"/>
                </a:ext>
              </a:extLst>
            </p:cNvPr>
            <p:cNvSpPr/>
            <p:nvPr/>
          </p:nvSpPr>
          <p:spPr>
            <a:xfrm>
              <a:off x="1275507" y="4281303"/>
              <a:ext cx="1152128" cy="720080"/>
            </a:xfrm>
            <a:prstGeom prst="ellipse">
              <a:avLst/>
            </a:prstGeom>
            <a:noFill/>
            <a:ln w="19050">
              <a:solidFill>
                <a:srgbClr val="2B3348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 sz="1799"/>
            </a:p>
          </p:txBody>
        </p:sp>
        <p:sp>
          <p:nvSpPr>
            <p:cNvPr id="76" name="TextBox 75">
              <a:extLst>
                <a:ext uri="{FF2B5EF4-FFF2-40B4-BE49-F238E27FC236}">
                  <a16:creationId xmlns:a16="http://schemas.microsoft.com/office/drawing/2014/main" id="{DDFF2ACC-BFD6-4D58-886E-04562EBC8E69}"/>
                </a:ext>
              </a:extLst>
            </p:cNvPr>
            <p:cNvSpPr txBox="1"/>
            <p:nvPr/>
          </p:nvSpPr>
          <p:spPr>
            <a:xfrm>
              <a:off x="1540508" y="4393343"/>
              <a:ext cx="646332" cy="52749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799" dirty="0" err="1">
                  <a:solidFill>
                    <a:srgbClr val="2B3348"/>
                  </a:solidFill>
                  <a:latin typeface="Noto Sans CJK JP Regular" panose="020B0500000000000000" pitchFamily="34" charset="-128"/>
                  <a:ea typeface="Noto Sans CJK JP Regular" panose="020B0500000000000000" pitchFamily="34" charset="-128"/>
                  <a:cs typeface="IPAPGothic"/>
                </a:rPr>
                <a:t>数量</a:t>
              </a:r>
              <a:endPara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endParaRPr>
            </a:p>
          </p:txBody>
        </p:sp>
      </p:grp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8867F22D-1EFD-83BF-CA76-F84977A497D1}"/>
              </a:ext>
            </a:extLst>
          </p:cNvPr>
          <p:cNvCxnSpPr>
            <a:cxnSpLocks/>
            <a:stCxn id="58" idx="2"/>
            <a:endCxn id="72" idx="0"/>
          </p:cNvCxnSpPr>
          <p:nvPr/>
        </p:nvCxnSpPr>
        <p:spPr>
          <a:xfrm flipH="1">
            <a:off x="3496346" y="3416707"/>
            <a:ext cx="627469" cy="813134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2D8E764F-2626-DA80-616E-5C6B8C8DF42A}"/>
              </a:ext>
            </a:extLst>
          </p:cNvPr>
          <p:cNvCxnSpPr>
            <a:cxnSpLocks/>
            <a:stCxn id="20" idx="2"/>
            <a:endCxn id="75" idx="0"/>
          </p:cNvCxnSpPr>
          <p:nvPr/>
        </p:nvCxnSpPr>
        <p:spPr>
          <a:xfrm>
            <a:off x="6163059" y="3608345"/>
            <a:ext cx="5892" cy="621492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Straight Connector 82">
            <a:extLst>
              <a:ext uri="{FF2B5EF4-FFF2-40B4-BE49-F238E27FC236}">
                <a16:creationId xmlns:a16="http://schemas.microsoft.com/office/drawing/2014/main" id="{3FBD417E-2FB8-0912-D625-94A929C07166}"/>
              </a:ext>
            </a:extLst>
          </p:cNvPr>
          <p:cNvCxnSpPr>
            <a:cxnSpLocks/>
            <a:stCxn id="53" idx="1"/>
            <a:endCxn id="31" idx="3"/>
          </p:cNvCxnSpPr>
          <p:nvPr/>
        </p:nvCxnSpPr>
        <p:spPr>
          <a:xfrm flipH="1" flipV="1">
            <a:off x="2635066" y="2055061"/>
            <a:ext cx="792661" cy="3104"/>
          </a:xfrm>
          <a:prstGeom prst="line">
            <a:avLst/>
          </a:prstGeom>
          <a:ln w="19050">
            <a:solidFill>
              <a:srgbClr val="2B3348"/>
            </a:solidFill>
            <a:tailEnd type="arrow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D47B33A8-DF0E-B706-CE43-C00DF7603B66}"/>
              </a:ext>
            </a:extLst>
          </p:cNvPr>
          <p:cNvCxnSpPr>
            <a:cxnSpLocks/>
            <a:stCxn id="53" idx="2"/>
            <a:endCxn id="58" idx="0"/>
          </p:cNvCxnSpPr>
          <p:nvPr/>
        </p:nvCxnSpPr>
        <p:spPr>
          <a:xfrm>
            <a:off x="4111312" y="2490217"/>
            <a:ext cx="12503" cy="422489"/>
          </a:xfrm>
          <a:prstGeom prst="line">
            <a:avLst/>
          </a:prstGeom>
          <a:ln w="8890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03" name="Group 102">
            <a:extLst>
              <a:ext uri="{FF2B5EF4-FFF2-40B4-BE49-F238E27FC236}">
                <a16:creationId xmlns:a16="http://schemas.microsoft.com/office/drawing/2014/main" id="{997F365A-E9ED-FDFE-5F5D-69FAF08DDC5C}"/>
              </a:ext>
            </a:extLst>
          </p:cNvPr>
          <p:cNvGrpSpPr/>
          <p:nvPr/>
        </p:nvGrpSpPr>
        <p:grpSpPr>
          <a:xfrm>
            <a:off x="4084072" y="4268141"/>
            <a:ext cx="1152128" cy="504000"/>
            <a:chOff x="4379313" y="430921"/>
            <a:chExt cx="1152128" cy="503999"/>
          </a:xfrm>
        </p:grpSpPr>
        <p:sp>
          <p:nvSpPr>
            <p:cNvPr id="104" name="Oval 103">
              <a:extLst>
                <a:ext uri="{FF2B5EF4-FFF2-40B4-BE49-F238E27FC236}">
                  <a16:creationId xmlns:a16="http://schemas.microsoft.com/office/drawing/2014/main" id="{BA9AB9DE-B74D-A5BD-DAF7-A57DB9D411C1}"/>
                </a:ext>
              </a:extLst>
            </p:cNvPr>
            <p:cNvSpPr/>
            <p:nvPr/>
          </p:nvSpPr>
          <p:spPr>
            <a:xfrm>
              <a:off x="4379313" y="430921"/>
              <a:ext cx="1152128" cy="503999"/>
            </a:xfrm>
            <a:prstGeom prst="ellipse">
              <a:avLst/>
            </a:prstGeom>
            <a:noFill/>
            <a:ln w="19050">
              <a:solidFill>
                <a:srgbClr val="2B3348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 sz="1799"/>
            </a:p>
          </p:txBody>
        </p:sp>
        <p:sp>
          <p:nvSpPr>
            <p:cNvPr id="105" name="TextBox 104">
              <a:extLst>
                <a:ext uri="{FF2B5EF4-FFF2-40B4-BE49-F238E27FC236}">
                  <a16:creationId xmlns:a16="http://schemas.microsoft.com/office/drawing/2014/main" id="{B9EB67F3-ABCB-3243-687C-C7B2261D805C}"/>
                </a:ext>
              </a:extLst>
            </p:cNvPr>
            <p:cNvSpPr txBox="1"/>
            <p:nvPr/>
          </p:nvSpPr>
          <p:spPr>
            <a:xfrm>
              <a:off x="4529213" y="516743"/>
              <a:ext cx="877163" cy="36920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JP" sz="1799" dirty="0">
                  <a:solidFill>
                    <a:srgbClr val="2B3348"/>
                  </a:solidFill>
                  <a:latin typeface="Noto Sans CJK JP Regular" panose="020B0500000000000000" pitchFamily="34" charset="-128"/>
                  <a:ea typeface="Noto Sans CJK JP Regular" panose="020B0500000000000000" pitchFamily="34" charset="-128"/>
                  <a:cs typeface="IPAPGothic"/>
                </a:rPr>
                <a:t>注文日</a:t>
              </a:r>
            </a:p>
          </p:txBody>
        </p:sp>
      </p:grpSp>
      <p:cxnSp>
        <p:nvCxnSpPr>
          <p:cNvPr id="106" name="Straight Connector 105">
            <a:extLst>
              <a:ext uri="{FF2B5EF4-FFF2-40B4-BE49-F238E27FC236}">
                <a16:creationId xmlns:a16="http://schemas.microsoft.com/office/drawing/2014/main" id="{53DEF01B-2C4E-491D-64B5-652CB59F47F8}"/>
              </a:ext>
            </a:extLst>
          </p:cNvPr>
          <p:cNvCxnSpPr>
            <a:cxnSpLocks/>
            <a:stCxn id="58" idx="2"/>
            <a:endCxn id="104" idx="0"/>
          </p:cNvCxnSpPr>
          <p:nvPr/>
        </p:nvCxnSpPr>
        <p:spPr>
          <a:xfrm>
            <a:off x="4123815" y="3416703"/>
            <a:ext cx="536325" cy="851434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5" name="Group 14">
            <a:extLst>
              <a:ext uri="{FF2B5EF4-FFF2-40B4-BE49-F238E27FC236}">
                <a16:creationId xmlns:a16="http://schemas.microsoft.com/office/drawing/2014/main" id="{EAD08148-C39C-448C-60DA-76975ED2B952}"/>
              </a:ext>
            </a:extLst>
          </p:cNvPr>
          <p:cNvGrpSpPr/>
          <p:nvPr/>
        </p:nvGrpSpPr>
        <p:grpSpPr>
          <a:xfrm>
            <a:off x="5479476" y="2744249"/>
            <a:ext cx="1367169" cy="864096"/>
            <a:chOff x="2195490" y="1654797"/>
            <a:chExt cx="1367169" cy="864096"/>
          </a:xfrm>
        </p:grpSpPr>
        <p:sp>
          <p:nvSpPr>
            <p:cNvPr id="20" name="Diamond 19">
              <a:extLst>
                <a:ext uri="{FF2B5EF4-FFF2-40B4-BE49-F238E27FC236}">
                  <a16:creationId xmlns:a16="http://schemas.microsoft.com/office/drawing/2014/main" id="{FE6ACFEA-3601-497C-D373-7884F33F4FD8}"/>
                </a:ext>
              </a:extLst>
            </p:cNvPr>
            <p:cNvSpPr/>
            <p:nvPr/>
          </p:nvSpPr>
          <p:spPr>
            <a:xfrm>
              <a:off x="2195490" y="1654797"/>
              <a:ext cx="1367169" cy="864096"/>
            </a:xfrm>
            <a:prstGeom prst="diamond">
              <a:avLst/>
            </a:prstGeom>
            <a:noFill/>
            <a:ln w="19050">
              <a:solidFill>
                <a:srgbClr val="2B3348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 sz="1799"/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5CA2701C-DF31-1DB8-9F2B-07AAA44E537E}"/>
                </a:ext>
              </a:extLst>
            </p:cNvPr>
            <p:cNvSpPr txBox="1"/>
            <p:nvPr/>
          </p:nvSpPr>
          <p:spPr>
            <a:xfrm>
              <a:off x="2536400" y="1906796"/>
              <a:ext cx="646331" cy="36920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JP" sz="1799" dirty="0">
                  <a:solidFill>
                    <a:srgbClr val="2B3348"/>
                  </a:solidFill>
                  <a:latin typeface="Noto Sans CJK JP Regular" panose="020B0500000000000000" pitchFamily="34" charset="-128"/>
                  <a:ea typeface="Noto Sans CJK JP Regular" panose="020B0500000000000000" pitchFamily="34" charset="-128"/>
                  <a:cs typeface="IPAPGothic"/>
                </a:rPr>
                <a:t>明細</a:t>
              </a:r>
            </a:p>
          </p:txBody>
        </p:sp>
      </p:grp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29F72EF2-B5A3-3D4E-2FFB-FE12DA29153E}"/>
              </a:ext>
            </a:extLst>
          </p:cNvPr>
          <p:cNvCxnSpPr>
            <a:cxnSpLocks/>
            <a:stCxn id="58" idx="3"/>
            <a:endCxn id="20" idx="1"/>
          </p:cNvCxnSpPr>
          <p:nvPr/>
        </p:nvCxnSpPr>
        <p:spPr>
          <a:xfrm>
            <a:off x="4769220" y="3164706"/>
            <a:ext cx="710250" cy="11593"/>
          </a:xfrm>
          <a:prstGeom prst="line">
            <a:avLst/>
          </a:prstGeom>
          <a:ln w="88900">
            <a:solidFill>
              <a:srgbClr val="2B3348"/>
            </a:solidFill>
            <a:headEnd type="non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0276CAD1-412C-6C89-12B2-CAC8F0629008}"/>
              </a:ext>
            </a:extLst>
          </p:cNvPr>
          <p:cNvCxnSpPr>
            <a:cxnSpLocks/>
            <a:stCxn id="2" idx="2"/>
            <a:endCxn id="20" idx="0"/>
          </p:cNvCxnSpPr>
          <p:nvPr/>
        </p:nvCxnSpPr>
        <p:spPr>
          <a:xfrm>
            <a:off x="6162982" y="2244810"/>
            <a:ext cx="74" cy="499440"/>
          </a:xfrm>
          <a:prstGeom prst="line">
            <a:avLst/>
          </a:prstGeom>
          <a:ln w="19050">
            <a:solidFill>
              <a:srgbClr val="2B3348"/>
            </a:solidFill>
            <a:headEnd type="non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0513828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B499815B-E2C8-4F0F-E698-63C7E921E0B6}"/>
              </a:ext>
            </a:extLst>
          </p:cNvPr>
          <p:cNvSpPr/>
          <p:nvPr/>
        </p:nvSpPr>
        <p:spPr>
          <a:xfrm>
            <a:off x="5752398" y="601445"/>
            <a:ext cx="1290821" cy="504000"/>
          </a:xfrm>
          <a:prstGeom prst="rect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</a:rPr>
              <a:t>商品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6961985C-B3AC-F770-63E2-45F06F16FC6F}"/>
              </a:ext>
            </a:extLst>
          </p:cNvPr>
          <p:cNvGrpSpPr/>
          <p:nvPr/>
        </p:nvGrpSpPr>
        <p:grpSpPr>
          <a:xfrm>
            <a:off x="5825326" y="1538530"/>
            <a:ext cx="1152128" cy="503999"/>
            <a:chOff x="3071055" y="2652363"/>
            <a:chExt cx="1152128" cy="720080"/>
          </a:xfrm>
        </p:grpSpPr>
        <p:sp>
          <p:nvSpPr>
            <p:cNvPr id="3" name="Oval 2">
              <a:extLst>
                <a:ext uri="{FF2B5EF4-FFF2-40B4-BE49-F238E27FC236}">
                  <a16:creationId xmlns:a16="http://schemas.microsoft.com/office/drawing/2014/main" id="{EB48D6DC-ACA0-851F-3230-EBA353528ED5}"/>
                </a:ext>
              </a:extLst>
            </p:cNvPr>
            <p:cNvSpPr/>
            <p:nvPr/>
          </p:nvSpPr>
          <p:spPr>
            <a:xfrm>
              <a:off x="3071055" y="2652363"/>
              <a:ext cx="1152128" cy="720080"/>
            </a:xfrm>
            <a:prstGeom prst="ellipse">
              <a:avLst/>
            </a:prstGeom>
            <a:noFill/>
            <a:ln w="19050">
              <a:solidFill>
                <a:srgbClr val="2B3348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 sz="1799"/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C56ED080-950A-846D-F5F3-0A4523B73435}"/>
                </a:ext>
              </a:extLst>
            </p:cNvPr>
            <p:cNvSpPr txBox="1"/>
            <p:nvPr/>
          </p:nvSpPr>
          <p:spPr>
            <a:xfrm>
              <a:off x="3211224" y="2772644"/>
              <a:ext cx="872355" cy="52749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JP" sz="1799" u="sng" dirty="0">
                  <a:solidFill>
                    <a:srgbClr val="2B3348"/>
                  </a:solidFill>
                  <a:latin typeface="Noto Sans CJK JP Regular" panose="020B0500000000000000" pitchFamily="34" charset="-128"/>
                  <a:ea typeface="Noto Sans CJK JP Regular" panose="020B0500000000000000" pitchFamily="34" charset="-128"/>
                  <a:cs typeface="IPAPGothic"/>
                </a:rPr>
                <a:t>商品ID</a:t>
              </a:r>
            </a:p>
          </p:txBody>
        </p:sp>
      </p:grp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CFBFDE0E-F56B-22E8-B9F8-8342D057C515}"/>
              </a:ext>
            </a:extLst>
          </p:cNvPr>
          <p:cNvCxnSpPr>
            <a:cxnSpLocks/>
            <a:stCxn id="3" idx="0"/>
            <a:endCxn id="2" idx="2"/>
          </p:cNvCxnSpPr>
          <p:nvPr/>
        </p:nvCxnSpPr>
        <p:spPr>
          <a:xfrm flipH="1" flipV="1">
            <a:off x="6397807" y="1105447"/>
            <a:ext cx="3584" cy="433081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8" name="Group 17">
            <a:extLst>
              <a:ext uri="{FF2B5EF4-FFF2-40B4-BE49-F238E27FC236}">
                <a16:creationId xmlns:a16="http://schemas.microsoft.com/office/drawing/2014/main" id="{A9D9FC2D-E856-9EF7-89F6-D2DA2D4BF84D}"/>
              </a:ext>
            </a:extLst>
          </p:cNvPr>
          <p:cNvGrpSpPr/>
          <p:nvPr/>
        </p:nvGrpSpPr>
        <p:grpSpPr>
          <a:xfrm>
            <a:off x="7900168" y="127206"/>
            <a:ext cx="1152127" cy="503999"/>
            <a:chOff x="3760743" y="3403535"/>
            <a:chExt cx="1152128" cy="720080"/>
          </a:xfrm>
        </p:grpSpPr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65B0DE40-BD45-0D20-44DE-A419E64A8CEF}"/>
                </a:ext>
              </a:extLst>
            </p:cNvPr>
            <p:cNvSpPr/>
            <p:nvPr/>
          </p:nvSpPr>
          <p:spPr>
            <a:xfrm>
              <a:off x="3760743" y="3403535"/>
              <a:ext cx="1152128" cy="720080"/>
            </a:xfrm>
            <a:prstGeom prst="ellipse">
              <a:avLst/>
            </a:prstGeom>
            <a:noFill/>
            <a:ln w="19050">
              <a:solidFill>
                <a:srgbClr val="2B3348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 sz="1799"/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A31FBEC0-2C86-B8E2-AB1D-B25E61E5B14B}"/>
                </a:ext>
              </a:extLst>
            </p:cNvPr>
            <p:cNvSpPr txBox="1"/>
            <p:nvPr/>
          </p:nvSpPr>
          <p:spPr>
            <a:xfrm>
              <a:off x="3916156" y="3523816"/>
              <a:ext cx="877164" cy="52749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JP" sz="1799" dirty="0">
                  <a:solidFill>
                    <a:srgbClr val="2B3348"/>
                  </a:solidFill>
                  <a:latin typeface="Noto Sans CJK JP Regular" panose="020B0500000000000000" pitchFamily="34" charset="-128"/>
                  <a:ea typeface="Noto Sans CJK JP Regular" panose="020B0500000000000000" pitchFamily="34" charset="-128"/>
                  <a:cs typeface="IPAPGothic"/>
                </a:rPr>
                <a:t>商品名</a:t>
              </a:r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76E589ED-C291-C41E-9356-117C7177AD0B}"/>
              </a:ext>
            </a:extLst>
          </p:cNvPr>
          <p:cNvGrpSpPr/>
          <p:nvPr/>
        </p:nvGrpSpPr>
        <p:grpSpPr>
          <a:xfrm>
            <a:off x="7909850" y="1294236"/>
            <a:ext cx="1152127" cy="504000"/>
            <a:chOff x="4933173" y="3436771"/>
            <a:chExt cx="1152128" cy="720080"/>
          </a:xfrm>
        </p:grpSpPr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06C7A2AF-FCF9-28BC-FFC7-6797A6573E06}"/>
                </a:ext>
              </a:extLst>
            </p:cNvPr>
            <p:cNvSpPr/>
            <p:nvPr/>
          </p:nvSpPr>
          <p:spPr>
            <a:xfrm>
              <a:off x="4933173" y="3436771"/>
              <a:ext cx="1152128" cy="720080"/>
            </a:xfrm>
            <a:prstGeom prst="ellipse">
              <a:avLst/>
            </a:prstGeom>
            <a:noFill/>
            <a:ln w="19050">
              <a:solidFill>
                <a:srgbClr val="2B3348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 sz="1799"/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AEE733F8-E36B-4AFD-CBC0-F488362A2404}"/>
                </a:ext>
              </a:extLst>
            </p:cNvPr>
            <p:cNvSpPr txBox="1"/>
            <p:nvPr/>
          </p:nvSpPr>
          <p:spPr>
            <a:xfrm>
              <a:off x="5188812" y="3559417"/>
              <a:ext cx="646332" cy="52749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JP" sz="1799" dirty="0">
                  <a:solidFill>
                    <a:srgbClr val="2B3348"/>
                  </a:solidFill>
                  <a:latin typeface="Noto Sans CJK JP Regular" panose="020B0500000000000000" pitchFamily="34" charset="-128"/>
                  <a:ea typeface="Noto Sans CJK JP Regular" panose="020B0500000000000000" pitchFamily="34" charset="-128"/>
                  <a:cs typeface="IPAPGothic"/>
                </a:rPr>
                <a:t>価格</a:t>
              </a:r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F62BB7BD-810C-087B-192D-AC8479FB37F9}"/>
              </a:ext>
            </a:extLst>
          </p:cNvPr>
          <p:cNvGrpSpPr/>
          <p:nvPr/>
        </p:nvGrpSpPr>
        <p:grpSpPr>
          <a:xfrm>
            <a:off x="7886033" y="719160"/>
            <a:ext cx="1152127" cy="504000"/>
            <a:chOff x="5398566" y="2646320"/>
            <a:chExt cx="1152128" cy="720080"/>
          </a:xfrm>
        </p:grpSpPr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A6B50F51-EABA-A8A0-A5E0-72B43DAC8DCB}"/>
                </a:ext>
              </a:extLst>
            </p:cNvPr>
            <p:cNvSpPr/>
            <p:nvPr/>
          </p:nvSpPr>
          <p:spPr>
            <a:xfrm>
              <a:off x="5398566" y="2646320"/>
              <a:ext cx="1152128" cy="720080"/>
            </a:xfrm>
            <a:prstGeom prst="ellipse">
              <a:avLst/>
            </a:prstGeom>
            <a:noFill/>
            <a:ln w="19050">
              <a:solidFill>
                <a:srgbClr val="2B3348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 sz="1799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5CFB5156-5052-F20D-386A-A4AC4CEF354A}"/>
                </a:ext>
              </a:extLst>
            </p:cNvPr>
            <p:cNvSpPr txBox="1"/>
            <p:nvPr/>
          </p:nvSpPr>
          <p:spPr>
            <a:xfrm>
              <a:off x="5536048" y="2775236"/>
              <a:ext cx="877164" cy="52749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JP" sz="1799" dirty="0">
                  <a:solidFill>
                    <a:srgbClr val="2B3348"/>
                  </a:solidFill>
                  <a:latin typeface="Noto Sans CJK JP Regular" panose="020B0500000000000000" pitchFamily="34" charset="-128"/>
                  <a:ea typeface="Noto Sans CJK JP Regular" panose="020B0500000000000000" pitchFamily="34" charset="-128"/>
                  <a:cs typeface="IPAPGothic"/>
                </a:rPr>
                <a:t>発売日</a:t>
              </a:r>
            </a:p>
          </p:txBody>
        </p:sp>
      </p:grp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47EDE61A-70BD-7DDC-2E0A-29E93F697CB9}"/>
              </a:ext>
            </a:extLst>
          </p:cNvPr>
          <p:cNvCxnSpPr>
            <a:cxnSpLocks/>
            <a:stCxn id="2" idx="3"/>
            <a:endCxn id="6" idx="3"/>
          </p:cNvCxnSpPr>
          <p:nvPr/>
        </p:nvCxnSpPr>
        <p:spPr>
          <a:xfrm flipV="1">
            <a:off x="7043217" y="557393"/>
            <a:ext cx="1025674" cy="296055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F7D387DA-EB57-4904-B881-940E949BE414}"/>
              </a:ext>
            </a:extLst>
          </p:cNvPr>
          <p:cNvCxnSpPr>
            <a:cxnSpLocks/>
            <a:stCxn id="2" idx="3"/>
            <a:endCxn id="8" idx="1"/>
          </p:cNvCxnSpPr>
          <p:nvPr/>
        </p:nvCxnSpPr>
        <p:spPr>
          <a:xfrm>
            <a:off x="7043218" y="853442"/>
            <a:ext cx="1035356" cy="514594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8B4B5DFD-881F-2B4B-25CA-F129485BF269}"/>
              </a:ext>
            </a:extLst>
          </p:cNvPr>
          <p:cNvCxnSpPr>
            <a:cxnSpLocks/>
            <a:stCxn id="2" idx="3"/>
            <a:endCxn id="10" idx="2"/>
          </p:cNvCxnSpPr>
          <p:nvPr/>
        </p:nvCxnSpPr>
        <p:spPr>
          <a:xfrm>
            <a:off x="7043217" y="853442"/>
            <a:ext cx="842814" cy="117714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ectangle 30">
            <a:extLst>
              <a:ext uri="{FF2B5EF4-FFF2-40B4-BE49-F238E27FC236}">
                <a16:creationId xmlns:a16="http://schemas.microsoft.com/office/drawing/2014/main" id="{FE6ADB9B-2BB0-B34E-6B54-1319421E05FA}"/>
              </a:ext>
            </a:extLst>
          </p:cNvPr>
          <p:cNvSpPr/>
          <p:nvPr/>
        </p:nvSpPr>
        <p:spPr>
          <a:xfrm>
            <a:off x="1344241" y="1803064"/>
            <a:ext cx="1290821" cy="504000"/>
          </a:xfrm>
          <a:prstGeom prst="rect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</a:rPr>
              <a:t>ユーザ</a:t>
            </a:r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7B33B19D-7E70-790D-49DF-38051BC32BDF}"/>
              </a:ext>
            </a:extLst>
          </p:cNvPr>
          <p:cNvGrpSpPr/>
          <p:nvPr/>
        </p:nvGrpSpPr>
        <p:grpSpPr>
          <a:xfrm>
            <a:off x="1407530" y="769988"/>
            <a:ext cx="1152128" cy="503999"/>
            <a:chOff x="1280800" y="2523078"/>
            <a:chExt cx="1152128" cy="720080"/>
          </a:xfrm>
        </p:grpSpPr>
        <p:sp>
          <p:nvSpPr>
            <p:cNvPr id="32" name="Oval 31">
              <a:extLst>
                <a:ext uri="{FF2B5EF4-FFF2-40B4-BE49-F238E27FC236}">
                  <a16:creationId xmlns:a16="http://schemas.microsoft.com/office/drawing/2014/main" id="{49F101F1-EC79-325D-F2AB-8068FF715215}"/>
                </a:ext>
              </a:extLst>
            </p:cNvPr>
            <p:cNvSpPr/>
            <p:nvPr/>
          </p:nvSpPr>
          <p:spPr>
            <a:xfrm>
              <a:off x="1280800" y="2523078"/>
              <a:ext cx="1152128" cy="720080"/>
            </a:xfrm>
            <a:prstGeom prst="ellipse">
              <a:avLst/>
            </a:prstGeom>
            <a:noFill/>
            <a:ln w="19050">
              <a:solidFill>
                <a:srgbClr val="2B3348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 sz="1799"/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9715F6A2-D2E6-F762-855F-D1C2C73D85D4}"/>
                </a:ext>
              </a:extLst>
            </p:cNvPr>
            <p:cNvSpPr txBox="1"/>
            <p:nvPr/>
          </p:nvSpPr>
          <p:spPr>
            <a:xfrm>
              <a:off x="1312851" y="2633025"/>
              <a:ext cx="1107996" cy="52749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JP" sz="1799" u="sng" dirty="0">
                  <a:solidFill>
                    <a:srgbClr val="2B3348"/>
                  </a:solidFill>
                  <a:latin typeface="Noto Sans CJK JP Regular" panose="020B0500000000000000" pitchFamily="34" charset="-128"/>
                  <a:ea typeface="Noto Sans CJK JP Regular" panose="020B0500000000000000" pitchFamily="34" charset="-128"/>
                  <a:cs typeface="IPAPGothic"/>
                </a:rPr>
                <a:t>ユーザ名</a:t>
              </a:r>
            </a:p>
          </p:txBody>
        </p:sp>
      </p:grp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5A9368AD-161B-42E7-696E-37C32D3CAA12}"/>
              </a:ext>
            </a:extLst>
          </p:cNvPr>
          <p:cNvCxnSpPr>
            <a:cxnSpLocks/>
            <a:stCxn id="31" idx="0"/>
            <a:endCxn id="32" idx="4"/>
          </p:cNvCxnSpPr>
          <p:nvPr/>
        </p:nvCxnSpPr>
        <p:spPr>
          <a:xfrm flipH="1" flipV="1">
            <a:off x="1983594" y="1273985"/>
            <a:ext cx="6057" cy="529078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49" name="Group 48">
            <a:extLst>
              <a:ext uri="{FF2B5EF4-FFF2-40B4-BE49-F238E27FC236}">
                <a16:creationId xmlns:a16="http://schemas.microsoft.com/office/drawing/2014/main" id="{5CFD2489-C93B-4CA9-ADE3-8CB6DDDC6141}"/>
              </a:ext>
            </a:extLst>
          </p:cNvPr>
          <p:cNvGrpSpPr/>
          <p:nvPr/>
        </p:nvGrpSpPr>
        <p:grpSpPr>
          <a:xfrm>
            <a:off x="147198" y="957023"/>
            <a:ext cx="1152127" cy="533493"/>
            <a:chOff x="88706" y="4284545"/>
            <a:chExt cx="1152128" cy="720080"/>
          </a:xfrm>
        </p:grpSpPr>
        <p:sp>
          <p:nvSpPr>
            <p:cNvPr id="35" name="Oval 34">
              <a:extLst>
                <a:ext uri="{FF2B5EF4-FFF2-40B4-BE49-F238E27FC236}">
                  <a16:creationId xmlns:a16="http://schemas.microsoft.com/office/drawing/2014/main" id="{B27C7072-3418-FA09-26AC-4319025AA9F7}"/>
                </a:ext>
              </a:extLst>
            </p:cNvPr>
            <p:cNvSpPr/>
            <p:nvPr/>
          </p:nvSpPr>
          <p:spPr>
            <a:xfrm>
              <a:off x="88706" y="4284545"/>
              <a:ext cx="1152128" cy="720080"/>
            </a:xfrm>
            <a:prstGeom prst="ellipse">
              <a:avLst/>
            </a:prstGeom>
            <a:noFill/>
            <a:ln w="19050">
              <a:solidFill>
                <a:srgbClr val="2B3348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 sz="1799"/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6F4E05DD-401E-EBF4-A1D1-41BE29344B4D}"/>
                </a:ext>
              </a:extLst>
            </p:cNvPr>
            <p:cNvSpPr txBox="1"/>
            <p:nvPr/>
          </p:nvSpPr>
          <p:spPr>
            <a:xfrm>
              <a:off x="329502" y="4387351"/>
              <a:ext cx="646332" cy="498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JP" sz="1799" dirty="0">
                  <a:solidFill>
                    <a:srgbClr val="2B3348"/>
                  </a:solidFill>
                  <a:latin typeface="Noto Sans CJK JP Regular" panose="020B0500000000000000" pitchFamily="34" charset="-128"/>
                  <a:ea typeface="Noto Sans CJK JP Regular" panose="020B0500000000000000" pitchFamily="34" charset="-128"/>
                  <a:cs typeface="IPAPGothic"/>
                </a:rPr>
                <a:t>氏名</a:t>
              </a:r>
            </a:p>
          </p:txBody>
        </p:sp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594ED7EF-E331-6D1E-33AF-DFF9ADDC76E2}"/>
              </a:ext>
            </a:extLst>
          </p:cNvPr>
          <p:cNvGrpSpPr/>
          <p:nvPr/>
        </p:nvGrpSpPr>
        <p:grpSpPr>
          <a:xfrm>
            <a:off x="32793" y="1805732"/>
            <a:ext cx="1169334" cy="541355"/>
            <a:chOff x="2496982" y="4281303"/>
            <a:chExt cx="1152128" cy="720080"/>
          </a:xfrm>
        </p:grpSpPr>
        <p:sp>
          <p:nvSpPr>
            <p:cNvPr id="37" name="Oval 36">
              <a:extLst>
                <a:ext uri="{FF2B5EF4-FFF2-40B4-BE49-F238E27FC236}">
                  <a16:creationId xmlns:a16="http://schemas.microsoft.com/office/drawing/2014/main" id="{13C5B12B-D8E4-E67D-FE44-AF8F25F659C1}"/>
                </a:ext>
              </a:extLst>
            </p:cNvPr>
            <p:cNvSpPr/>
            <p:nvPr/>
          </p:nvSpPr>
          <p:spPr>
            <a:xfrm>
              <a:off x="2496982" y="4281303"/>
              <a:ext cx="1152128" cy="720080"/>
            </a:xfrm>
            <a:prstGeom prst="ellipse">
              <a:avLst/>
            </a:prstGeom>
            <a:noFill/>
            <a:ln w="19050">
              <a:solidFill>
                <a:srgbClr val="2B3348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 sz="1799"/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804834E2-C3B4-495F-9F68-A6E14866029D}"/>
                </a:ext>
              </a:extLst>
            </p:cNvPr>
            <p:cNvSpPr txBox="1"/>
            <p:nvPr/>
          </p:nvSpPr>
          <p:spPr>
            <a:xfrm>
              <a:off x="2680149" y="4395342"/>
              <a:ext cx="774231" cy="49109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JP" sz="1799" dirty="0">
                  <a:solidFill>
                    <a:srgbClr val="2B3348"/>
                  </a:solidFill>
                  <a:latin typeface="Noto Sans CJK JP Regular" panose="020B0500000000000000" pitchFamily="34" charset="-128"/>
                  <a:ea typeface="Noto Sans CJK JP Regular" panose="020B0500000000000000" pitchFamily="34" charset="-128"/>
                  <a:cs typeface="IPAPGothic"/>
                </a:rPr>
                <a:t>email</a:t>
              </a:r>
            </a:p>
          </p:txBody>
        </p:sp>
      </p:grpSp>
      <p:grpSp>
        <p:nvGrpSpPr>
          <p:cNvPr id="48" name="Group 47">
            <a:extLst>
              <a:ext uri="{FF2B5EF4-FFF2-40B4-BE49-F238E27FC236}">
                <a16:creationId xmlns:a16="http://schemas.microsoft.com/office/drawing/2014/main" id="{59E87971-0C6F-F9C8-34B8-E1AA53771E09}"/>
              </a:ext>
            </a:extLst>
          </p:cNvPr>
          <p:cNvGrpSpPr/>
          <p:nvPr/>
        </p:nvGrpSpPr>
        <p:grpSpPr>
          <a:xfrm>
            <a:off x="2659194" y="951633"/>
            <a:ext cx="1152127" cy="503999"/>
            <a:chOff x="1275507" y="4281303"/>
            <a:chExt cx="1152128" cy="720080"/>
          </a:xfrm>
        </p:grpSpPr>
        <p:sp>
          <p:nvSpPr>
            <p:cNvPr id="39" name="Oval 38">
              <a:extLst>
                <a:ext uri="{FF2B5EF4-FFF2-40B4-BE49-F238E27FC236}">
                  <a16:creationId xmlns:a16="http://schemas.microsoft.com/office/drawing/2014/main" id="{B90A93FD-4FB9-0EE4-0868-603F22B3331B}"/>
                </a:ext>
              </a:extLst>
            </p:cNvPr>
            <p:cNvSpPr/>
            <p:nvPr/>
          </p:nvSpPr>
          <p:spPr>
            <a:xfrm>
              <a:off x="1275507" y="4281303"/>
              <a:ext cx="1152128" cy="720080"/>
            </a:xfrm>
            <a:prstGeom prst="ellipse">
              <a:avLst/>
            </a:prstGeom>
            <a:noFill/>
            <a:ln w="19050">
              <a:solidFill>
                <a:srgbClr val="2B3348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 sz="1799"/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61F0550D-5623-2177-6486-178139C0A365}"/>
                </a:ext>
              </a:extLst>
            </p:cNvPr>
            <p:cNvSpPr txBox="1"/>
            <p:nvPr/>
          </p:nvSpPr>
          <p:spPr>
            <a:xfrm>
              <a:off x="1540508" y="4393343"/>
              <a:ext cx="646332" cy="52749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JP" sz="1799" dirty="0">
                  <a:solidFill>
                    <a:srgbClr val="2B3348"/>
                  </a:solidFill>
                  <a:latin typeface="Noto Sans CJK JP Regular" panose="020B0500000000000000" pitchFamily="34" charset="-128"/>
                  <a:ea typeface="Noto Sans CJK JP Regular" panose="020B0500000000000000" pitchFamily="34" charset="-128"/>
                  <a:cs typeface="IPAPGothic"/>
                </a:rPr>
                <a:t>住所</a:t>
              </a:r>
            </a:p>
          </p:txBody>
        </p:sp>
      </p:grp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B2D9D8E9-369C-D611-615D-D752E23796D8}"/>
              </a:ext>
            </a:extLst>
          </p:cNvPr>
          <p:cNvCxnSpPr>
            <a:cxnSpLocks/>
            <a:stCxn id="31" idx="0"/>
            <a:endCxn id="35" idx="5"/>
          </p:cNvCxnSpPr>
          <p:nvPr/>
        </p:nvCxnSpPr>
        <p:spPr>
          <a:xfrm flipH="1" flipV="1">
            <a:off x="1130604" y="1387214"/>
            <a:ext cx="859048" cy="415853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644AEC52-E750-E0EF-7F16-AC2908E4AFA2}"/>
              </a:ext>
            </a:extLst>
          </p:cNvPr>
          <p:cNvCxnSpPr>
            <a:cxnSpLocks/>
            <a:stCxn id="31" idx="1"/>
            <a:endCxn id="37" idx="6"/>
          </p:cNvCxnSpPr>
          <p:nvPr/>
        </p:nvCxnSpPr>
        <p:spPr>
          <a:xfrm flipH="1">
            <a:off x="1184922" y="2055066"/>
            <a:ext cx="159316" cy="2668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C577BFB6-CF75-B610-148F-22060812388F}"/>
              </a:ext>
            </a:extLst>
          </p:cNvPr>
          <p:cNvCxnSpPr>
            <a:cxnSpLocks/>
            <a:stCxn id="31" idx="0"/>
            <a:endCxn id="39" idx="3"/>
          </p:cNvCxnSpPr>
          <p:nvPr/>
        </p:nvCxnSpPr>
        <p:spPr>
          <a:xfrm flipV="1">
            <a:off x="1989654" y="1381816"/>
            <a:ext cx="838267" cy="421244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52" name="Group 51">
            <a:extLst>
              <a:ext uri="{FF2B5EF4-FFF2-40B4-BE49-F238E27FC236}">
                <a16:creationId xmlns:a16="http://schemas.microsoft.com/office/drawing/2014/main" id="{CD114302-9D93-AB91-A459-C5491C669AFB}"/>
              </a:ext>
            </a:extLst>
          </p:cNvPr>
          <p:cNvGrpSpPr/>
          <p:nvPr/>
        </p:nvGrpSpPr>
        <p:grpSpPr>
          <a:xfrm>
            <a:off x="3427725" y="1626117"/>
            <a:ext cx="1367169" cy="864096"/>
            <a:chOff x="2195490" y="1654797"/>
            <a:chExt cx="1367169" cy="864096"/>
          </a:xfrm>
        </p:grpSpPr>
        <p:sp>
          <p:nvSpPr>
            <p:cNvPr id="53" name="Diamond 52">
              <a:extLst>
                <a:ext uri="{FF2B5EF4-FFF2-40B4-BE49-F238E27FC236}">
                  <a16:creationId xmlns:a16="http://schemas.microsoft.com/office/drawing/2014/main" id="{48189DEE-BE83-A9EE-E102-90A402B8CB86}"/>
                </a:ext>
              </a:extLst>
            </p:cNvPr>
            <p:cNvSpPr/>
            <p:nvPr/>
          </p:nvSpPr>
          <p:spPr>
            <a:xfrm>
              <a:off x="2195490" y="1654797"/>
              <a:ext cx="1367169" cy="864096"/>
            </a:xfrm>
            <a:prstGeom prst="diamond">
              <a:avLst/>
            </a:prstGeom>
            <a:noFill/>
            <a:ln w="19050">
              <a:solidFill>
                <a:srgbClr val="2B3348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 sz="1799"/>
            </a:p>
          </p:txBody>
        </p: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09A9AFC5-934F-DEF0-6CE8-6BC8A1D3EB69}"/>
                </a:ext>
              </a:extLst>
            </p:cNvPr>
            <p:cNvSpPr txBox="1"/>
            <p:nvPr/>
          </p:nvSpPr>
          <p:spPr>
            <a:xfrm>
              <a:off x="2325076" y="1902179"/>
              <a:ext cx="1107996" cy="36920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JP" sz="1799" dirty="0">
                  <a:solidFill>
                    <a:srgbClr val="2B3348"/>
                  </a:solidFill>
                  <a:latin typeface="Noto Sans CJK JP Regular" panose="020B0500000000000000" pitchFamily="34" charset="-128"/>
                  <a:ea typeface="Noto Sans CJK JP Regular" panose="020B0500000000000000" pitchFamily="34" charset="-128"/>
                  <a:cs typeface="IPAPGothic"/>
                </a:rPr>
                <a:t>購買履歴</a:t>
              </a:r>
            </a:p>
          </p:txBody>
        </p:sp>
      </p:grpSp>
      <p:sp>
        <p:nvSpPr>
          <p:cNvPr id="58" name="Rectangle 57">
            <a:extLst>
              <a:ext uri="{FF2B5EF4-FFF2-40B4-BE49-F238E27FC236}">
                <a16:creationId xmlns:a16="http://schemas.microsoft.com/office/drawing/2014/main" id="{4E87100D-2C1C-08E2-D2BB-026C678631E5}"/>
              </a:ext>
            </a:extLst>
          </p:cNvPr>
          <p:cNvSpPr/>
          <p:nvPr/>
        </p:nvSpPr>
        <p:spPr>
          <a:xfrm>
            <a:off x="3478401" y="2912706"/>
            <a:ext cx="1290821" cy="504000"/>
          </a:xfrm>
          <a:prstGeom prst="rect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</a:rPr>
              <a:t>注文</a:t>
            </a:r>
          </a:p>
        </p:txBody>
      </p:sp>
      <p:grpSp>
        <p:nvGrpSpPr>
          <p:cNvPr id="71" name="Group 70">
            <a:extLst>
              <a:ext uri="{FF2B5EF4-FFF2-40B4-BE49-F238E27FC236}">
                <a16:creationId xmlns:a16="http://schemas.microsoft.com/office/drawing/2014/main" id="{3F7699A7-1145-2C86-0D93-362FC0B986ED}"/>
              </a:ext>
            </a:extLst>
          </p:cNvPr>
          <p:cNvGrpSpPr/>
          <p:nvPr/>
        </p:nvGrpSpPr>
        <p:grpSpPr>
          <a:xfrm>
            <a:off x="2920278" y="4229840"/>
            <a:ext cx="1152128" cy="504000"/>
            <a:chOff x="2496982" y="4281303"/>
            <a:chExt cx="1152128" cy="720080"/>
          </a:xfrm>
        </p:grpSpPr>
        <p:sp>
          <p:nvSpPr>
            <p:cNvPr id="72" name="Oval 71">
              <a:extLst>
                <a:ext uri="{FF2B5EF4-FFF2-40B4-BE49-F238E27FC236}">
                  <a16:creationId xmlns:a16="http://schemas.microsoft.com/office/drawing/2014/main" id="{0775483D-AFEB-524B-6F96-137A0C1B5475}"/>
                </a:ext>
              </a:extLst>
            </p:cNvPr>
            <p:cNvSpPr/>
            <p:nvPr/>
          </p:nvSpPr>
          <p:spPr>
            <a:xfrm>
              <a:off x="2496982" y="4281303"/>
              <a:ext cx="1152128" cy="720080"/>
            </a:xfrm>
            <a:prstGeom prst="ellipse">
              <a:avLst/>
            </a:prstGeom>
            <a:noFill/>
            <a:ln w="19050">
              <a:solidFill>
                <a:srgbClr val="2B3348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 sz="1799"/>
            </a:p>
          </p:txBody>
        </p:sp>
        <p:sp>
          <p:nvSpPr>
            <p:cNvPr id="73" name="TextBox 72">
              <a:extLst>
                <a:ext uri="{FF2B5EF4-FFF2-40B4-BE49-F238E27FC236}">
                  <a16:creationId xmlns:a16="http://schemas.microsoft.com/office/drawing/2014/main" id="{8232E71D-5F76-68FF-5EA6-73B27EE5DA8C}"/>
                </a:ext>
              </a:extLst>
            </p:cNvPr>
            <p:cNvSpPr txBox="1"/>
            <p:nvPr/>
          </p:nvSpPr>
          <p:spPr>
            <a:xfrm>
              <a:off x="2636867" y="4396486"/>
              <a:ext cx="872355" cy="52749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JP" sz="1799" u="sng" dirty="0">
                  <a:solidFill>
                    <a:srgbClr val="2B3348"/>
                  </a:solidFill>
                  <a:latin typeface="Noto Sans CJK JP Regular" panose="020B0500000000000000" pitchFamily="34" charset="-128"/>
                  <a:ea typeface="Noto Sans CJK JP Regular" panose="020B0500000000000000" pitchFamily="34" charset="-128"/>
                  <a:cs typeface="IPAPGothic"/>
                </a:rPr>
                <a:t>注文ID</a:t>
              </a:r>
            </a:p>
          </p:txBody>
        </p:sp>
      </p:grpSp>
      <p:grpSp>
        <p:nvGrpSpPr>
          <p:cNvPr id="74" name="Group 73">
            <a:extLst>
              <a:ext uri="{FF2B5EF4-FFF2-40B4-BE49-F238E27FC236}">
                <a16:creationId xmlns:a16="http://schemas.microsoft.com/office/drawing/2014/main" id="{52FE01A4-5E0D-A1E9-F71E-2909EE5E34C1}"/>
              </a:ext>
            </a:extLst>
          </p:cNvPr>
          <p:cNvGrpSpPr/>
          <p:nvPr/>
        </p:nvGrpSpPr>
        <p:grpSpPr>
          <a:xfrm>
            <a:off x="5592885" y="4229844"/>
            <a:ext cx="1152127" cy="503999"/>
            <a:chOff x="1275507" y="4281303"/>
            <a:chExt cx="1152128" cy="720080"/>
          </a:xfrm>
        </p:grpSpPr>
        <p:sp>
          <p:nvSpPr>
            <p:cNvPr id="75" name="Oval 74">
              <a:extLst>
                <a:ext uri="{FF2B5EF4-FFF2-40B4-BE49-F238E27FC236}">
                  <a16:creationId xmlns:a16="http://schemas.microsoft.com/office/drawing/2014/main" id="{90455E9B-9EEB-6260-8368-CEA6D8D66698}"/>
                </a:ext>
              </a:extLst>
            </p:cNvPr>
            <p:cNvSpPr/>
            <p:nvPr/>
          </p:nvSpPr>
          <p:spPr>
            <a:xfrm>
              <a:off x="1275507" y="4281303"/>
              <a:ext cx="1152128" cy="720080"/>
            </a:xfrm>
            <a:prstGeom prst="ellipse">
              <a:avLst/>
            </a:prstGeom>
            <a:noFill/>
            <a:ln w="19050">
              <a:solidFill>
                <a:srgbClr val="2B3348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 sz="1799"/>
            </a:p>
          </p:txBody>
        </p:sp>
        <p:sp>
          <p:nvSpPr>
            <p:cNvPr id="76" name="TextBox 75">
              <a:extLst>
                <a:ext uri="{FF2B5EF4-FFF2-40B4-BE49-F238E27FC236}">
                  <a16:creationId xmlns:a16="http://schemas.microsoft.com/office/drawing/2014/main" id="{DDFF2ACC-BFD6-4D58-886E-04562EBC8E69}"/>
                </a:ext>
              </a:extLst>
            </p:cNvPr>
            <p:cNvSpPr txBox="1"/>
            <p:nvPr/>
          </p:nvSpPr>
          <p:spPr>
            <a:xfrm>
              <a:off x="1540508" y="4393343"/>
              <a:ext cx="646332" cy="52749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799" dirty="0" err="1">
                  <a:solidFill>
                    <a:srgbClr val="2B3348"/>
                  </a:solidFill>
                  <a:latin typeface="Noto Sans CJK JP Regular" panose="020B0500000000000000" pitchFamily="34" charset="-128"/>
                  <a:ea typeface="Noto Sans CJK JP Regular" panose="020B0500000000000000" pitchFamily="34" charset="-128"/>
                  <a:cs typeface="IPAPGothic"/>
                </a:rPr>
                <a:t>数量</a:t>
              </a:r>
              <a:endPara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endParaRPr>
            </a:p>
          </p:txBody>
        </p:sp>
      </p:grp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8867F22D-1EFD-83BF-CA76-F84977A497D1}"/>
              </a:ext>
            </a:extLst>
          </p:cNvPr>
          <p:cNvCxnSpPr>
            <a:cxnSpLocks/>
            <a:stCxn id="58" idx="2"/>
            <a:endCxn id="72" idx="0"/>
          </p:cNvCxnSpPr>
          <p:nvPr/>
        </p:nvCxnSpPr>
        <p:spPr>
          <a:xfrm flipH="1">
            <a:off x="3496346" y="3416707"/>
            <a:ext cx="627469" cy="813134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2D8E764F-2626-DA80-616E-5C6B8C8DF42A}"/>
              </a:ext>
            </a:extLst>
          </p:cNvPr>
          <p:cNvCxnSpPr>
            <a:cxnSpLocks/>
            <a:stCxn id="20" idx="2"/>
            <a:endCxn id="75" idx="0"/>
          </p:cNvCxnSpPr>
          <p:nvPr/>
        </p:nvCxnSpPr>
        <p:spPr>
          <a:xfrm>
            <a:off x="6163059" y="3608345"/>
            <a:ext cx="5892" cy="621492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Straight Connector 82">
            <a:extLst>
              <a:ext uri="{FF2B5EF4-FFF2-40B4-BE49-F238E27FC236}">
                <a16:creationId xmlns:a16="http://schemas.microsoft.com/office/drawing/2014/main" id="{3FBD417E-2FB8-0912-D625-94A929C07166}"/>
              </a:ext>
            </a:extLst>
          </p:cNvPr>
          <p:cNvCxnSpPr>
            <a:cxnSpLocks/>
            <a:stCxn id="53" idx="1"/>
            <a:endCxn id="31" idx="3"/>
          </p:cNvCxnSpPr>
          <p:nvPr/>
        </p:nvCxnSpPr>
        <p:spPr>
          <a:xfrm flipH="1" flipV="1">
            <a:off x="2635066" y="2055061"/>
            <a:ext cx="792661" cy="3104"/>
          </a:xfrm>
          <a:prstGeom prst="line">
            <a:avLst/>
          </a:prstGeom>
          <a:ln w="19050">
            <a:solidFill>
              <a:srgbClr val="2B3348"/>
            </a:solidFill>
            <a:tailEnd type="arrow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D47B33A8-DF0E-B706-CE43-C00DF7603B66}"/>
              </a:ext>
            </a:extLst>
          </p:cNvPr>
          <p:cNvCxnSpPr>
            <a:cxnSpLocks/>
            <a:stCxn id="53" idx="2"/>
            <a:endCxn id="58" idx="0"/>
          </p:cNvCxnSpPr>
          <p:nvPr/>
        </p:nvCxnSpPr>
        <p:spPr>
          <a:xfrm>
            <a:off x="4111312" y="2490217"/>
            <a:ext cx="12503" cy="422489"/>
          </a:xfrm>
          <a:prstGeom prst="line">
            <a:avLst/>
          </a:prstGeom>
          <a:ln w="8890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03" name="Group 102">
            <a:extLst>
              <a:ext uri="{FF2B5EF4-FFF2-40B4-BE49-F238E27FC236}">
                <a16:creationId xmlns:a16="http://schemas.microsoft.com/office/drawing/2014/main" id="{997F365A-E9ED-FDFE-5F5D-69FAF08DDC5C}"/>
              </a:ext>
            </a:extLst>
          </p:cNvPr>
          <p:cNvGrpSpPr/>
          <p:nvPr/>
        </p:nvGrpSpPr>
        <p:grpSpPr>
          <a:xfrm>
            <a:off x="4084072" y="4268141"/>
            <a:ext cx="1152128" cy="504000"/>
            <a:chOff x="4379313" y="430921"/>
            <a:chExt cx="1152128" cy="503999"/>
          </a:xfrm>
        </p:grpSpPr>
        <p:sp>
          <p:nvSpPr>
            <p:cNvPr id="104" name="Oval 103">
              <a:extLst>
                <a:ext uri="{FF2B5EF4-FFF2-40B4-BE49-F238E27FC236}">
                  <a16:creationId xmlns:a16="http://schemas.microsoft.com/office/drawing/2014/main" id="{BA9AB9DE-B74D-A5BD-DAF7-A57DB9D411C1}"/>
                </a:ext>
              </a:extLst>
            </p:cNvPr>
            <p:cNvSpPr/>
            <p:nvPr/>
          </p:nvSpPr>
          <p:spPr>
            <a:xfrm>
              <a:off x="4379313" y="430921"/>
              <a:ext cx="1152128" cy="503999"/>
            </a:xfrm>
            <a:prstGeom prst="ellipse">
              <a:avLst/>
            </a:prstGeom>
            <a:noFill/>
            <a:ln w="19050">
              <a:solidFill>
                <a:srgbClr val="2B3348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 sz="1799"/>
            </a:p>
          </p:txBody>
        </p:sp>
        <p:sp>
          <p:nvSpPr>
            <p:cNvPr id="105" name="TextBox 104">
              <a:extLst>
                <a:ext uri="{FF2B5EF4-FFF2-40B4-BE49-F238E27FC236}">
                  <a16:creationId xmlns:a16="http://schemas.microsoft.com/office/drawing/2014/main" id="{B9EB67F3-ABCB-3243-687C-C7B2261D805C}"/>
                </a:ext>
              </a:extLst>
            </p:cNvPr>
            <p:cNvSpPr txBox="1"/>
            <p:nvPr/>
          </p:nvSpPr>
          <p:spPr>
            <a:xfrm>
              <a:off x="4529213" y="516743"/>
              <a:ext cx="877163" cy="36920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JP" sz="1799" dirty="0">
                  <a:solidFill>
                    <a:srgbClr val="2B3348"/>
                  </a:solidFill>
                  <a:latin typeface="Noto Sans CJK JP Regular" panose="020B0500000000000000" pitchFamily="34" charset="-128"/>
                  <a:ea typeface="Noto Sans CJK JP Regular" panose="020B0500000000000000" pitchFamily="34" charset="-128"/>
                  <a:cs typeface="IPAPGothic"/>
                </a:rPr>
                <a:t>注文日</a:t>
              </a:r>
            </a:p>
          </p:txBody>
        </p:sp>
      </p:grpSp>
      <p:cxnSp>
        <p:nvCxnSpPr>
          <p:cNvPr id="106" name="Straight Connector 105">
            <a:extLst>
              <a:ext uri="{FF2B5EF4-FFF2-40B4-BE49-F238E27FC236}">
                <a16:creationId xmlns:a16="http://schemas.microsoft.com/office/drawing/2014/main" id="{53DEF01B-2C4E-491D-64B5-652CB59F47F8}"/>
              </a:ext>
            </a:extLst>
          </p:cNvPr>
          <p:cNvCxnSpPr>
            <a:cxnSpLocks/>
            <a:stCxn id="58" idx="2"/>
            <a:endCxn id="104" idx="0"/>
          </p:cNvCxnSpPr>
          <p:nvPr/>
        </p:nvCxnSpPr>
        <p:spPr>
          <a:xfrm>
            <a:off x="4123815" y="3416703"/>
            <a:ext cx="536325" cy="851434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5" name="Group 14">
            <a:extLst>
              <a:ext uri="{FF2B5EF4-FFF2-40B4-BE49-F238E27FC236}">
                <a16:creationId xmlns:a16="http://schemas.microsoft.com/office/drawing/2014/main" id="{EAD08148-C39C-448C-60DA-76975ED2B952}"/>
              </a:ext>
            </a:extLst>
          </p:cNvPr>
          <p:cNvGrpSpPr/>
          <p:nvPr/>
        </p:nvGrpSpPr>
        <p:grpSpPr>
          <a:xfrm>
            <a:off x="5479476" y="2744249"/>
            <a:ext cx="1367169" cy="864096"/>
            <a:chOff x="2195490" y="1654797"/>
            <a:chExt cx="1367169" cy="864096"/>
          </a:xfrm>
        </p:grpSpPr>
        <p:sp>
          <p:nvSpPr>
            <p:cNvPr id="20" name="Diamond 19">
              <a:extLst>
                <a:ext uri="{FF2B5EF4-FFF2-40B4-BE49-F238E27FC236}">
                  <a16:creationId xmlns:a16="http://schemas.microsoft.com/office/drawing/2014/main" id="{FE6ACFEA-3601-497C-D373-7884F33F4FD8}"/>
                </a:ext>
              </a:extLst>
            </p:cNvPr>
            <p:cNvSpPr/>
            <p:nvPr/>
          </p:nvSpPr>
          <p:spPr>
            <a:xfrm>
              <a:off x="2195490" y="1654797"/>
              <a:ext cx="1367169" cy="864096"/>
            </a:xfrm>
            <a:prstGeom prst="diamond">
              <a:avLst/>
            </a:prstGeom>
            <a:noFill/>
            <a:ln w="19050">
              <a:solidFill>
                <a:srgbClr val="2B3348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 sz="1799"/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5CA2701C-DF31-1DB8-9F2B-07AAA44E537E}"/>
                </a:ext>
              </a:extLst>
            </p:cNvPr>
            <p:cNvSpPr txBox="1"/>
            <p:nvPr/>
          </p:nvSpPr>
          <p:spPr>
            <a:xfrm>
              <a:off x="2536400" y="1906796"/>
              <a:ext cx="646331" cy="36920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JP" sz="1799" dirty="0">
                  <a:solidFill>
                    <a:srgbClr val="2B3348"/>
                  </a:solidFill>
                  <a:latin typeface="Noto Sans CJK JP Regular" panose="020B0500000000000000" pitchFamily="34" charset="-128"/>
                  <a:ea typeface="Noto Sans CJK JP Regular" panose="020B0500000000000000" pitchFamily="34" charset="-128"/>
                  <a:cs typeface="IPAPGothic"/>
                </a:rPr>
                <a:t>明細</a:t>
              </a:r>
            </a:p>
          </p:txBody>
        </p:sp>
      </p:grp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29F72EF2-B5A3-3D4E-2FFB-FE12DA29153E}"/>
              </a:ext>
            </a:extLst>
          </p:cNvPr>
          <p:cNvCxnSpPr>
            <a:cxnSpLocks/>
            <a:stCxn id="58" idx="3"/>
            <a:endCxn id="20" idx="1"/>
          </p:cNvCxnSpPr>
          <p:nvPr/>
        </p:nvCxnSpPr>
        <p:spPr>
          <a:xfrm>
            <a:off x="4769220" y="3164706"/>
            <a:ext cx="710250" cy="11593"/>
          </a:xfrm>
          <a:prstGeom prst="line">
            <a:avLst/>
          </a:prstGeom>
          <a:ln w="88900">
            <a:solidFill>
              <a:srgbClr val="2B3348"/>
            </a:solidFill>
            <a:headEnd type="non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50" name="Group 49">
            <a:extLst>
              <a:ext uri="{FF2B5EF4-FFF2-40B4-BE49-F238E27FC236}">
                <a16:creationId xmlns:a16="http://schemas.microsoft.com/office/drawing/2014/main" id="{BA797A9E-539E-126C-D7C8-C241EE2C45F4}"/>
              </a:ext>
            </a:extLst>
          </p:cNvPr>
          <p:cNvGrpSpPr/>
          <p:nvPr/>
        </p:nvGrpSpPr>
        <p:grpSpPr>
          <a:xfrm>
            <a:off x="1500867" y="2713740"/>
            <a:ext cx="985117" cy="677633"/>
            <a:chOff x="4802511" y="3766326"/>
            <a:chExt cx="985117" cy="677632"/>
          </a:xfrm>
        </p:grpSpPr>
        <p:sp>
          <p:nvSpPr>
            <p:cNvPr id="51" name="Triangle 50">
              <a:extLst>
                <a:ext uri="{FF2B5EF4-FFF2-40B4-BE49-F238E27FC236}">
                  <a16:creationId xmlns:a16="http://schemas.microsoft.com/office/drawing/2014/main" id="{14BC10DF-D487-5AF6-6E0D-70AF067F7E31}"/>
                </a:ext>
              </a:extLst>
            </p:cNvPr>
            <p:cNvSpPr/>
            <p:nvPr/>
          </p:nvSpPr>
          <p:spPr>
            <a:xfrm>
              <a:off x="4802511" y="3766326"/>
              <a:ext cx="985117" cy="677632"/>
            </a:xfrm>
            <a:prstGeom prst="triangle">
              <a:avLst/>
            </a:prstGeom>
            <a:noFill/>
            <a:ln w="25400">
              <a:solidFill>
                <a:srgbClr val="2B3348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 sz="1799"/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DF27D684-79A3-0357-1716-7A1EFD476990}"/>
                </a:ext>
              </a:extLst>
            </p:cNvPr>
            <p:cNvSpPr txBox="1"/>
            <p:nvPr/>
          </p:nvSpPr>
          <p:spPr>
            <a:xfrm>
              <a:off x="5017589" y="4013238"/>
              <a:ext cx="554960" cy="39998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JP" sz="1999" dirty="0">
                  <a:solidFill>
                    <a:srgbClr val="2B3348"/>
                  </a:solidFill>
                  <a:latin typeface="Arial" panose="020B0604020202020204" pitchFamily="34" charset="0"/>
                  <a:ea typeface="Noto Sans CJK JP Regular" panose="020B0500000000000000" pitchFamily="34" charset="-128"/>
                  <a:cs typeface="Arial" panose="020B0604020202020204" pitchFamily="34" charset="0"/>
                </a:rPr>
                <a:t>IsA</a:t>
              </a:r>
            </a:p>
          </p:txBody>
        </p:sp>
      </p:grp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BD88701D-2077-63F2-B3BA-E3FA32D6DA46}"/>
              </a:ext>
            </a:extLst>
          </p:cNvPr>
          <p:cNvCxnSpPr>
            <a:cxnSpLocks/>
            <a:stCxn id="51" idx="0"/>
            <a:endCxn id="31" idx="2"/>
          </p:cNvCxnSpPr>
          <p:nvPr/>
        </p:nvCxnSpPr>
        <p:spPr>
          <a:xfrm flipH="1" flipV="1">
            <a:off x="1989649" y="2307060"/>
            <a:ext cx="3770" cy="406674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Rectangle 59">
            <a:extLst>
              <a:ext uri="{FF2B5EF4-FFF2-40B4-BE49-F238E27FC236}">
                <a16:creationId xmlns:a16="http://schemas.microsoft.com/office/drawing/2014/main" id="{166FB9D4-5A6A-F707-C8F9-32D7AD10727B}"/>
              </a:ext>
            </a:extLst>
          </p:cNvPr>
          <p:cNvSpPr/>
          <p:nvPr/>
        </p:nvSpPr>
        <p:spPr>
          <a:xfrm>
            <a:off x="1352546" y="3773763"/>
            <a:ext cx="1290821" cy="504000"/>
          </a:xfrm>
          <a:prstGeom prst="rect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JP" sz="16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</a:rPr>
              <a:t>有料会員</a:t>
            </a:r>
          </a:p>
        </p:txBody>
      </p: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613ABC1E-BD2F-12C2-2FA7-D102D3025A97}"/>
              </a:ext>
            </a:extLst>
          </p:cNvPr>
          <p:cNvCxnSpPr>
            <a:cxnSpLocks/>
            <a:stCxn id="60" idx="0"/>
            <a:endCxn id="51" idx="3"/>
          </p:cNvCxnSpPr>
          <p:nvPr/>
        </p:nvCxnSpPr>
        <p:spPr>
          <a:xfrm flipH="1" flipV="1">
            <a:off x="1993425" y="3391372"/>
            <a:ext cx="4535" cy="382393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66" name="Group 65">
            <a:extLst>
              <a:ext uri="{FF2B5EF4-FFF2-40B4-BE49-F238E27FC236}">
                <a16:creationId xmlns:a16="http://schemas.microsoft.com/office/drawing/2014/main" id="{2FCC6879-5FC4-E65E-5D7D-3B88FB71BAFE}"/>
              </a:ext>
            </a:extLst>
          </p:cNvPr>
          <p:cNvGrpSpPr/>
          <p:nvPr/>
        </p:nvGrpSpPr>
        <p:grpSpPr>
          <a:xfrm>
            <a:off x="1424164" y="4526790"/>
            <a:ext cx="1152128" cy="503999"/>
            <a:chOff x="1275507" y="4281303"/>
            <a:chExt cx="1152128" cy="720080"/>
          </a:xfrm>
        </p:grpSpPr>
        <p:sp>
          <p:nvSpPr>
            <p:cNvPr id="67" name="Oval 66">
              <a:extLst>
                <a:ext uri="{FF2B5EF4-FFF2-40B4-BE49-F238E27FC236}">
                  <a16:creationId xmlns:a16="http://schemas.microsoft.com/office/drawing/2014/main" id="{02014A26-D8FF-A1E7-421C-0853AEDC42FC}"/>
                </a:ext>
              </a:extLst>
            </p:cNvPr>
            <p:cNvSpPr/>
            <p:nvPr/>
          </p:nvSpPr>
          <p:spPr>
            <a:xfrm>
              <a:off x="1275507" y="4281303"/>
              <a:ext cx="1152128" cy="720080"/>
            </a:xfrm>
            <a:prstGeom prst="ellipse">
              <a:avLst/>
            </a:prstGeom>
            <a:noFill/>
            <a:ln w="19050">
              <a:solidFill>
                <a:srgbClr val="2B3348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 sz="1799"/>
            </a:p>
          </p:txBody>
        </p:sp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CFFC7C7B-9DA3-F8FD-3FDA-3EDE26E82D19}"/>
                </a:ext>
              </a:extLst>
            </p:cNvPr>
            <p:cNvSpPr txBox="1"/>
            <p:nvPr/>
          </p:nvSpPr>
          <p:spPr>
            <a:xfrm>
              <a:off x="1426208" y="4393343"/>
              <a:ext cx="877163" cy="52749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799" dirty="0" err="1">
                  <a:solidFill>
                    <a:srgbClr val="2B3348"/>
                  </a:solidFill>
                  <a:latin typeface="Noto Sans CJK JP Regular" panose="020B0500000000000000" pitchFamily="34" charset="-128"/>
                  <a:ea typeface="Noto Sans CJK JP Regular" panose="020B0500000000000000" pitchFamily="34" charset="-128"/>
                  <a:cs typeface="IPAPGothic"/>
                </a:rPr>
                <a:t>登録日</a:t>
              </a:r>
              <a:endPara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endParaRPr>
            </a:p>
          </p:txBody>
        </p:sp>
      </p:grpSp>
      <p:cxnSp>
        <p:nvCxnSpPr>
          <p:cNvPr id="69" name="Straight Connector 68">
            <a:extLst>
              <a:ext uri="{FF2B5EF4-FFF2-40B4-BE49-F238E27FC236}">
                <a16:creationId xmlns:a16="http://schemas.microsoft.com/office/drawing/2014/main" id="{6A296599-6E28-B35F-C9E8-4DE7557C3DF2}"/>
              </a:ext>
            </a:extLst>
          </p:cNvPr>
          <p:cNvCxnSpPr>
            <a:cxnSpLocks/>
            <a:stCxn id="60" idx="2"/>
            <a:endCxn id="67" idx="0"/>
          </p:cNvCxnSpPr>
          <p:nvPr/>
        </p:nvCxnSpPr>
        <p:spPr>
          <a:xfrm>
            <a:off x="1997957" y="4277763"/>
            <a:ext cx="2273" cy="249025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1779118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 19">
            <a:extLst>
              <a:ext uri="{FF2B5EF4-FFF2-40B4-BE49-F238E27FC236}">
                <a16:creationId xmlns:a16="http://schemas.microsoft.com/office/drawing/2014/main" id="{5ECC23F4-4CB6-DCFC-DDDC-E3488F169565}"/>
              </a:ext>
            </a:extLst>
          </p:cNvPr>
          <p:cNvSpPr/>
          <p:nvPr/>
        </p:nvSpPr>
        <p:spPr>
          <a:xfrm>
            <a:off x="1763691" y="2266270"/>
            <a:ext cx="1290821" cy="610969"/>
          </a:xfrm>
          <a:prstGeom prst="rect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</a:rPr>
              <a:t>ユーザ</a:t>
            </a:r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E5843A2E-8A6D-2E97-1E2A-4CEBCF995E02}"/>
              </a:ext>
            </a:extLst>
          </p:cNvPr>
          <p:cNvSpPr/>
          <p:nvPr/>
        </p:nvSpPr>
        <p:spPr>
          <a:xfrm>
            <a:off x="1833037" y="1094902"/>
            <a:ext cx="1152127" cy="720080"/>
          </a:xfrm>
          <a:prstGeom prst="ellipse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BED695D-68CA-3C10-02CC-84A962A481E5}"/>
              </a:ext>
            </a:extLst>
          </p:cNvPr>
          <p:cNvSpPr txBox="1"/>
          <p:nvPr/>
        </p:nvSpPr>
        <p:spPr>
          <a:xfrm>
            <a:off x="1865685" y="1279694"/>
            <a:ext cx="1107996" cy="3692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799" u="sng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ユーザ名</a:t>
            </a:r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72AA8096-A93C-2626-E5E4-C1ACAE0C8B17}"/>
              </a:ext>
            </a:extLst>
          </p:cNvPr>
          <p:cNvCxnSpPr>
            <a:cxnSpLocks/>
            <a:stCxn id="20" idx="0"/>
            <a:endCxn id="21" idx="4"/>
          </p:cNvCxnSpPr>
          <p:nvPr/>
        </p:nvCxnSpPr>
        <p:spPr>
          <a:xfrm flipV="1">
            <a:off x="2409099" y="1814988"/>
            <a:ext cx="0" cy="451283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Oval 23">
            <a:extLst>
              <a:ext uri="{FF2B5EF4-FFF2-40B4-BE49-F238E27FC236}">
                <a16:creationId xmlns:a16="http://schemas.microsoft.com/office/drawing/2014/main" id="{46FA9648-B20D-DE0B-789B-7F010BC31F86}"/>
              </a:ext>
            </a:extLst>
          </p:cNvPr>
          <p:cNvSpPr/>
          <p:nvPr/>
        </p:nvSpPr>
        <p:spPr>
          <a:xfrm>
            <a:off x="650555" y="3583104"/>
            <a:ext cx="1152127" cy="720080"/>
          </a:xfrm>
          <a:prstGeom prst="ellipse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882C1FE-9BCB-6FB9-27D0-455FC989B58F}"/>
              </a:ext>
            </a:extLst>
          </p:cNvPr>
          <p:cNvSpPr txBox="1"/>
          <p:nvPr/>
        </p:nvSpPr>
        <p:spPr>
          <a:xfrm>
            <a:off x="903457" y="3758478"/>
            <a:ext cx="646331" cy="3692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氏名</a:t>
            </a:r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2A764459-FBD2-69F9-59B7-2A7F426A102F}"/>
              </a:ext>
            </a:extLst>
          </p:cNvPr>
          <p:cNvSpPr/>
          <p:nvPr/>
        </p:nvSpPr>
        <p:spPr>
          <a:xfrm>
            <a:off x="3058832" y="3579862"/>
            <a:ext cx="1152127" cy="720080"/>
          </a:xfrm>
          <a:prstGeom prst="ellipse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68E90BD2-8D91-F034-6303-3DD211CC2F5D}"/>
              </a:ext>
            </a:extLst>
          </p:cNvPr>
          <p:cNvSpPr txBox="1"/>
          <p:nvPr/>
        </p:nvSpPr>
        <p:spPr>
          <a:xfrm>
            <a:off x="3242002" y="3765556"/>
            <a:ext cx="785793" cy="3692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email</a:t>
            </a:r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A9A9BC7F-6CEB-FD88-EE78-9CAF94D9E425}"/>
              </a:ext>
            </a:extLst>
          </p:cNvPr>
          <p:cNvSpPr/>
          <p:nvPr/>
        </p:nvSpPr>
        <p:spPr>
          <a:xfrm>
            <a:off x="1837357" y="3579862"/>
            <a:ext cx="1152127" cy="720080"/>
          </a:xfrm>
          <a:prstGeom prst="ellipse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DC4FB1B-A09F-764B-509A-A7809E3CC2C4}"/>
              </a:ext>
            </a:extLst>
          </p:cNvPr>
          <p:cNvSpPr txBox="1"/>
          <p:nvPr/>
        </p:nvSpPr>
        <p:spPr>
          <a:xfrm>
            <a:off x="2111013" y="3749999"/>
            <a:ext cx="646331" cy="3692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住所</a:t>
            </a:r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134481B1-D5B0-5833-32F8-F6655549BD9C}"/>
              </a:ext>
            </a:extLst>
          </p:cNvPr>
          <p:cNvCxnSpPr>
            <a:cxnSpLocks/>
            <a:stCxn id="20" idx="2"/>
            <a:endCxn id="24" idx="7"/>
          </p:cNvCxnSpPr>
          <p:nvPr/>
        </p:nvCxnSpPr>
        <p:spPr>
          <a:xfrm flipH="1">
            <a:off x="1633962" y="2877239"/>
            <a:ext cx="775143" cy="811323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0E735060-13EF-CC1F-C105-889D692C0512}"/>
              </a:ext>
            </a:extLst>
          </p:cNvPr>
          <p:cNvCxnSpPr>
            <a:cxnSpLocks/>
            <a:stCxn id="20" idx="2"/>
            <a:endCxn id="26" idx="1"/>
          </p:cNvCxnSpPr>
          <p:nvPr/>
        </p:nvCxnSpPr>
        <p:spPr>
          <a:xfrm>
            <a:off x="2409103" y="2877239"/>
            <a:ext cx="818454" cy="808081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5D767DF5-43CE-7902-856E-89493C3A859E}"/>
              </a:ext>
            </a:extLst>
          </p:cNvPr>
          <p:cNvCxnSpPr>
            <a:cxnSpLocks/>
            <a:stCxn id="20" idx="2"/>
            <a:endCxn id="28" idx="0"/>
          </p:cNvCxnSpPr>
          <p:nvPr/>
        </p:nvCxnSpPr>
        <p:spPr>
          <a:xfrm>
            <a:off x="2409103" y="2877234"/>
            <a:ext cx="4320" cy="702628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Diamond 41">
            <a:extLst>
              <a:ext uri="{FF2B5EF4-FFF2-40B4-BE49-F238E27FC236}">
                <a16:creationId xmlns:a16="http://schemas.microsoft.com/office/drawing/2014/main" id="{F76778E4-84D7-F633-DCA4-D22420EA05AF}"/>
              </a:ext>
            </a:extLst>
          </p:cNvPr>
          <p:cNvSpPr/>
          <p:nvPr/>
        </p:nvSpPr>
        <p:spPr>
          <a:xfrm>
            <a:off x="4096158" y="2139701"/>
            <a:ext cx="1367169" cy="864096"/>
          </a:xfrm>
          <a:prstGeom prst="diamond">
            <a:avLst/>
          </a:prstGeom>
          <a:noFill/>
          <a:ln w="7620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666ED887-6FD0-6DBF-7CCB-6AB05AC713F2}"/>
              </a:ext>
            </a:extLst>
          </p:cNvPr>
          <p:cNvSpPr txBox="1"/>
          <p:nvPr/>
        </p:nvSpPr>
        <p:spPr>
          <a:xfrm>
            <a:off x="4463764" y="2387083"/>
            <a:ext cx="646331" cy="3692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同居</a:t>
            </a: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89B67D0E-CE6E-EDF8-6FED-B8E2711C1A4A}"/>
              </a:ext>
            </a:extLst>
          </p:cNvPr>
          <p:cNvSpPr/>
          <p:nvPr/>
        </p:nvSpPr>
        <p:spPr>
          <a:xfrm>
            <a:off x="6444212" y="2266270"/>
            <a:ext cx="1290821" cy="610969"/>
          </a:xfrm>
          <a:prstGeom prst="rect">
            <a:avLst/>
          </a:prstGeom>
          <a:noFill/>
          <a:ln w="7620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</a:rPr>
              <a:t>家族</a:t>
            </a:r>
          </a:p>
        </p:txBody>
      </p: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77C75DDA-940C-F47B-3366-80D0C07D86AD}"/>
              </a:ext>
            </a:extLst>
          </p:cNvPr>
          <p:cNvCxnSpPr>
            <a:cxnSpLocks/>
            <a:stCxn id="20" idx="3"/>
            <a:endCxn id="42" idx="1"/>
          </p:cNvCxnSpPr>
          <p:nvPr/>
        </p:nvCxnSpPr>
        <p:spPr>
          <a:xfrm flipV="1">
            <a:off x="3054512" y="2571749"/>
            <a:ext cx="1041641" cy="3"/>
          </a:xfrm>
          <a:prstGeom prst="line">
            <a:avLst/>
          </a:prstGeom>
          <a:ln w="22225">
            <a:solidFill>
              <a:srgbClr val="2B3348"/>
            </a:solidFill>
            <a:head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7279B389-B86A-87F0-B023-95F91F157A40}"/>
              </a:ext>
            </a:extLst>
          </p:cNvPr>
          <p:cNvCxnSpPr>
            <a:cxnSpLocks/>
            <a:stCxn id="49" idx="1"/>
            <a:endCxn id="42" idx="3"/>
          </p:cNvCxnSpPr>
          <p:nvPr/>
        </p:nvCxnSpPr>
        <p:spPr>
          <a:xfrm flipH="1" flipV="1">
            <a:off x="5463327" y="2571754"/>
            <a:ext cx="980887" cy="1"/>
          </a:xfrm>
          <a:prstGeom prst="line">
            <a:avLst/>
          </a:prstGeom>
          <a:ln w="7620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E31E25B6-9BE8-521B-C491-8CD7E0DD2D02}"/>
              </a:ext>
            </a:extLst>
          </p:cNvPr>
          <p:cNvCxnSpPr>
            <a:cxnSpLocks/>
            <a:stCxn id="49" idx="2"/>
            <a:endCxn id="60" idx="0"/>
          </p:cNvCxnSpPr>
          <p:nvPr/>
        </p:nvCxnSpPr>
        <p:spPr>
          <a:xfrm flipH="1">
            <a:off x="6513555" y="2877233"/>
            <a:ext cx="576064" cy="702576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Oval 59">
            <a:extLst>
              <a:ext uri="{FF2B5EF4-FFF2-40B4-BE49-F238E27FC236}">
                <a16:creationId xmlns:a16="http://schemas.microsoft.com/office/drawing/2014/main" id="{714D81DB-E4C5-A9B0-2377-AE1DBA645FC6}"/>
              </a:ext>
            </a:extLst>
          </p:cNvPr>
          <p:cNvSpPr/>
          <p:nvPr/>
        </p:nvSpPr>
        <p:spPr>
          <a:xfrm>
            <a:off x="5937494" y="3579810"/>
            <a:ext cx="1152127" cy="720080"/>
          </a:xfrm>
          <a:prstGeom prst="ellipse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E47C83EF-3A62-68A3-5243-67B37D0FE538}"/>
              </a:ext>
            </a:extLst>
          </p:cNvPr>
          <p:cNvSpPr txBox="1"/>
          <p:nvPr/>
        </p:nvSpPr>
        <p:spPr>
          <a:xfrm>
            <a:off x="6190395" y="3755185"/>
            <a:ext cx="646331" cy="3692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氏名</a:t>
            </a:r>
          </a:p>
        </p:txBody>
      </p: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633E6383-C28B-3D08-13EF-95BD180F14A8}"/>
              </a:ext>
            </a:extLst>
          </p:cNvPr>
          <p:cNvCxnSpPr>
            <a:cxnSpLocks/>
          </p:cNvCxnSpPr>
          <p:nvPr/>
        </p:nvCxnSpPr>
        <p:spPr>
          <a:xfrm flipH="1">
            <a:off x="6296469" y="4115366"/>
            <a:ext cx="428859" cy="0"/>
          </a:xfrm>
          <a:prstGeom prst="line">
            <a:avLst/>
          </a:prstGeom>
          <a:ln w="19050">
            <a:solidFill>
              <a:srgbClr val="2B3348"/>
            </a:solidFill>
            <a:prstDash val="sysDot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Oval 72">
            <a:extLst>
              <a:ext uri="{FF2B5EF4-FFF2-40B4-BE49-F238E27FC236}">
                <a16:creationId xmlns:a16="http://schemas.microsoft.com/office/drawing/2014/main" id="{D6B4EA5F-6376-8114-47CB-FD48D98C08F0}"/>
              </a:ext>
            </a:extLst>
          </p:cNvPr>
          <p:cNvSpPr/>
          <p:nvPr/>
        </p:nvSpPr>
        <p:spPr>
          <a:xfrm>
            <a:off x="7158969" y="3579810"/>
            <a:ext cx="1152127" cy="720080"/>
          </a:xfrm>
          <a:prstGeom prst="ellipse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3A73768B-6F25-3EF1-8507-626C8EDE6C48}"/>
              </a:ext>
            </a:extLst>
          </p:cNvPr>
          <p:cNvSpPr txBox="1"/>
          <p:nvPr/>
        </p:nvSpPr>
        <p:spPr>
          <a:xfrm>
            <a:off x="7411870" y="3755185"/>
            <a:ext cx="646331" cy="3692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続柄</a:t>
            </a:r>
          </a:p>
        </p:txBody>
      </p:sp>
      <p:cxnSp>
        <p:nvCxnSpPr>
          <p:cNvPr id="76" name="Straight Connector 75">
            <a:extLst>
              <a:ext uri="{FF2B5EF4-FFF2-40B4-BE49-F238E27FC236}">
                <a16:creationId xmlns:a16="http://schemas.microsoft.com/office/drawing/2014/main" id="{1F573A91-E1CA-BCD8-C665-A6076A7730F2}"/>
              </a:ext>
            </a:extLst>
          </p:cNvPr>
          <p:cNvCxnSpPr>
            <a:cxnSpLocks/>
            <a:stCxn id="49" idx="2"/>
            <a:endCxn id="73" idx="0"/>
          </p:cNvCxnSpPr>
          <p:nvPr/>
        </p:nvCxnSpPr>
        <p:spPr>
          <a:xfrm>
            <a:off x="7089624" y="2877233"/>
            <a:ext cx="645411" cy="702576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4303424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6B98E23C-8DE0-D7BF-BE8D-6491FB80656E}"/>
              </a:ext>
            </a:extLst>
          </p:cNvPr>
          <p:cNvSpPr/>
          <p:nvPr/>
        </p:nvSpPr>
        <p:spPr>
          <a:xfrm>
            <a:off x="3910717" y="1448646"/>
            <a:ext cx="1290821" cy="610969"/>
          </a:xfrm>
          <a:prstGeom prst="rect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</a:rPr>
              <a:t>大学</a:t>
            </a:r>
          </a:p>
          <a:p>
            <a:pPr algn="ctr"/>
            <a:r>
              <a: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</a:rPr>
              <a:t>構成員</a:t>
            </a:r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8D2F0872-908D-82CA-AFA0-501AB7B41BC0}"/>
              </a:ext>
            </a:extLst>
          </p:cNvPr>
          <p:cNvGrpSpPr/>
          <p:nvPr/>
        </p:nvGrpSpPr>
        <p:grpSpPr>
          <a:xfrm>
            <a:off x="5515293" y="586267"/>
            <a:ext cx="1020690" cy="610967"/>
            <a:chOff x="1968792" y="3579862"/>
            <a:chExt cx="1020690" cy="610969"/>
          </a:xfrm>
        </p:grpSpPr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372CD325-1720-421A-3675-A49FFBEA5889}"/>
                </a:ext>
              </a:extLst>
            </p:cNvPr>
            <p:cNvSpPr/>
            <p:nvPr/>
          </p:nvSpPr>
          <p:spPr>
            <a:xfrm>
              <a:off x="1968792" y="3579862"/>
              <a:ext cx="1020690" cy="610969"/>
            </a:xfrm>
            <a:prstGeom prst="ellipse">
              <a:avLst/>
            </a:prstGeom>
            <a:noFill/>
            <a:ln w="19050">
              <a:solidFill>
                <a:srgbClr val="2B3348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 sz="1799"/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745CA5DD-515F-B588-A159-7F3E4E1DECF1}"/>
                </a:ext>
              </a:extLst>
            </p:cNvPr>
            <p:cNvSpPr txBox="1"/>
            <p:nvPr/>
          </p:nvSpPr>
          <p:spPr>
            <a:xfrm>
              <a:off x="2155971" y="3698546"/>
              <a:ext cx="646331" cy="36920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l"/>
              <a:r>
                <a:rPr lang="en-JP" sz="1799" dirty="0">
                  <a:solidFill>
                    <a:srgbClr val="2B3348"/>
                  </a:solidFill>
                  <a:latin typeface="Noto Sans CJK JP Regular" panose="020B0500000000000000" pitchFamily="34" charset="-128"/>
                  <a:ea typeface="Noto Sans CJK JP Regular" panose="020B0500000000000000" pitchFamily="34" charset="-128"/>
                  <a:cs typeface="IPAPGothic"/>
                </a:rPr>
                <a:t>所属</a:t>
              </a:r>
            </a:p>
          </p:txBody>
        </p:sp>
      </p:grp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454A645F-951E-576E-E038-3B9852F184BA}"/>
              </a:ext>
            </a:extLst>
          </p:cNvPr>
          <p:cNvCxnSpPr>
            <a:cxnSpLocks/>
            <a:stCxn id="36" idx="5"/>
          </p:cNvCxnSpPr>
          <p:nvPr/>
        </p:nvCxnSpPr>
        <p:spPr>
          <a:xfrm>
            <a:off x="3442781" y="1105630"/>
            <a:ext cx="472642" cy="372572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2A5A6E53-C875-D336-0A26-4019A9C638E0}"/>
              </a:ext>
            </a:extLst>
          </p:cNvPr>
          <p:cNvCxnSpPr>
            <a:cxnSpLocks/>
            <a:stCxn id="30" idx="4"/>
            <a:endCxn id="2" idx="0"/>
          </p:cNvCxnSpPr>
          <p:nvPr/>
        </p:nvCxnSpPr>
        <p:spPr>
          <a:xfrm>
            <a:off x="4556125" y="1015586"/>
            <a:ext cx="0" cy="433057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9" name="Group 28">
            <a:extLst>
              <a:ext uri="{FF2B5EF4-FFF2-40B4-BE49-F238E27FC236}">
                <a16:creationId xmlns:a16="http://schemas.microsoft.com/office/drawing/2014/main" id="{32703086-5A67-5DB6-0228-83EF0438A1B0}"/>
              </a:ext>
            </a:extLst>
          </p:cNvPr>
          <p:cNvGrpSpPr/>
          <p:nvPr/>
        </p:nvGrpSpPr>
        <p:grpSpPr>
          <a:xfrm>
            <a:off x="4045781" y="404614"/>
            <a:ext cx="1020690" cy="610967"/>
            <a:chOff x="1968792" y="3579862"/>
            <a:chExt cx="1020690" cy="610969"/>
          </a:xfrm>
        </p:grpSpPr>
        <p:sp>
          <p:nvSpPr>
            <p:cNvPr id="30" name="Oval 29">
              <a:extLst>
                <a:ext uri="{FF2B5EF4-FFF2-40B4-BE49-F238E27FC236}">
                  <a16:creationId xmlns:a16="http://schemas.microsoft.com/office/drawing/2014/main" id="{84C02F18-9C94-D2A5-34FB-605BA01E9725}"/>
                </a:ext>
              </a:extLst>
            </p:cNvPr>
            <p:cNvSpPr/>
            <p:nvPr/>
          </p:nvSpPr>
          <p:spPr>
            <a:xfrm>
              <a:off x="1968792" y="3579862"/>
              <a:ext cx="1020690" cy="610969"/>
            </a:xfrm>
            <a:prstGeom prst="ellipse">
              <a:avLst/>
            </a:prstGeom>
            <a:noFill/>
            <a:ln w="19050">
              <a:solidFill>
                <a:srgbClr val="2B3348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 sz="1799"/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2EFACD2D-CD3D-DDCC-3D11-4BAB446B6F25}"/>
                </a:ext>
              </a:extLst>
            </p:cNvPr>
            <p:cNvSpPr txBox="1"/>
            <p:nvPr/>
          </p:nvSpPr>
          <p:spPr>
            <a:xfrm>
              <a:off x="2025613" y="3697670"/>
              <a:ext cx="944211" cy="36920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JP" sz="1799" u="sng" dirty="0">
                  <a:solidFill>
                    <a:srgbClr val="2B3348"/>
                  </a:solidFill>
                  <a:latin typeface="Noto Sans CJK JP Regular" panose="020B0500000000000000" pitchFamily="34" charset="-128"/>
                  <a:ea typeface="Noto Sans CJK JP Regular" panose="020B0500000000000000" pitchFamily="34" charset="-128"/>
                  <a:cs typeface="IPAPGothic"/>
                </a:rPr>
                <a:t>大学ID</a:t>
              </a:r>
            </a:p>
          </p:txBody>
        </p: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E2AD33B9-3326-640A-75D6-80F0399B353A}"/>
              </a:ext>
            </a:extLst>
          </p:cNvPr>
          <p:cNvGrpSpPr/>
          <p:nvPr/>
        </p:nvGrpSpPr>
        <p:grpSpPr>
          <a:xfrm>
            <a:off x="2571569" y="1337933"/>
            <a:ext cx="1020690" cy="610967"/>
            <a:chOff x="1968792" y="3579862"/>
            <a:chExt cx="1020690" cy="610969"/>
          </a:xfrm>
        </p:grpSpPr>
        <p:sp>
          <p:nvSpPr>
            <p:cNvPr id="33" name="Oval 32">
              <a:extLst>
                <a:ext uri="{FF2B5EF4-FFF2-40B4-BE49-F238E27FC236}">
                  <a16:creationId xmlns:a16="http://schemas.microsoft.com/office/drawing/2014/main" id="{D1FA360D-3B6C-5D54-4E78-215C92CD2895}"/>
                </a:ext>
              </a:extLst>
            </p:cNvPr>
            <p:cNvSpPr/>
            <p:nvPr/>
          </p:nvSpPr>
          <p:spPr>
            <a:xfrm>
              <a:off x="1968792" y="3579862"/>
              <a:ext cx="1020690" cy="610969"/>
            </a:xfrm>
            <a:prstGeom prst="ellipse">
              <a:avLst/>
            </a:prstGeom>
            <a:noFill/>
            <a:ln w="19050">
              <a:solidFill>
                <a:srgbClr val="2B3348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 sz="1799"/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F41D13E5-2F4B-3434-5235-62EEC2AE6B2A}"/>
                </a:ext>
              </a:extLst>
            </p:cNvPr>
            <p:cNvSpPr txBox="1"/>
            <p:nvPr/>
          </p:nvSpPr>
          <p:spPr>
            <a:xfrm>
              <a:off x="2155971" y="3698546"/>
              <a:ext cx="646331" cy="36920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l"/>
              <a:r>
                <a:rPr lang="en-JP" sz="1799" dirty="0">
                  <a:solidFill>
                    <a:srgbClr val="2B3348"/>
                  </a:solidFill>
                  <a:latin typeface="Noto Sans CJK JP Regular" panose="020B0500000000000000" pitchFamily="34" charset="-128"/>
                  <a:ea typeface="Noto Sans CJK JP Regular" panose="020B0500000000000000" pitchFamily="34" charset="-128"/>
                  <a:cs typeface="IPAPGothic"/>
                </a:rPr>
                <a:t>性別</a:t>
              </a:r>
            </a:p>
          </p:txBody>
        </p: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9C32DA46-6C5F-3C17-BE03-A3313F47A6D4}"/>
              </a:ext>
            </a:extLst>
          </p:cNvPr>
          <p:cNvGrpSpPr/>
          <p:nvPr/>
        </p:nvGrpSpPr>
        <p:grpSpPr>
          <a:xfrm>
            <a:off x="2571569" y="584131"/>
            <a:ext cx="1020690" cy="610967"/>
            <a:chOff x="1968792" y="3579862"/>
            <a:chExt cx="1020690" cy="610969"/>
          </a:xfrm>
        </p:grpSpPr>
        <p:sp>
          <p:nvSpPr>
            <p:cNvPr id="36" name="Oval 35">
              <a:extLst>
                <a:ext uri="{FF2B5EF4-FFF2-40B4-BE49-F238E27FC236}">
                  <a16:creationId xmlns:a16="http://schemas.microsoft.com/office/drawing/2014/main" id="{1E0C497C-8A0B-B305-AC0C-926F3AC0DEB6}"/>
                </a:ext>
              </a:extLst>
            </p:cNvPr>
            <p:cNvSpPr/>
            <p:nvPr/>
          </p:nvSpPr>
          <p:spPr>
            <a:xfrm>
              <a:off x="1968792" y="3579862"/>
              <a:ext cx="1020690" cy="610969"/>
            </a:xfrm>
            <a:prstGeom prst="ellipse">
              <a:avLst/>
            </a:prstGeom>
            <a:noFill/>
            <a:ln w="19050">
              <a:solidFill>
                <a:srgbClr val="2B3348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 sz="1799"/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6F7F8D98-596C-FAC9-EF3A-FCFD74D7E052}"/>
                </a:ext>
              </a:extLst>
            </p:cNvPr>
            <p:cNvSpPr txBox="1"/>
            <p:nvPr/>
          </p:nvSpPr>
          <p:spPr>
            <a:xfrm>
              <a:off x="2155971" y="3698546"/>
              <a:ext cx="646331" cy="36920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l"/>
              <a:r>
                <a:rPr lang="en-JP" sz="1799" dirty="0">
                  <a:solidFill>
                    <a:srgbClr val="2B3348"/>
                  </a:solidFill>
                  <a:latin typeface="Noto Sans CJK JP Regular" panose="020B0500000000000000" pitchFamily="34" charset="-128"/>
                  <a:ea typeface="Noto Sans CJK JP Regular" panose="020B0500000000000000" pitchFamily="34" charset="-128"/>
                  <a:cs typeface="IPAPGothic"/>
                </a:rPr>
                <a:t>氏名</a:t>
              </a:r>
            </a:p>
          </p:txBody>
        </p: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A051ACA6-A9A0-C138-9096-56A213C189A1}"/>
              </a:ext>
            </a:extLst>
          </p:cNvPr>
          <p:cNvGrpSpPr/>
          <p:nvPr/>
        </p:nvGrpSpPr>
        <p:grpSpPr>
          <a:xfrm>
            <a:off x="5448589" y="1337944"/>
            <a:ext cx="1154096" cy="610970"/>
            <a:chOff x="1896784" y="3579862"/>
            <a:chExt cx="1154096" cy="610969"/>
          </a:xfrm>
        </p:grpSpPr>
        <p:sp>
          <p:nvSpPr>
            <p:cNvPr id="39" name="Oval 38">
              <a:extLst>
                <a:ext uri="{FF2B5EF4-FFF2-40B4-BE49-F238E27FC236}">
                  <a16:creationId xmlns:a16="http://schemas.microsoft.com/office/drawing/2014/main" id="{E9854022-A0CB-D39A-D5BC-219AF405FAF4}"/>
                </a:ext>
              </a:extLst>
            </p:cNvPr>
            <p:cNvSpPr/>
            <p:nvPr/>
          </p:nvSpPr>
          <p:spPr>
            <a:xfrm>
              <a:off x="1968792" y="3579862"/>
              <a:ext cx="1020690" cy="610969"/>
            </a:xfrm>
            <a:prstGeom prst="ellipse">
              <a:avLst/>
            </a:prstGeom>
            <a:noFill/>
            <a:ln w="19050">
              <a:solidFill>
                <a:srgbClr val="2B3348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 sz="1799"/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149BDBC6-732B-0724-7381-7E1A6D16F7AF}"/>
                </a:ext>
              </a:extLst>
            </p:cNvPr>
            <p:cNvSpPr txBox="1"/>
            <p:nvPr/>
          </p:nvSpPr>
          <p:spPr>
            <a:xfrm>
              <a:off x="1896784" y="3700680"/>
              <a:ext cx="1154096" cy="35381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JP" sz="1699" dirty="0">
                  <a:solidFill>
                    <a:srgbClr val="2B3348"/>
                  </a:solidFill>
                  <a:latin typeface="Noto Sans CJK JP Regular" panose="020B0500000000000000" pitchFamily="34" charset="-128"/>
                  <a:ea typeface="Noto Sans CJK JP Regular" panose="020B0500000000000000" pitchFamily="34" charset="-128"/>
                  <a:cs typeface="IPAPGothic"/>
                </a:rPr>
                <a:t>生年月日</a:t>
              </a:r>
            </a:p>
          </p:txBody>
        </p:sp>
      </p:grp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1945C7CC-756E-F0C2-FDA3-3A2AA60A2D83}"/>
              </a:ext>
            </a:extLst>
          </p:cNvPr>
          <p:cNvCxnSpPr>
            <a:cxnSpLocks/>
            <a:stCxn id="33" idx="6"/>
            <a:endCxn id="2" idx="1"/>
          </p:cNvCxnSpPr>
          <p:nvPr/>
        </p:nvCxnSpPr>
        <p:spPr>
          <a:xfrm>
            <a:off x="3592258" y="1643423"/>
            <a:ext cx="318456" cy="110704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9ACA1142-4D39-4C05-4272-718CCC083949}"/>
              </a:ext>
            </a:extLst>
          </p:cNvPr>
          <p:cNvCxnSpPr>
            <a:cxnSpLocks/>
            <a:endCxn id="5" idx="3"/>
          </p:cNvCxnSpPr>
          <p:nvPr/>
        </p:nvCxnSpPr>
        <p:spPr>
          <a:xfrm flipV="1">
            <a:off x="5201541" y="1107766"/>
            <a:ext cx="463233" cy="370436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500CC4AC-8944-E7F2-4FA4-0C267D201A33}"/>
              </a:ext>
            </a:extLst>
          </p:cNvPr>
          <p:cNvCxnSpPr>
            <a:cxnSpLocks/>
            <a:endCxn id="2" idx="3"/>
          </p:cNvCxnSpPr>
          <p:nvPr/>
        </p:nvCxnSpPr>
        <p:spPr>
          <a:xfrm flipH="1">
            <a:off x="5201537" y="1643423"/>
            <a:ext cx="313756" cy="110706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57" name="Group 56">
            <a:extLst>
              <a:ext uri="{FF2B5EF4-FFF2-40B4-BE49-F238E27FC236}">
                <a16:creationId xmlns:a16="http://schemas.microsoft.com/office/drawing/2014/main" id="{42848D16-C429-69E9-DC62-A25261FA8AC8}"/>
              </a:ext>
            </a:extLst>
          </p:cNvPr>
          <p:cNvGrpSpPr/>
          <p:nvPr/>
        </p:nvGrpSpPr>
        <p:grpSpPr>
          <a:xfrm>
            <a:off x="2754216" y="2600774"/>
            <a:ext cx="985117" cy="677633"/>
            <a:chOff x="4802511" y="3766326"/>
            <a:chExt cx="985117" cy="677632"/>
          </a:xfrm>
        </p:grpSpPr>
        <p:sp>
          <p:nvSpPr>
            <p:cNvPr id="55" name="Triangle 54">
              <a:extLst>
                <a:ext uri="{FF2B5EF4-FFF2-40B4-BE49-F238E27FC236}">
                  <a16:creationId xmlns:a16="http://schemas.microsoft.com/office/drawing/2014/main" id="{0178B8E3-66BD-3D1A-08B1-E34180BD2512}"/>
                </a:ext>
              </a:extLst>
            </p:cNvPr>
            <p:cNvSpPr/>
            <p:nvPr/>
          </p:nvSpPr>
          <p:spPr>
            <a:xfrm>
              <a:off x="4802511" y="3766326"/>
              <a:ext cx="985117" cy="677632"/>
            </a:xfrm>
            <a:prstGeom prst="triangle">
              <a:avLst/>
            </a:prstGeom>
            <a:noFill/>
            <a:ln w="25400">
              <a:solidFill>
                <a:srgbClr val="2B3348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 sz="1799"/>
            </a:p>
          </p:txBody>
        </p:sp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551BE14F-FEB5-B5B6-F139-697EB152F571}"/>
                </a:ext>
              </a:extLst>
            </p:cNvPr>
            <p:cNvSpPr txBox="1"/>
            <p:nvPr/>
          </p:nvSpPr>
          <p:spPr>
            <a:xfrm>
              <a:off x="5017589" y="4013238"/>
              <a:ext cx="554960" cy="39998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JP" sz="1999" dirty="0">
                  <a:solidFill>
                    <a:srgbClr val="2B3348"/>
                  </a:solidFill>
                  <a:latin typeface="Arial" panose="020B0604020202020204" pitchFamily="34" charset="0"/>
                  <a:ea typeface="Noto Sans CJK JP Regular" panose="020B0500000000000000" pitchFamily="34" charset="-128"/>
                  <a:cs typeface="Arial" panose="020B0604020202020204" pitchFamily="34" charset="0"/>
                </a:rPr>
                <a:t>IsA</a:t>
              </a:r>
            </a:p>
          </p:txBody>
        </p:sp>
      </p:grpSp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B8E5ACFD-C8C6-174C-AC6C-B8A709978A95}"/>
              </a:ext>
            </a:extLst>
          </p:cNvPr>
          <p:cNvCxnSpPr>
            <a:cxnSpLocks/>
            <a:stCxn id="2" idx="2"/>
            <a:endCxn id="55" idx="0"/>
          </p:cNvCxnSpPr>
          <p:nvPr/>
        </p:nvCxnSpPr>
        <p:spPr>
          <a:xfrm flipH="1">
            <a:off x="3246769" y="2059615"/>
            <a:ext cx="1309356" cy="541159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62" name="Group 61">
            <a:extLst>
              <a:ext uri="{FF2B5EF4-FFF2-40B4-BE49-F238E27FC236}">
                <a16:creationId xmlns:a16="http://schemas.microsoft.com/office/drawing/2014/main" id="{2B37E1F2-0BE5-90D5-F38D-1704314FE74B}"/>
              </a:ext>
            </a:extLst>
          </p:cNvPr>
          <p:cNvGrpSpPr/>
          <p:nvPr/>
        </p:nvGrpSpPr>
        <p:grpSpPr>
          <a:xfrm>
            <a:off x="5372931" y="2600774"/>
            <a:ext cx="985117" cy="677633"/>
            <a:chOff x="4802511" y="3766326"/>
            <a:chExt cx="985117" cy="677632"/>
          </a:xfrm>
        </p:grpSpPr>
        <p:sp>
          <p:nvSpPr>
            <p:cNvPr id="63" name="Triangle 62">
              <a:extLst>
                <a:ext uri="{FF2B5EF4-FFF2-40B4-BE49-F238E27FC236}">
                  <a16:creationId xmlns:a16="http://schemas.microsoft.com/office/drawing/2014/main" id="{80623B87-6029-FDB8-8EAF-49B9297C5E55}"/>
                </a:ext>
              </a:extLst>
            </p:cNvPr>
            <p:cNvSpPr/>
            <p:nvPr/>
          </p:nvSpPr>
          <p:spPr>
            <a:xfrm>
              <a:off x="4802511" y="3766326"/>
              <a:ext cx="985117" cy="677632"/>
            </a:xfrm>
            <a:prstGeom prst="triangle">
              <a:avLst/>
            </a:prstGeom>
            <a:noFill/>
            <a:ln w="25400">
              <a:solidFill>
                <a:srgbClr val="2B3348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 sz="1799"/>
            </a:p>
          </p:txBody>
        </p:sp>
        <p:sp>
          <p:nvSpPr>
            <p:cNvPr id="64" name="TextBox 63">
              <a:extLst>
                <a:ext uri="{FF2B5EF4-FFF2-40B4-BE49-F238E27FC236}">
                  <a16:creationId xmlns:a16="http://schemas.microsoft.com/office/drawing/2014/main" id="{137DC420-B474-E712-5D5F-E4209A0CD4E8}"/>
                </a:ext>
              </a:extLst>
            </p:cNvPr>
            <p:cNvSpPr txBox="1"/>
            <p:nvPr/>
          </p:nvSpPr>
          <p:spPr>
            <a:xfrm>
              <a:off x="5017589" y="4013238"/>
              <a:ext cx="554960" cy="39998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JP" sz="1999" dirty="0">
                  <a:solidFill>
                    <a:srgbClr val="2B3348"/>
                  </a:solidFill>
                  <a:latin typeface="Arial" panose="020B0604020202020204" pitchFamily="34" charset="0"/>
                  <a:ea typeface="Noto Sans CJK JP Regular" panose="020B0500000000000000" pitchFamily="34" charset="-128"/>
                  <a:cs typeface="Arial" panose="020B0604020202020204" pitchFamily="34" charset="0"/>
                </a:rPr>
                <a:t>IsA</a:t>
              </a:r>
            </a:p>
          </p:txBody>
        </p:sp>
      </p:grp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E6D8ECC6-F783-1DF7-CE96-81E07CEF733A}"/>
              </a:ext>
            </a:extLst>
          </p:cNvPr>
          <p:cNvCxnSpPr>
            <a:cxnSpLocks/>
            <a:stCxn id="2" idx="2"/>
            <a:endCxn id="63" idx="0"/>
          </p:cNvCxnSpPr>
          <p:nvPr/>
        </p:nvCxnSpPr>
        <p:spPr>
          <a:xfrm>
            <a:off x="4556130" y="2059615"/>
            <a:ext cx="1309359" cy="541159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108CB104-8DE3-014D-4D02-3762EF48F2EA}"/>
              </a:ext>
            </a:extLst>
          </p:cNvPr>
          <p:cNvCxnSpPr>
            <a:cxnSpLocks/>
            <a:stCxn id="55" idx="3"/>
            <a:endCxn id="71" idx="0"/>
          </p:cNvCxnSpPr>
          <p:nvPr/>
        </p:nvCxnSpPr>
        <p:spPr>
          <a:xfrm flipH="1">
            <a:off x="3238637" y="3278400"/>
            <a:ext cx="8136" cy="517486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Rectangle 70">
            <a:extLst>
              <a:ext uri="{FF2B5EF4-FFF2-40B4-BE49-F238E27FC236}">
                <a16:creationId xmlns:a16="http://schemas.microsoft.com/office/drawing/2014/main" id="{A78BAFA3-4013-102D-A2C0-25526332782F}"/>
              </a:ext>
            </a:extLst>
          </p:cNvPr>
          <p:cNvSpPr/>
          <p:nvPr/>
        </p:nvSpPr>
        <p:spPr>
          <a:xfrm>
            <a:off x="2593224" y="3795891"/>
            <a:ext cx="1290821" cy="610969"/>
          </a:xfrm>
          <a:prstGeom prst="rect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</a:rPr>
              <a:t>学生</a:t>
            </a:r>
          </a:p>
        </p:txBody>
      </p: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BF96FF4D-7C5F-6A28-C7EF-8AB22AFA98A4}"/>
              </a:ext>
            </a:extLst>
          </p:cNvPr>
          <p:cNvCxnSpPr>
            <a:cxnSpLocks/>
            <a:stCxn id="63" idx="3"/>
            <a:endCxn id="75" idx="0"/>
          </p:cNvCxnSpPr>
          <p:nvPr/>
        </p:nvCxnSpPr>
        <p:spPr>
          <a:xfrm flipH="1">
            <a:off x="5865489" y="3278400"/>
            <a:ext cx="1" cy="517486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Rectangle 74">
            <a:extLst>
              <a:ext uri="{FF2B5EF4-FFF2-40B4-BE49-F238E27FC236}">
                <a16:creationId xmlns:a16="http://schemas.microsoft.com/office/drawing/2014/main" id="{6AD9C5F6-C1DC-74A0-262E-02FE39970BBA}"/>
              </a:ext>
            </a:extLst>
          </p:cNvPr>
          <p:cNvSpPr/>
          <p:nvPr/>
        </p:nvSpPr>
        <p:spPr>
          <a:xfrm>
            <a:off x="5220075" y="3795891"/>
            <a:ext cx="1290821" cy="610969"/>
          </a:xfrm>
          <a:prstGeom prst="rect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</a:rPr>
              <a:t>教員</a:t>
            </a:r>
          </a:p>
        </p:txBody>
      </p:sp>
      <p:grpSp>
        <p:nvGrpSpPr>
          <p:cNvPr id="78" name="Group 77">
            <a:extLst>
              <a:ext uri="{FF2B5EF4-FFF2-40B4-BE49-F238E27FC236}">
                <a16:creationId xmlns:a16="http://schemas.microsoft.com/office/drawing/2014/main" id="{7AA15F20-9168-E107-7F53-1F96845C2375}"/>
              </a:ext>
            </a:extLst>
          </p:cNvPr>
          <p:cNvGrpSpPr/>
          <p:nvPr/>
        </p:nvGrpSpPr>
        <p:grpSpPr>
          <a:xfrm>
            <a:off x="6817350" y="3091159"/>
            <a:ext cx="1020690" cy="610967"/>
            <a:chOff x="1968792" y="3579862"/>
            <a:chExt cx="1020690" cy="610969"/>
          </a:xfrm>
        </p:grpSpPr>
        <p:sp>
          <p:nvSpPr>
            <p:cNvPr id="79" name="Oval 78">
              <a:extLst>
                <a:ext uri="{FF2B5EF4-FFF2-40B4-BE49-F238E27FC236}">
                  <a16:creationId xmlns:a16="http://schemas.microsoft.com/office/drawing/2014/main" id="{BAFE7E28-CE07-7F4F-C751-9A7925A25DA3}"/>
                </a:ext>
              </a:extLst>
            </p:cNvPr>
            <p:cNvSpPr/>
            <p:nvPr/>
          </p:nvSpPr>
          <p:spPr>
            <a:xfrm>
              <a:off x="1968792" y="3579862"/>
              <a:ext cx="1020690" cy="610969"/>
            </a:xfrm>
            <a:prstGeom prst="ellipse">
              <a:avLst/>
            </a:prstGeom>
            <a:noFill/>
            <a:ln w="19050">
              <a:solidFill>
                <a:srgbClr val="2B3348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 sz="1799"/>
            </a:p>
          </p:txBody>
        </p:sp>
        <p:sp>
          <p:nvSpPr>
            <p:cNvPr id="80" name="TextBox 79">
              <a:extLst>
                <a:ext uri="{FF2B5EF4-FFF2-40B4-BE49-F238E27FC236}">
                  <a16:creationId xmlns:a16="http://schemas.microsoft.com/office/drawing/2014/main" id="{728263DB-4EAA-E7F2-FBDD-894B4C5A06B6}"/>
                </a:ext>
              </a:extLst>
            </p:cNvPr>
            <p:cNvSpPr txBox="1"/>
            <p:nvPr/>
          </p:nvSpPr>
          <p:spPr>
            <a:xfrm>
              <a:off x="2155971" y="3698546"/>
              <a:ext cx="646331" cy="36920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l"/>
              <a:r>
                <a:rPr lang="en-JP" sz="1799" dirty="0">
                  <a:solidFill>
                    <a:srgbClr val="2B3348"/>
                  </a:solidFill>
                  <a:latin typeface="Noto Sans CJK JP Regular" panose="020B0500000000000000" pitchFamily="34" charset="-128"/>
                  <a:ea typeface="Noto Sans CJK JP Regular" panose="020B0500000000000000" pitchFamily="34" charset="-128"/>
                  <a:cs typeface="IPAPGothic"/>
                </a:rPr>
                <a:t>職階</a:t>
              </a:r>
            </a:p>
          </p:txBody>
        </p:sp>
      </p:grpSp>
      <p:grpSp>
        <p:nvGrpSpPr>
          <p:cNvPr id="81" name="Group 80">
            <a:extLst>
              <a:ext uri="{FF2B5EF4-FFF2-40B4-BE49-F238E27FC236}">
                <a16:creationId xmlns:a16="http://schemas.microsoft.com/office/drawing/2014/main" id="{3F23DDE7-8044-7DC4-239A-71875DED4C48}"/>
              </a:ext>
            </a:extLst>
          </p:cNvPr>
          <p:cNvGrpSpPr/>
          <p:nvPr/>
        </p:nvGrpSpPr>
        <p:grpSpPr>
          <a:xfrm>
            <a:off x="6750646" y="3842836"/>
            <a:ext cx="1154096" cy="610970"/>
            <a:chOff x="1896784" y="3579862"/>
            <a:chExt cx="1154096" cy="610969"/>
          </a:xfrm>
        </p:grpSpPr>
        <p:sp>
          <p:nvSpPr>
            <p:cNvPr id="82" name="Oval 81">
              <a:extLst>
                <a:ext uri="{FF2B5EF4-FFF2-40B4-BE49-F238E27FC236}">
                  <a16:creationId xmlns:a16="http://schemas.microsoft.com/office/drawing/2014/main" id="{D94F78A0-B8E2-4D20-1F69-B22E8CE5DD64}"/>
                </a:ext>
              </a:extLst>
            </p:cNvPr>
            <p:cNvSpPr/>
            <p:nvPr/>
          </p:nvSpPr>
          <p:spPr>
            <a:xfrm>
              <a:off x="1968792" y="3579862"/>
              <a:ext cx="1020690" cy="610969"/>
            </a:xfrm>
            <a:prstGeom prst="ellipse">
              <a:avLst/>
            </a:prstGeom>
            <a:noFill/>
            <a:ln w="19050">
              <a:solidFill>
                <a:srgbClr val="2B3348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 sz="1799"/>
            </a:p>
          </p:txBody>
        </p:sp>
        <p:sp>
          <p:nvSpPr>
            <p:cNvPr id="83" name="TextBox 82">
              <a:extLst>
                <a:ext uri="{FF2B5EF4-FFF2-40B4-BE49-F238E27FC236}">
                  <a16:creationId xmlns:a16="http://schemas.microsoft.com/office/drawing/2014/main" id="{B32EBEA0-962A-752C-DD8F-E77355CC301D}"/>
                </a:ext>
              </a:extLst>
            </p:cNvPr>
            <p:cNvSpPr txBox="1"/>
            <p:nvPr/>
          </p:nvSpPr>
          <p:spPr>
            <a:xfrm>
              <a:off x="1896784" y="3700680"/>
              <a:ext cx="1154096" cy="35381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JP" sz="1699" dirty="0">
                  <a:solidFill>
                    <a:srgbClr val="2B3348"/>
                  </a:solidFill>
                  <a:latin typeface="Noto Sans CJK JP Regular" panose="020B0500000000000000" pitchFamily="34" charset="-128"/>
                  <a:ea typeface="Noto Sans CJK JP Regular" panose="020B0500000000000000" pitchFamily="34" charset="-128"/>
                  <a:cs typeface="IPAPGothic"/>
                </a:rPr>
                <a:t>研究者ID</a:t>
              </a:r>
            </a:p>
          </p:txBody>
        </p:sp>
      </p:grpSp>
      <p:cxnSp>
        <p:nvCxnSpPr>
          <p:cNvPr id="84" name="Straight Connector 83">
            <a:extLst>
              <a:ext uri="{FF2B5EF4-FFF2-40B4-BE49-F238E27FC236}">
                <a16:creationId xmlns:a16="http://schemas.microsoft.com/office/drawing/2014/main" id="{622E045A-CFDF-FF21-5509-ECAA6C8E6544}"/>
              </a:ext>
            </a:extLst>
          </p:cNvPr>
          <p:cNvCxnSpPr>
            <a:cxnSpLocks/>
            <a:endCxn id="79" idx="3"/>
          </p:cNvCxnSpPr>
          <p:nvPr/>
        </p:nvCxnSpPr>
        <p:spPr>
          <a:xfrm flipV="1">
            <a:off x="6503598" y="3612660"/>
            <a:ext cx="463233" cy="370436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Straight Connector 84">
            <a:extLst>
              <a:ext uri="{FF2B5EF4-FFF2-40B4-BE49-F238E27FC236}">
                <a16:creationId xmlns:a16="http://schemas.microsoft.com/office/drawing/2014/main" id="{C5AFE24C-4885-EAFE-6B42-BE29BCCCA98D}"/>
              </a:ext>
            </a:extLst>
          </p:cNvPr>
          <p:cNvCxnSpPr>
            <a:cxnSpLocks/>
          </p:cNvCxnSpPr>
          <p:nvPr/>
        </p:nvCxnSpPr>
        <p:spPr>
          <a:xfrm flipH="1">
            <a:off x="6503595" y="4148317"/>
            <a:ext cx="313756" cy="110706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Straight Connector 85">
            <a:extLst>
              <a:ext uri="{FF2B5EF4-FFF2-40B4-BE49-F238E27FC236}">
                <a16:creationId xmlns:a16="http://schemas.microsoft.com/office/drawing/2014/main" id="{C93D5803-D101-EEA2-7336-83C0C3A575BD}"/>
              </a:ext>
            </a:extLst>
          </p:cNvPr>
          <p:cNvCxnSpPr>
            <a:cxnSpLocks/>
            <a:stCxn id="88" idx="5"/>
          </p:cNvCxnSpPr>
          <p:nvPr/>
        </p:nvCxnSpPr>
        <p:spPr>
          <a:xfrm>
            <a:off x="2120445" y="3753355"/>
            <a:ext cx="472642" cy="372572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87" name="Group 86">
            <a:extLst>
              <a:ext uri="{FF2B5EF4-FFF2-40B4-BE49-F238E27FC236}">
                <a16:creationId xmlns:a16="http://schemas.microsoft.com/office/drawing/2014/main" id="{8C75F7BE-F383-A3CE-DE0E-A665A72711D8}"/>
              </a:ext>
            </a:extLst>
          </p:cNvPr>
          <p:cNvGrpSpPr/>
          <p:nvPr/>
        </p:nvGrpSpPr>
        <p:grpSpPr>
          <a:xfrm>
            <a:off x="1249233" y="3231869"/>
            <a:ext cx="1020690" cy="610970"/>
            <a:chOff x="1968792" y="3579862"/>
            <a:chExt cx="1020690" cy="610969"/>
          </a:xfrm>
        </p:grpSpPr>
        <p:sp>
          <p:nvSpPr>
            <p:cNvPr id="88" name="Oval 87">
              <a:extLst>
                <a:ext uri="{FF2B5EF4-FFF2-40B4-BE49-F238E27FC236}">
                  <a16:creationId xmlns:a16="http://schemas.microsoft.com/office/drawing/2014/main" id="{1E23D25E-ED2E-2D20-8459-95F95D749A0D}"/>
                </a:ext>
              </a:extLst>
            </p:cNvPr>
            <p:cNvSpPr/>
            <p:nvPr/>
          </p:nvSpPr>
          <p:spPr>
            <a:xfrm>
              <a:off x="1968792" y="3579862"/>
              <a:ext cx="1020690" cy="610969"/>
            </a:xfrm>
            <a:prstGeom prst="ellipse">
              <a:avLst/>
            </a:prstGeom>
            <a:noFill/>
            <a:ln w="19050">
              <a:solidFill>
                <a:srgbClr val="2B3348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 sz="1799"/>
            </a:p>
          </p:txBody>
        </p:sp>
        <p:sp>
          <p:nvSpPr>
            <p:cNvPr id="89" name="TextBox 88">
              <a:extLst>
                <a:ext uri="{FF2B5EF4-FFF2-40B4-BE49-F238E27FC236}">
                  <a16:creationId xmlns:a16="http://schemas.microsoft.com/office/drawing/2014/main" id="{219C9B25-1663-5A8D-8C26-610868A11DBA}"/>
                </a:ext>
              </a:extLst>
            </p:cNvPr>
            <p:cNvSpPr txBox="1"/>
            <p:nvPr/>
          </p:nvSpPr>
          <p:spPr>
            <a:xfrm>
              <a:off x="1993770" y="3698546"/>
              <a:ext cx="987574" cy="36920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JP" sz="1799" dirty="0">
                  <a:solidFill>
                    <a:srgbClr val="2B3348"/>
                  </a:solidFill>
                  <a:latin typeface="Noto Sans CJK JP Regular" panose="020B0500000000000000" pitchFamily="34" charset="-128"/>
                  <a:ea typeface="Noto Sans CJK JP Regular" panose="020B0500000000000000" pitchFamily="34" charset="-128"/>
                  <a:cs typeface="IPAPGothic"/>
                </a:rPr>
                <a:t>入学年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87938902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CBA06F98-FE01-C73F-71FA-61BE35F37466}"/>
              </a:ext>
            </a:extLst>
          </p:cNvPr>
          <p:cNvSpPr/>
          <p:nvPr/>
        </p:nvSpPr>
        <p:spPr>
          <a:xfrm>
            <a:off x="2562799" y="2293246"/>
            <a:ext cx="1074798" cy="557015"/>
          </a:xfrm>
          <a:prstGeom prst="rect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JP" sz="19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</a:rPr>
              <a:t>部屋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D36B509-13CB-CD02-6B35-13B98DA4713F}"/>
              </a:ext>
            </a:extLst>
          </p:cNvPr>
          <p:cNvSpPr/>
          <p:nvPr/>
        </p:nvSpPr>
        <p:spPr>
          <a:xfrm>
            <a:off x="646606" y="3946063"/>
            <a:ext cx="1074798" cy="557015"/>
          </a:xfrm>
          <a:prstGeom prst="rect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JP" sz="19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</a:rPr>
              <a:t>教員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0AF18CE-1A82-7CE7-A53A-04418548C5F4}"/>
              </a:ext>
            </a:extLst>
          </p:cNvPr>
          <p:cNvSpPr/>
          <p:nvPr/>
        </p:nvSpPr>
        <p:spPr>
          <a:xfrm>
            <a:off x="646606" y="656110"/>
            <a:ext cx="1074798" cy="557015"/>
          </a:xfrm>
          <a:prstGeom prst="rect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JP" sz="19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</a:rPr>
              <a:t>学生</a:t>
            </a:r>
          </a:p>
        </p:txBody>
      </p:sp>
      <p:sp>
        <p:nvSpPr>
          <p:cNvPr id="8" name="Diamond 7">
            <a:extLst>
              <a:ext uri="{FF2B5EF4-FFF2-40B4-BE49-F238E27FC236}">
                <a16:creationId xmlns:a16="http://schemas.microsoft.com/office/drawing/2014/main" id="{71FF97D5-CEEF-E36B-4FEB-8991E96D355C}"/>
              </a:ext>
            </a:extLst>
          </p:cNvPr>
          <p:cNvSpPr/>
          <p:nvPr/>
        </p:nvSpPr>
        <p:spPr>
          <a:xfrm>
            <a:off x="427924" y="2155000"/>
            <a:ext cx="1512167" cy="833500"/>
          </a:xfrm>
          <a:prstGeom prst="diamond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0AA6153-7F85-9FA2-7350-177BAD638AEF}"/>
              </a:ext>
            </a:extLst>
          </p:cNvPr>
          <p:cNvSpPr txBox="1"/>
          <p:nvPr/>
        </p:nvSpPr>
        <p:spPr>
          <a:xfrm>
            <a:off x="745427" y="2293246"/>
            <a:ext cx="877163" cy="6460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研究室</a:t>
            </a:r>
          </a:p>
          <a:p>
            <a:pPr algn="ctr"/>
            <a:r>
              <a: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配属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44FE5CDF-95BF-E548-3A88-E9C4236A68AD}"/>
              </a:ext>
            </a:extLst>
          </p:cNvPr>
          <p:cNvCxnSpPr>
            <a:cxnSpLocks/>
            <a:stCxn id="8" idx="0"/>
            <a:endCxn id="7" idx="2"/>
          </p:cNvCxnSpPr>
          <p:nvPr/>
        </p:nvCxnSpPr>
        <p:spPr>
          <a:xfrm flipV="1">
            <a:off x="1184005" y="1213130"/>
            <a:ext cx="0" cy="941877"/>
          </a:xfrm>
          <a:prstGeom prst="line">
            <a:avLst/>
          </a:prstGeom>
          <a:ln w="79375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5F9ED2FC-DC84-40D3-E6EE-BA26B2592B0D}"/>
              </a:ext>
            </a:extLst>
          </p:cNvPr>
          <p:cNvCxnSpPr>
            <a:cxnSpLocks/>
            <a:stCxn id="3" idx="1"/>
            <a:endCxn id="8" idx="3"/>
          </p:cNvCxnSpPr>
          <p:nvPr/>
        </p:nvCxnSpPr>
        <p:spPr>
          <a:xfrm flipH="1">
            <a:off x="1940096" y="2571750"/>
            <a:ext cx="622709" cy="0"/>
          </a:xfrm>
          <a:prstGeom prst="line">
            <a:avLst/>
          </a:prstGeom>
          <a:ln w="22225">
            <a:solidFill>
              <a:srgbClr val="2B3348"/>
            </a:solidFill>
            <a:headEnd type="arrow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F0156368-3663-8768-3A85-62B742830E99}"/>
              </a:ext>
            </a:extLst>
          </p:cNvPr>
          <p:cNvCxnSpPr>
            <a:cxnSpLocks/>
            <a:stCxn id="6" idx="0"/>
            <a:endCxn id="8" idx="2"/>
          </p:cNvCxnSpPr>
          <p:nvPr/>
        </p:nvCxnSpPr>
        <p:spPr>
          <a:xfrm flipV="1">
            <a:off x="1184005" y="2988501"/>
            <a:ext cx="0" cy="957562"/>
          </a:xfrm>
          <a:prstGeom prst="line">
            <a:avLst/>
          </a:prstGeom>
          <a:ln w="19050">
            <a:solidFill>
              <a:srgbClr val="2B3348"/>
            </a:solidFill>
            <a:headEnd type="arrow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Oval 38">
            <a:extLst>
              <a:ext uri="{FF2B5EF4-FFF2-40B4-BE49-F238E27FC236}">
                <a16:creationId xmlns:a16="http://schemas.microsoft.com/office/drawing/2014/main" id="{2A766ECA-2053-DA2B-D871-21CE904C4325}"/>
              </a:ext>
            </a:extLst>
          </p:cNvPr>
          <p:cNvSpPr/>
          <p:nvPr/>
        </p:nvSpPr>
        <p:spPr>
          <a:xfrm>
            <a:off x="5156231" y="455696"/>
            <a:ext cx="1800201" cy="874147"/>
          </a:xfrm>
          <a:prstGeom prst="ellipse">
            <a:avLst/>
          </a:prstGeom>
          <a:solidFill>
            <a:schemeClr val="bg1">
              <a:lumMod val="85000"/>
              <a:alpha val="64082"/>
            </a:schemeClr>
          </a:solidFill>
          <a:ln w="222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 dirty="0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E14D5B69-6FDC-920B-7212-EA0A885B33CD}"/>
              </a:ext>
            </a:extLst>
          </p:cNvPr>
          <p:cNvSpPr txBox="1"/>
          <p:nvPr/>
        </p:nvSpPr>
        <p:spPr>
          <a:xfrm>
            <a:off x="5758813" y="189380"/>
            <a:ext cx="59503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600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学生</a:t>
            </a:r>
          </a:p>
        </p:txBody>
      </p:sp>
      <p:sp>
        <p:nvSpPr>
          <p:cNvPr id="41" name="Oval 40">
            <a:extLst>
              <a:ext uri="{FF2B5EF4-FFF2-40B4-BE49-F238E27FC236}">
                <a16:creationId xmlns:a16="http://schemas.microsoft.com/office/drawing/2014/main" id="{97AAF079-74B3-3671-AC85-FBD29DF8D1C8}"/>
              </a:ext>
            </a:extLst>
          </p:cNvPr>
          <p:cNvSpPr/>
          <p:nvPr/>
        </p:nvSpPr>
        <p:spPr>
          <a:xfrm>
            <a:off x="5377808" y="857142"/>
            <a:ext cx="123681" cy="123681"/>
          </a:xfrm>
          <a:prstGeom prst="ellipse">
            <a:avLst/>
          </a:prstGeom>
          <a:solidFill>
            <a:srgbClr val="2B33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E32BBB2E-776C-2C98-9167-E1BCA3D6CF98}"/>
              </a:ext>
            </a:extLst>
          </p:cNvPr>
          <p:cNvSpPr txBox="1"/>
          <p:nvPr/>
        </p:nvSpPr>
        <p:spPr>
          <a:xfrm>
            <a:off x="5224999" y="554210"/>
            <a:ext cx="46198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600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A</a:t>
            </a:r>
            <a:r>
              <a:rPr lang="en-JP" sz="1100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氏</a:t>
            </a:r>
            <a:endParaRPr lang="en-JP" sz="1600" dirty="0">
              <a:solidFill>
                <a:srgbClr val="2B3348"/>
              </a:solidFill>
              <a:latin typeface="Arial" panose="020B0604020202020204" pitchFamily="34" charset="0"/>
              <a:ea typeface="Noto Sans CJK JP Regular" panose="020B0500000000000000" pitchFamily="34" charset="-128"/>
              <a:cs typeface="Arial" panose="020B0604020202020204" pitchFamily="34" charset="0"/>
            </a:endParaRPr>
          </a:p>
        </p:txBody>
      </p:sp>
      <p:sp>
        <p:nvSpPr>
          <p:cNvPr id="49" name="Oval 48">
            <a:extLst>
              <a:ext uri="{FF2B5EF4-FFF2-40B4-BE49-F238E27FC236}">
                <a16:creationId xmlns:a16="http://schemas.microsoft.com/office/drawing/2014/main" id="{268B9E17-A744-3557-B352-C7CAAEE61B66}"/>
              </a:ext>
            </a:extLst>
          </p:cNvPr>
          <p:cNvSpPr/>
          <p:nvPr/>
        </p:nvSpPr>
        <p:spPr>
          <a:xfrm>
            <a:off x="5797430" y="857142"/>
            <a:ext cx="123681" cy="123681"/>
          </a:xfrm>
          <a:prstGeom prst="ellipse">
            <a:avLst/>
          </a:prstGeom>
          <a:solidFill>
            <a:srgbClr val="2B33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50" name="Oval 49">
            <a:extLst>
              <a:ext uri="{FF2B5EF4-FFF2-40B4-BE49-F238E27FC236}">
                <a16:creationId xmlns:a16="http://schemas.microsoft.com/office/drawing/2014/main" id="{DFE5869A-3434-D96D-33EE-9EDDE8BDAB66}"/>
              </a:ext>
            </a:extLst>
          </p:cNvPr>
          <p:cNvSpPr/>
          <p:nvPr/>
        </p:nvSpPr>
        <p:spPr>
          <a:xfrm>
            <a:off x="6217052" y="863405"/>
            <a:ext cx="123681" cy="123681"/>
          </a:xfrm>
          <a:prstGeom prst="ellipse">
            <a:avLst/>
          </a:prstGeom>
          <a:solidFill>
            <a:srgbClr val="2B33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51" name="Oval 50">
            <a:extLst>
              <a:ext uri="{FF2B5EF4-FFF2-40B4-BE49-F238E27FC236}">
                <a16:creationId xmlns:a16="http://schemas.microsoft.com/office/drawing/2014/main" id="{D236CF7D-A3A8-3563-754B-301C7647A66D}"/>
              </a:ext>
            </a:extLst>
          </p:cNvPr>
          <p:cNvSpPr/>
          <p:nvPr/>
        </p:nvSpPr>
        <p:spPr>
          <a:xfrm>
            <a:off x="6630410" y="863405"/>
            <a:ext cx="123681" cy="123681"/>
          </a:xfrm>
          <a:prstGeom prst="ellipse">
            <a:avLst/>
          </a:prstGeom>
          <a:solidFill>
            <a:srgbClr val="2B33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7D90F322-BC56-2D66-87B0-4BF5BE9454D9}"/>
              </a:ext>
            </a:extLst>
          </p:cNvPr>
          <p:cNvSpPr txBox="1"/>
          <p:nvPr/>
        </p:nvSpPr>
        <p:spPr>
          <a:xfrm>
            <a:off x="5657426" y="554210"/>
            <a:ext cx="46198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600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B</a:t>
            </a:r>
            <a:r>
              <a:rPr lang="en-JP" sz="1100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氏</a:t>
            </a:r>
            <a:endParaRPr lang="en-JP" sz="1600" dirty="0">
              <a:solidFill>
                <a:srgbClr val="2B3348"/>
              </a:solidFill>
              <a:latin typeface="Arial" panose="020B0604020202020204" pitchFamily="34" charset="0"/>
              <a:ea typeface="Noto Sans CJK JP Regular" panose="020B0500000000000000" pitchFamily="34" charset="-128"/>
              <a:cs typeface="Arial" panose="020B0604020202020204" pitchFamily="34" charset="0"/>
            </a:endParaRP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ABC86A3B-338B-C724-70CA-483BE2D0DBFC}"/>
              </a:ext>
            </a:extLst>
          </p:cNvPr>
          <p:cNvSpPr txBox="1"/>
          <p:nvPr/>
        </p:nvSpPr>
        <p:spPr>
          <a:xfrm>
            <a:off x="6091219" y="554210"/>
            <a:ext cx="47320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600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C</a:t>
            </a:r>
            <a:r>
              <a:rPr lang="en-JP" sz="1100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氏</a:t>
            </a:r>
            <a:endParaRPr lang="en-JP" sz="1600" dirty="0">
              <a:solidFill>
                <a:srgbClr val="2B3348"/>
              </a:solidFill>
              <a:latin typeface="Arial" panose="020B0604020202020204" pitchFamily="34" charset="0"/>
              <a:ea typeface="Noto Sans CJK JP Regular" panose="020B0500000000000000" pitchFamily="34" charset="-128"/>
              <a:cs typeface="Arial" panose="020B0604020202020204" pitchFamily="34" charset="0"/>
            </a:endParaRP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1B2BDD56-3675-24DF-9B71-9ABD7128513D}"/>
              </a:ext>
            </a:extLst>
          </p:cNvPr>
          <p:cNvSpPr txBox="1"/>
          <p:nvPr/>
        </p:nvSpPr>
        <p:spPr>
          <a:xfrm>
            <a:off x="6483220" y="554210"/>
            <a:ext cx="47320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600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D</a:t>
            </a:r>
            <a:r>
              <a:rPr lang="en-JP" sz="1100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氏</a:t>
            </a:r>
            <a:endParaRPr lang="en-JP" sz="1600" dirty="0">
              <a:solidFill>
                <a:srgbClr val="2B3348"/>
              </a:solidFill>
              <a:latin typeface="Arial" panose="020B0604020202020204" pitchFamily="34" charset="0"/>
              <a:ea typeface="Noto Sans CJK JP Regular" panose="020B0500000000000000" pitchFamily="34" charset="-128"/>
              <a:cs typeface="Arial" panose="020B0604020202020204" pitchFamily="34" charset="0"/>
            </a:endParaRPr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649336BE-4D77-FE7C-8B62-B9512B44B467}"/>
              </a:ext>
            </a:extLst>
          </p:cNvPr>
          <p:cNvSpPr/>
          <p:nvPr/>
        </p:nvSpPr>
        <p:spPr>
          <a:xfrm rot="5400000">
            <a:off x="7278805" y="2108493"/>
            <a:ext cx="1496312" cy="1074799"/>
          </a:xfrm>
          <a:prstGeom prst="ellipse">
            <a:avLst/>
          </a:prstGeom>
          <a:solidFill>
            <a:schemeClr val="bg1">
              <a:lumMod val="85000"/>
              <a:alpha val="64082"/>
            </a:schemeClr>
          </a:solidFill>
          <a:ln w="222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 dirty="0"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AEFC3F49-BFF5-ABA9-733E-FCCC4B7DFA2A}"/>
              </a:ext>
            </a:extLst>
          </p:cNvPr>
          <p:cNvSpPr txBox="1"/>
          <p:nvPr/>
        </p:nvSpPr>
        <p:spPr>
          <a:xfrm>
            <a:off x="7791288" y="1580142"/>
            <a:ext cx="59503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600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部屋</a:t>
            </a:r>
          </a:p>
        </p:txBody>
      </p:sp>
      <p:sp>
        <p:nvSpPr>
          <p:cNvPr id="58" name="Oval 57">
            <a:extLst>
              <a:ext uri="{FF2B5EF4-FFF2-40B4-BE49-F238E27FC236}">
                <a16:creationId xmlns:a16="http://schemas.microsoft.com/office/drawing/2014/main" id="{C63EB4E7-9194-E969-AA63-24DCE4DA9D37}"/>
              </a:ext>
            </a:extLst>
          </p:cNvPr>
          <p:cNvSpPr/>
          <p:nvPr/>
        </p:nvSpPr>
        <p:spPr>
          <a:xfrm>
            <a:off x="7965126" y="2584052"/>
            <a:ext cx="123681" cy="123681"/>
          </a:xfrm>
          <a:prstGeom prst="ellipse">
            <a:avLst/>
          </a:prstGeom>
          <a:solidFill>
            <a:srgbClr val="2B33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B502B799-6455-F698-7CCB-27FCA5B6637D}"/>
              </a:ext>
            </a:extLst>
          </p:cNvPr>
          <p:cNvSpPr txBox="1"/>
          <p:nvPr/>
        </p:nvSpPr>
        <p:spPr>
          <a:xfrm>
            <a:off x="8088806" y="2054944"/>
            <a:ext cx="94769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600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8601</a:t>
            </a:r>
            <a:r>
              <a:rPr lang="en-JP" sz="1200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号室</a:t>
            </a:r>
            <a:endParaRPr lang="en-JP" sz="1600" dirty="0">
              <a:solidFill>
                <a:srgbClr val="2B3348"/>
              </a:solidFill>
              <a:latin typeface="Arial" panose="020B0604020202020204" pitchFamily="34" charset="0"/>
              <a:ea typeface="Noto Sans CJK JP Regular" panose="020B0500000000000000" pitchFamily="34" charset="-128"/>
              <a:cs typeface="Arial" panose="020B0604020202020204" pitchFamily="34" charset="0"/>
            </a:endParaRPr>
          </a:p>
        </p:txBody>
      </p:sp>
      <p:sp>
        <p:nvSpPr>
          <p:cNvPr id="60" name="Oval 59">
            <a:extLst>
              <a:ext uri="{FF2B5EF4-FFF2-40B4-BE49-F238E27FC236}">
                <a16:creationId xmlns:a16="http://schemas.microsoft.com/office/drawing/2014/main" id="{DC35D34C-2A22-9659-7A46-26BBB8C333C9}"/>
              </a:ext>
            </a:extLst>
          </p:cNvPr>
          <p:cNvSpPr/>
          <p:nvPr/>
        </p:nvSpPr>
        <p:spPr>
          <a:xfrm>
            <a:off x="7967522" y="3003804"/>
            <a:ext cx="123681" cy="123681"/>
          </a:xfrm>
          <a:prstGeom prst="ellipse">
            <a:avLst/>
          </a:prstGeom>
          <a:solidFill>
            <a:srgbClr val="2B33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66" name="Oval 65">
            <a:extLst>
              <a:ext uri="{FF2B5EF4-FFF2-40B4-BE49-F238E27FC236}">
                <a16:creationId xmlns:a16="http://schemas.microsoft.com/office/drawing/2014/main" id="{22C1ABC2-4161-0D91-EA14-46ED15F9C95A}"/>
              </a:ext>
            </a:extLst>
          </p:cNvPr>
          <p:cNvSpPr/>
          <p:nvPr/>
        </p:nvSpPr>
        <p:spPr>
          <a:xfrm>
            <a:off x="7969863" y="2162385"/>
            <a:ext cx="123681" cy="123681"/>
          </a:xfrm>
          <a:prstGeom prst="ellipse">
            <a:avLst/>
          </a:prstGeom>
          <a:solidFill>
            <a:srgbClr val="2B33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3AA64CAF-17A6-AB60-345F-6AAB896F8776}"/>
              </a:ext>
            </a:extLst>
          </p:cNvPr>
          <p:cNvSpPr txBox="1"/>
          <p:nvPr/>
        </p:nvSpPr>
        <p:spPr>
          <a:xfrm>
            <a:off x="8088805" y="2447131"/>
            <a:ext cx="94769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600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8501</a:t>
            </a:r>
            <a:r>
              <a:rPr lang="en-JP" sz="1200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号室</a:t>
            </a:r>
            <a:endParaRPr lang="en-JP" sz="1600" dirty="0">
              <a:solidFill>
                <a:srgbClr val="2B3348"/>
              </a:solidFill>
              <a:latin typeface="Arial" panose="020B0604020202020204" pitchFamily="34" charset="0"/>
              <a:ea typeface="Noto Sans CJK JP Regular" panose="020B0500000000000000" pitchFamily="34" charset="-128"/>
              <a:cs typeface="Arial" panose="020B0604020202020204" pitchFamily="34" charset="0"/>
            </a:endParaRP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276C76BE-CDA5-5B65-29B0-1AAFF29A7729}"/>
              </a:ext>
            </a:extLst>
          </p:cNvPr>
          <p:cNvSpPr txBox="1"/>
          <p:nvPr/>
        </p:nvSpPr>
        <p:spPr>
          <a:xfrm>
            <a:off x="8079330" y="2883012"/>
            <a:ext cx="94769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600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8603</a:t>
            </a:r>
            <a:r>
              <a:rPr lang="en-JP" sz="1200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号室</a:t>
            </a:r>
            <a:endParaRPr lang="en-JP" sz="1600" dirty="0">
              <a:solidFill>
                <a:srgbClr val="2B3348"/>
              </a:solidFill>
              <a:latin typeface="Arial" panose="020B0604020202020204" pitchFamily="34" charset="0"/>
              <a:ea typeface="Noto Sans CJK JP Regular" panose="020B0500000000000000" pitchFamily="34" charset="-128"/>
              <a:cs typeface="Arial" panose="020B0604020202020204" pitchFamily="34" charset="0"/>
            </a:endParaRPr>
          </a:p>
        </p:txBody>
      </p:sp>
      <p:sp>
        <p:nvSpPr>
          <p:cNvPr id="69" name="Oval 68">
            <a:extLst>
              <a:ext uri="{FF2B5EF4-FFF2-40B4-BE49-F238E27FC236}">
                <a16:creationId xmlns:a16="http://schemas.microsoft.com/office/drawing/2014/main" id="{3BE41371-EF60-15A3-7CB2-F670BC3BCA06}"/>
              </a:ext>
            </a:extLst>
          </p:cNvPr>
          <p:cNvSpPr/>
          <p:nvPr/>
        </p:nvSpPr>
        <p:spPr>
          <a:xfrm>
            <a:off x="5156231" y="3838259"/>
            <a:ext cx="1800201" cy="874147"/>
          </a:xfrm>
          <a:prstGeom prst="ellipse">
            <a:avLst/>
          </a:prstGeom>
          <a:solidFill>
            <a:schemeClr val="bg1">
              <a:lumMod val="85000"/>
              <a:alpha val="64082"/>
            </a:schemeClr>
          </a:solidFill>
          <a:ln w="222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 dirty="0"/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AF0E68C3-E2D8-087D-E25A-9EFACF419002}"/>
              </a:ext>
            </a:extLst>
          </p:cNvPr>
          <p:cNvSpPr txBox="1"/>
          <p:nvPr/>
        </p:nvSpPr>
        <p:spPr>
          <a:xfrm>
            <a:off x="5745698" y="4752728"/>
            <a:ext cx="59503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600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教員</a:t>
            </a:r>
          </a:p>
        </p:txBody>
      </p:sp>
      <p:sp>
        <p:nvSpPr>
          <p:cNvPr id="71" name="Oval 70">
            <a:extLst>
              <a:ext uri="{FF2B5EF4-FFF2-40B4-BE49-F238E27FC236}">
                <a16:creationId xmlns:a16="http://schemas.microsoft.com/office/drawing/2014/main" id="{8FDB954B-CF54-3B67-24A0-24FC3DC86486}"/>
              </a:ext>
            </a:extLst>
          </p:cNvPr>
          <p:cNvSpPr/>
          <p:nvPr/>
        </p:nvSpPr>
        <p:spPr>
          <a:xfrm>
            <a:off x="5409738" y="4213491"/>
            <a:ext cx="123681" cy="123681"/>
          </a:xfrm>
          <a:prstGeom prst="ellipse">
            <a:avLst/>
          </a:prstGeom>
          <a:solidFill>
            <a:srgbClr val="2B33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116A7A12-7EAD-5727-6094-3B7CB040732F}"/>
              </a:ext>
            </a:extLst>
          </p:cNvPr>
          <p:cNvSpPr txBox="1"/>
          <p:nvPr/>
        </p:nvSpPr>
        <p:spPr>
          <a:xfrm>
            <a:off x="5174059" y="4315250"/>
            <a:ext cx="59503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600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桜山</a:t>
            </a:r>
          </a:p>
        </p:txBody>
      </p:sp>
      <p:sp>
        <p:nvSpPr>
          <p:cNvPr id="73" name="Oval 72">
            <a:extLst>
              <a:ext uri="{FF2B5EF4-FFF2-40B4-BE49-F238E27FC236}">
                <a16:creationId xmlns:a16="http://schemas.microsoft.com/office/drawing/2014/main" id="{19E5D3DA-DAAB-B842-752A-5B5D50ABDA03}"/>
              </a:ext>
            </a:extLst>
          </p:cNvPr>
          <p:cNvSpPr/>
          <p:nvPr/>
        </p:nvSpPr>
        <p:spPr>
          <a:xfrm>
            <a:off x="5967543" y="4224575"/>
            <a:ext cx="123681" cy="123681"/>
          </a:xfrm>
          <a:prstGeom prst="ellipse">
            <a:avLst/>
          </a:prstGeom>
          <a:solidFill>
            <a:srgbClr val="2B33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74" name="Oval 73">
            <a:extLst>
              <a:ext uri="{FF2B5EF4-FFF2-40B4-BE49-F238E27FC236}">
                <a16:creationId xmlns:a16="http://schemas.microsoft.com/office/drawing/2014/main" id="{79B292BB-0095-D787-5F7F-AC76871CF43E}"/>
              </a:ext>
            </a:extLst>
          </p:cNvPr>
          <p:cNvSpPr/>
          <p:nvPr/>
        </p:nvSpPr>
        <p:spPr>
          <a:xfrm>
            <a:off x="6520563" y="4226256"/>
            <a:ext cx="123681" cy="123681"/>
          </a:xfrm>
          <a:prstGeom prst="ellipse">
            <a:avLst/>
          </a:prstGeom>
          <a:solidFill>
            <a:srgbClr val="2B33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8CDEFE29-7413-BB59-40D0-A10A169A7BB2}"/>
              </a:ext>
            </a:extLst>
          </p:cNvPr>
          <p:cNvSpPr txBox="1"/>
          <p:nvPr/>
        </p:nvSpPr>
        <p:spPr>
          <a:xfrm>
            <a:off x="5727493" y="4312409"/>
            <a:ext cx="59503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600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山畑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0B0E0B95-5DF7-6E87-E945-9B90981D5F42}"/>
              </a:ext>
            </a:extLst>
          </p:cNvPr>
          <p:cNvSpPr txBox="1"/>
          <p:nvPr/>
        </p:nvSpPr>
        <p:spPr>
          <a:xfrm>
            <a:off x="6285299" y="4315250"/>
            <a:ext cx="59503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600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田辺</a:t>
            </a:r>
          </a:p>
        </p:txBody>
      </p:sp>
      <p:sp>
        <p:nvSpPr>
          <p:cNvPr id="79" name="Oval 78">
            <a:extLst>
              <a:ext uri="{FF2B5EF4-FFF2-40B4-BE49-F238E27FC236}">
                <a16:creationId xmlns:a16="http://schemas.microsoft.com/office/drawing/2014/main" id="{B90BA1A8-3EC3-38CF-4362-9B9500AE0EE7}"/>
              </a:ext>
            </a:extLst>
          </p:cNvPr>
          <p:cNvSpPr/>
          <p:nvPr/>
        </p:nvSpPr>
        <p:spPr>
          <a:xfrm>
            <a:off x="5049381" y="1689667"/>
            <a:ext cx="2041735" cy="1788764"/>
          </a:xfrm>
          <a:prstGeom prst="ellipse">
            <a:avLst/>
          </a:prstGeom>
          <a:solidFill>
            <a:schemeClr val="bg1">
              <a:lumMod val="85000"/>
              <a:alpha val="64082"/>
            </a:schemeClr>
          </a:solidFill>
          <a:ln w="222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 dirty="0"/>
          </a:p>
        </p:txBody>
      </p:sp>
      <p:sp>
        <p:nvSpPr>
          <p:cNvPr id="80" name="Oval 79">
            <a:extLst>
              <a:ext uri="{FF2B5EF4-FFF2-40B4-BE49-F238E27FC236}">
                <a16:creationId xmlns:a16="http://schemas.microsoft.com/office/drawing/2014/main" id="{5582C323-6093-F2EA-C9C4-D5596E3C7CBC}"/>
              </a:ext>
            </a:extLst>
          </p:cNvPr>
          <p:cNvSpPr/>
          <p:nvPr/>
        </p:nvSpPr>
        <p:spPr>
          <a:xfrm>
            <a:off x="6322529" y="2788422"/>
            <a:ext cx="123681" cy="123681"/>
          </a:xfrm>
          <a:prstGeom prst="ellipse">
            <a:avLst/>
          </a:prstGeom>
          <a:solidFill>
            <a:srgbClr val="2B33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81" name="Oval 80">
            <a:extLst>
              <a:ext uri="{FF2B5EF4-FFF2-40B4-BE49-F238E27FC236}">
                <a16:creationId xmlns:a16="http://schemas.microsoft.com/office/drawing/2014/main" id="{F57E3FC6-FD85-A348-D841-DB644C4B907A}"/>
              </a:ext>
            </a:extLst>
          </p:cNvPr>
          <p:cNvSpPr/>
          <p:nvPr/>
        </p:nvSpPr>
        <p:spPr>
          <a:xfrm>
            <a:off x="5982069" y="2554572"/>
            <a:ext cx="123681" cy="123681"/>
          </a:xfrm>
          <a:prstGeom prst="ellipse">
            <a:avLst/>
          </a:prstGeom>
          <a:solidFill>
            <a:srgbClr val="2B33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82" name="Oval 81">
            <a:extLst>
              <a:ext uri="{FF2B5EF4-FFF2-40B4-BE49-F238E27FC236}">
                <a16:creationId xmlns:a16="http://schemas.microsoft.com/office/drawing/2014/main" id="{1E30C3DB-C4FC-7FC0-A3FA-D3F9836BD740}"/>
              </a:ext>
            </a:extLst>
          </p:cNvPr>
          <p:cNvSpPr/>
          <p:nvPr/>
        </p:nvSpPr>
        <p:spPr>
          <a:xfrm>
            <a:off x="6644244" y="2334374"/>
            <a:ext cx="123681" cy="123681"/>
          </a:xfrm>
          <a:prstGeom prst="ellipse">
            <a:avLst/>
          </a:prstGeom>
          <a:solidFill>
            <a:srgbClr val="2B33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83" name="Oval 82">
            <a:extLst>
              <a:ext uri="{FF2B5EF4-FFF2-40B4-BE49-F238E27FC236}">
                <a16:creationId xmlns:a16="http://schemas.microsoft.com/office/drawing/2014/main" id="{DC43FB1B-2E6D-9ECD-9774-7727B9B880B8}"/>
              </a:ext>
            </a:extLst>
          </p:cNvPr>
          <p:cNvSpPr/>
          <p:nvPr/>
        </p:nvSpPr>
        <p:spPr>
          <a:xfrm>
            <a:off x="5639459" y="2068182"/>
            <a:ext cx="123681" cy="123681"/>
          </a:xfrm>
          <a:prstGeom prst="ellipse">
            <a:avLst/>
          </a:prstGeom>
          <a:solidFill>
            <a:srgbClr val="2B33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84" name="Right Arrow 83">
            <a:extLst>
              <a:ext uri="{FF2B5EF4-FFF2-40B4-BE49-F238E27FC236}">
                <a16:creationId xmlns:a16="http://schemas.microsoft.com/office/drawing/2014/main" id="{A3C613D5-F11E-D230-C2F4-C03985734653}"/>
              </a:ext>
            </a:extLst>
          </p:cNvPr>
          <p:cNvSpPr/>
          <p:nvPr/>
        </p:nvSpPr>
        <p:spPr>
          <a:xfrm>
            <a:off x="4015692" y="2162385"/>
            <a:ext cx="788331" cy="810191"/>
          </a:xfrm>
          <a:prstGeom prst="rightArrow">
            <a:avLst>
              <a:gd name="adj1" fmla="val 43106"/>
              <a:gd name="adj2" fmla="val 55296"/>
            </a:avLst>
          </a:prstGeom>
          <a:solidFill>
            <a:srgbClr val="BA1C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350"/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EBC3A090-D864-B18C-6EFE-817569093A9F}"/>
              </a:ext>
            </a:extLst>
          </p:cNvPr>
          <p:cNvSpPr txBox="1"/>
          <p:nvPr/>
        </p:nvSpPr>
        <p:spPr>
          <a:xfrm>
            <a:off x="3569085" y="3003391"/>
            <a:ext cx="1587173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JP" sz="1500" dirty="0">
                <a:solidFill>
                  <a:srgbClr val="BA1C47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実体・関連集合</a:t>
            </a:r>
          </a:p>
          <a:p>
            <a:pPr algn="l"/>
            <a:r>
              <a:rPr lang="en-JP" sz="1500" dirty="0">
                <a:solidFill>
                  <a:srgbClr val="BA1C47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の要素を考える</a:t>
            </a:r>
          </a:p>
        </p:txBody>
      </p:sp>
      <p:cxnSp>
        <p:nvCxnSpPr>
          <p:cNvPr id="88" name="Straight Connector 87">
            <a:extLst>
              <a:ext uri="{FF2B5EF4-FFF2-40B4-BE49-F238E27FC236}">
                <a16:creationId xmlns:a16="http://schemas.microsoft.com/office/drawing/2014/main" id="{66C1B832-95FF-E2CA-A2D2-05D845D847EF}"/>
              </a:ext>
            </a:extLst>
          </p:cNvPr>
          <p:cNvCxnSpPr>
            <a:cxnSpLocks/>
            <a:stCxn id="41" idx="4"/>
            <a:endCxn id="83" idx="0"/>
          </p:cNvCxnSpPr>
          <p:nvPr/>
        </p:nvCxnSpPr>
        <p:spPr>
          <a:xfrm>
            <a:off x="5439649" y="980820"/>
            <a:ext cx="261650" cy="1087360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Straight Connector 90">
            <a:extLst>
              <a:ext uri="{FF2B5EF4-FFF2-40B4-BE49-F238E27FC236}">
                <a16:creationId xmlns:a16="http://schemas.microsoft.com/office/drawing/2014/main" id="{D7A7D10A-74E7-7159-1AF8-D560B9939B1A}"/>
              </a:ext>
            </a:extLst>
          </p:cNvPr>
          <p:cNvCxnSpPr>
            <a:cxnSpLocks/>
            <a:stCxn id="83" idx="4"/>
            <a:endCxn id="71" idx="0"/>
          </p:cNvCxnSpPr>
          <p:nvPr/>
        </p:nvCxnSpPr>
        <p:spPr>
          <a:xfrm flipH="1">
            <a:off x="5471573" y="2191865"/>
            <a:ext cx="229722" cy="2021627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Straight Connector 95">
            <a:extLst>
              <a:ext uri="{FF2B5EF4-FFF2-40B4-BE49-F238E27FC236}">
                <a16:creationId xmlns:a16="http://schemas.microsoft.com/office/drawing/2014/main" id="{7E4B07AE-B638-1226-6BFA-37E178EF1898}"/>
              </a:ext>
            </a:extLst>
          </p:cNvPr>
          <p:cNvCxnSpPr>
            <a:cxnSpLocks/>
            <a:stCxn id="83" idx="6"/>
            <a:endCxn id="66" idx="2"/>
          </p:cNvCxnSpPr>
          <p:nvPr/>
        </p:nvCxnSpPr>
        <p:spPr>
          <a:xfrm>
            <a:off x="5763135" y="2130024"/>
            <a:ext cx="2206724" cy="94203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Straight Connector 99">
            <a:extLst>
              <a:ext uri="{FF2B5EF4-FFF2-40B4-BE49-F238E27FC236}">
                <a16:creationId xmlns:a16="http://schemas.microsoft.com/office/drawing/2014/main" id="{31BC8EAC-FB3F-A220-E073-6980F16B3241}"/>
              </a:ext>
            </a:extLst>
          </p:cNvPr>
          <p:cNvCxnSpPr>
            <a:cxnSpLocks/>
            <a:stCxn id="49" idx="4"/>
            <a:endCxn id="82" idx="1"/>
          </p:cNvCxnSpPr>
          <p:nvPr/>
        </p:nvCxnSpPr>
        <p:spPr>
          <a:xfrm>
            <a:off x="5859267" y="980822"/>
            <a:ext cx="803086" cy="1371665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Straight Connector 102">
            <a:extLst>
              <a:ext uri="{FF2B5EF4-FFF2-40B4-BE49-F238E27FC236}">
                <a16:creationId xmlns:a16="http://schemas.microsoft.com/office/drawing/2014/main" id="{ECD0BA50-8749-9F0A-B292-2C693042D26D}"/>
              </a:ext>
            </a:extLst>
          </p:cNvPr>
          <p:cNvCxnSpPr>
            <a:cxnSpLocks/>
            <a:stCxn id="66" idx="2"/>
            <a:endCxn id="82" idx="6"/>
          </p:cNvCxnSpPr>
          <p:nvPr/>
        </p:nvCxnSpPr>
        <p:spPr>
          <a:xfrm flipH="1">
            <a:off x="6767925" y="2224221"/>
            <a:ext cx="1201939" cy="171988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Straight Connector 106">
            <a:extLst>
              <a:ext uri="{FF2B5EF4-FFF2-40B4-BE49-F238E27FC236}">
                <a16:creationId xmlns:a16="http://schemas.microsoft.com/office/drawing/2014/main" id="{FB0A4298-F2C5-F4F4-68D0-0A55FCD8FFB7}"/>
              </a:ext>
            </a:extLst>
          </p:cNvPr>
          <p:cNvCxnSpPr>
            <a:cxnSpLocks/>
            <a:stCxn id="73" idx="0"/>
            <a:endCxn id="82" idx="4"/>
          </p:cNvCxnSpPr>
          <p:nvPr/>
        </p:nvCxnSpPr>
        <p:spPr>
          <a:xfrm flipV="1">
            <a:off x="6029384" y="2458050"/>
            <a:ext cx="676701" cy="1766521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Straight Connector 109">
            <a:extLst>
              <a:ext uri="{FF2B5EF4-FFF2-40B4-BE49-F238E27FC236}">
                <a16:creationId xmlns:a16="http://schemas.microsoft.com/office/drawing/2014/main" id="{23984273-FC4B-C8EB-0707-4ABC3F3325E2}"/>
              </a:ext>
            </a:extLst>
          </p:cNvPr>
          <p:cNvCxnSpPr>
            <a:cxnSpLocks/>
            <a:stCxn id="50" idx="4"/>
            <a:endCxn id="81" idx="0"/>
          </p:cNvCxnSpPr>
          <p:nvPr/>
        </p:nvCxnSpPr>
        <p:spPr>
          <a:xfrm flipH="1">
            <a:off x="6043905" y="987079"/>
            <a:ext cx="234982" cy="1567488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Straight Connector 112">
            <a:extLst>
              <a:ext uri="{FF2B5EF4-FFF2-40B4-BE49-F238E27FC236}">
                <a16:creationId xmlns:a16="http://schemas.microsoft.com/office/drawing/2014/main" id="{64D7B8D1-C4D9-B0A2-DEB3-08940339BCA1}"/>
              </a:ext>
            </a:extLst>
          </p:cNvPr>
          <p:cNvCxnSpPr>
            <a:cxnSpLocks/>
            <a:stCxn id="81" idx="6"/>
            <a:endCxn id="58" idx="2"/>
          </p:cNvCxnSpPr>
          <p:nvPr/>
        </p:nvCxnSpPr>
        <p:spPr>
          <a:xfrm>
            <a:off x="6105751" y="2616414"/>
            <a:ext cx="1859375" cy="29479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" name="Straight Connector 115">
            <a:extLst>
              <a:ext uri="{FF2B5EF4-FFF2-40B4-BE49-F238E27FC236}">
                <a16:creationId xmlns:a16="http://schemas.microsoft.com/office/drawing/2014/main" id="{2BCC877E-7A6C-358E-3B83-854B047A0EB7}"/>
              </a:ext>
            </a:extLst>
          </p:cNvPr>
          <p:cNvCxnSpPr>
            <a:cxnSpLocks/>
            <a:stCxn id="81" idx="4"/>
            <a:endCxn id="74" idx="0"/>
          </p:cNvCxnSpPr>
          <p:nvPr/>
        </p:nvCxnSpPr>
        <p:spPr>
          <a:xfrm>
            <a:off x="6043911" y="2678254"/>
            <a:ext cx="538493" cy="1548001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Straight Connector 120">
            <a:extLst>
              <a:ext uri="{FF2B5EF4-FFF2-40B4-BE49-F238E27FC236}">
                <a16:creationId xmlns:a16="http://schemas.microsoft.com/office/drawing/2014/main" id="{6DDBA396-79F0-79A1-1DB4-D067915AF75A}"/>
              </a:ext>
            </a:extLst>
          </p:cNvPr>
          <p:cNvCxnSpPr>
            <a:cxnSpLocks/>
            <a:stCxn id="51" idx="4"/>
            <a:endCxn id="80" idx="0"/>
          </p:cNvCxnSpPr>
          <p:nvPr/>
        </p:nvCxnSpPr>
        <p:spPr>
          <a:xfrm flipH="1">
            <a:off x="6384366" y="987084"/>
            <a:ext cx="307883" cy="1801337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" name="Straight Connector 123">
            <a:extLst>
              <a:ext uri="{FF2B5EF4-FFF2-40B4-BE49-F238E27FC236}">
                <a16:creationId xmlns:a16="http://schemas.microsoft.com/office/drawing/2014/main" id="{18F42168-34B5-DD30-A80D-735DDDE0DE4C}"/>
              </a:ext>
            </a:extLst>
          </p:cNvPr>
          <p:cNvCxnSpPr>
            <a:cxnSpLocks/>
            <a:stCxn id="80" idx="4"/>
            <a:endCxn id="74" idx="0"/>
          </p:cNvCxnSpPr>
          <p:nvPr/>
        </p:nvCxnSpPr>
        <p:spPr>
          <a:xfrm>
            <a:off x="6384368" y="2912097"/>
            <a:ext cx="198034" cy="1314153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Straight Connector 127">
            <a:extLst>
              <a:ext uri="{FF2B5EF4-FFF2-40B4-BE49-F238E27FC236}">
                <a16:creationId xmlns:a16="http://schemas.microsoft.com/office/drawing/2014/main" id="{5E2C499D-227A-6119-A91E-1AF8E7A77DE9}"/>
              </a:ext>
            </a:extLst>
          </p:cNvPr>
          <p:cNvCxnSpPr>
            <a:cxnSpLocks/>
            <a:stCxn id="80" idx="6"/>
            <a:endCxn id="60" idx="2"/>
          </p:cNvCxnSpPr>
          <p:nvPr/>
        </p:nvCxnSpPr>
        <p:spPr>
          <a:xfrm>
            <a:off x="6446209" y="2850257"/>
            <a:ext cx="1521313" cy="215382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8337340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CBA06F98-FE01-C73F-71FA-61BE35F37466}"/>
              </a:ext>
            </a:extLst>
          </p:cNvPr>
          <p:cNvSpPr/>
          <p:nvPr/>
        </p:nvSpPr>
        <p:spPr>
          <a:xfrm>
            <a:off x="2562799" y="2293246"/>
            <a:ext cx="1074798" cy="557015"/>
          </a:xfrm>
          <a:prstGeom prst="rect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JP" sz="19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</a:rPr>
              <a:t>部屋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D36B509-13CB-CD02-6B35-13B98DA4713F}"/>
              </a:ext>
            </a:extLst>
          </p:cNvPr>
          <p:cNvSpPr/>
          <p:nvPr/>
        </p:nvSpPr>
        <p:spPr>
          <a:xfrm>
            <a:off x="646606" y="3946063"/>
            <a:ext cx="1074798" cy="557015"/>
          </a:xfrm>
          <a:prstGeom prst="rect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JP" sz="19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</a:rPr>
              <a:t>教員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0AF18CE-1A82-7CE7-A53A-04418548C5F4}"/>
              </a:ext>
            </a:extLst>
          </p:cNvPr>
          <p:cNvSpPr/>
          <p:nvPr/>
        </p:nvSpPr>
        <p:spPr>
          <a:xfrm>
            <a:off x="646606" y="656110"/>
            <a:ext cx="1074798" cy="557015"/>
          </a:xfrm>
          <a:prstGeom prst="rect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JP" sz="19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</a:rPr>
              <a:t>学生</a:t>
            </a:r>
          </a:p>
        </p:txBody>
      </p:sp>
      <p:sp>
        <p:nvSpPr>
          <p:cNvPr id="8" name="Diamond 7">
            <a:extLst>
              <a:ext uri="{FF2B5EF4-FFF2-40B4-BE49-F238E27FC236}">
                <a16:creationId xmlns:a16="http://schemas.microsoft.com/office/drawing/2014/main" id="{71FF97D5-CEEF-E36B-4FEB-8991E96D355C}"/>
              </a:ext>
            </a:extLst>
          </p:cNvPr>
          <p:cNvSpPr/>
          <p:nvPr/>
        </p:nvSpPr>
        <p:spPr>
          <a:xfrm>
            <a:off x="427924" y="2155000"/>
            <a:ext cx="1512167" cy="833500"/>
          </a:xfrm>
          <a:prstGeom prst="diamond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0AA6153-7F85-9FA2-7350-177BAD638AEF}"/>
              </a:ext>
            </a:extLst>
          </p:cNvPr>
          <p:cNvSpPr txBox="1"/>
          <p:nvPr/>
        </p:nvSpPr>
        <p:spPr>
          <a:xfrm>
            <a:off x="745427" y="2293246"/>
            <a:ext cx="877163" cy="6460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研究室</a:t>
            </a:r>
          </a:p>
          <a:p>
            <a:pPr algn="ctr"/>
            <a:r>
              <a: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配属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44FE5CDF-95BF-E548-3A88-E9C4236A68AD}"/>
              </a:ext>
            </a:extLst>
          </p:cNvPr>
          <p:cNvCxnSpPr>
            <a:cxnSpLocks/>
            <a:stCxn id="8" idx="0"/>
            <a:endCxn id="7" idx="2"/>
          </p:cNvCxnSpPr>
          <p:nvPr/>
        </p:nvCxnSpPr>
        <p:spPr>
          <a:xfrm flipV="1">
            <a:off x="1184005" y="1213130"/>
            <a:ext cx="0" cy="941877"/>
          </a:xfrm>
          <a:prstGeom prst="line">
            <a:avLst/>
          </a:prstGeom>
          <a:ln w="79375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5F9ED2FC-DC84-40D3-E6EE-BA26B2592B0D}"/>
              </a:ext>
            </a:extLst>
          </p:cNvPr>
          <p:cNvCxnSpPr>
            <a:cxnSpLocks/>
            <a:stCxn id="3" idx="1"/>
            <a:endCxn id="8" idx="3"/>
          </p:cNvCxnSpPr>
          <p:nvPr/>
        </p:nvCxnSpPr>
        <p:spPr>
          <a:xfrm flipH="1">
            <a:off x="1940096" y="2571750"/>
            <a:ext cx="622709" cy="0"/>
          </a:xfrm>
          <a:prstGeom prst="line">
            <a:avLst/>
          </a:prstGeom>
          <a:ln w="22225">
            <a:solidFill>
              <a:srgbClr val="2B3348"/>
            </a:solidFill>
            <a:headEnd type="arrow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F0156368-3663-8768-3A85-62B742830E99}"/>
              </a:ext>
            </a:extLst>
          </p:cNvPr>
          <p:cNvCxnSpPr>
            <a:cxnSpLocks/>
            <a:stCxn id="6" idx="0"/>
            <a:endCxn id="8" idx="2"/>
          </p:cNvCxnSpPr>
          <p:nvPr/>
        </p:nvCxnSpPr>
        <p:spPr>
          <a:xfrm flipV="1">
            <a:off x="1184005" y="2988501"/>
            <a:ext cx="0" cy="957562"/>
          </a:xfrm>
          <a:prstGeom prst="line">
            <a:avLst/>
          </a:prstGeom>
          <a:ln w="19050">
            <a:solidFill>
              <a:srgbClr val="2B3348"/>
            </a:solidFill>
            <a:headEnd type="non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Oval 38">
            <a:extLst>
              <a:ext uri="{FF2B5EF4-FFF2-40B4-BE49-F238E27FC236}">
                <a16:creationId xmlns:a16="http://schemas.microsoft.com/office/drawing/2014/main" id="{2A766ECA-2053-DA2B-D871-21CE904C4325}"/>
              </a:ext>
            </a:extLst>
          </p:cNvPr>
          <p:cNvSpPr/>
          <p:nvPr/>
        </p:nvSpPr>
        <p:spPr>
          <a:xfrm>
            <a:off x="5156231" y="455696"/>
            <a:ext cx="1800201" cy="874147"/>
          </a:xfrm>
          <a:prstGeom prst="ellipse">
            <a:avLst/>
          </a:prstGeom>
          <a:solidFill>
            <a:schemeClr val="bg1">
              <a:lumMod val="85000"/>
              <a:alpha val="64082"/>
            </a:schemeClr>
          </a:solidFill>
          <a:ln w="222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 dirty="0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E14D5B69-6FDC-920B-7212-EA0A885B33CD}"/>
              </a:ext>
            </a:extLst>
          </p:cNvPr>
          <p:cNvSpPr txBox="1"/>
          <p:nvPr/>
        </p:nvSpPr>
        <p:spPr>
          <a:xfrm>
            <a:off x="5758813" y="189380"/>
            <a:ext cx="59503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600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学生</a:t>
            </a:r>
          </a:p>
        </p:txBody>
      </p:sp>
      <p:sp>
        <p:nvSpPr>
          <p:cNvPr id="41" name="Oval 40">
            <a:extLst>
              <a:ext uri="{FF2B5EF4-FFF2-40B4-BE49-F238E27FC236}">
                <a16:creationId xmlns:a16="http://schemas.microsoft.com/office/drawing/2014/main" id="{97AAF079-74B3-3671-AC85-FBD29DF8D1C8}"/>
              </a:ext>
            </a:extLst>
          </p:cNvPr>
          <p:cNvSpPr/>
          <p:nvPr/>
        </p:nvSpPr>
        <p:spPr>
          <a:xfrm>
            <a:off x="5377808" y="857142"/>
            <a:ext cx="123681" cy="123681"/>
          </a:xfrm>
          <a:prstGeom prst="ellipse">
            <a:avLst/>
          </a:prstGeom>
          <a:solidFill>
            <a:srgbClr val="2B33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E32BBB2E-776C-2C98-9167-E1BCA3D6CF98}"/>
              </a:ext>
            </a:extLst>
          </p:cNvPr>
          <p:cNvSpPr txBox="1"/>
          <p:nvPr/>
        </p:nvSpPr>
        <p:spPr>
          <a:xfrm>
            <a:off x="5224999" y="554210"/>
            <a:ext cx="46198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600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A</a:t>
            </a:r>
            <a:r>
              <a:rPr lang="en-JP" sz="1100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氏</a:t>
            </a:r>
            <a:endParaRPr lang="en-JP" sz="1600" dirty="0">
              <a:solidFill>
                <a:srgbClr val="2B3348"/>
              </a:solidFill>
              <a:latin typeface="Arial" panose="020B0604020202020204" pitchFamily="34" charset="0"/>
              <a:ea typeface="Noto Sans CJK JP Regular" panose="020B0500000000000000" pitchFamily="34" charset="-128"/>
              <a:cs typeface="Arial" panose="020B0604020202020204" pitchFamily="34" charset="0"/>
            </a:endParaRPr>
          </a:p>
        </p:txBody>
      </p:sp>
      <p:sp>
        <p:nvSpPr>
          <p:cNvPr id="49" name="Oval 48">
            <a:extLst>
              <a:ext uri="{FF2B5EF4-FFF2-40B4-BE49-F238E27FC236}">
                <a16:creationId xmlns:a16="http://schemas.microsoft.com/office/drawing/2014/main" id="{268B9E17-A744-3557-B352-C7CAAEE61B66}"/>
              </a:ext>
            </a:extLst>
          </p:cNvPr>
          <p:cNvSpPr/>
          <p:nvPr/>
        </p:nvSpPr>
        <p:spPr>
          <a:xfrm>
            <a:off x="5797430" y="857142"/>
            <a:ext cx="123681" cy="123681"/>
          </a:xfrm>
          <a:prstGeom prst="ellipse">
            <a:avLst/>
          </a:prstGeom>
          <a:solidFill>
            <a:srgbClr val="2B33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50" name="Oval 49">
            <a:extLst>
              <a:ext uri="{FF2B5EF4-FFF2-40B4-BE49-F238E27FC236}">
                <a16:creationId xmlns:a16="http://schemas.microsoft.com/office/drawing/2014/main" id="{DFE5869A-3434-D96D-33EE-9EDDE8BDAB66}"/>
              </a:ext>
            </a:extLst>
          </p:cNvPr>
          <p:cNvSpPr/>
          <p:nvPr/>
        </p:nvSpPr>
        <p:spPr>
          <a:xfrm>
            <a:off x="6217052" y="863405"/>
            <a:ext cx="123681" cy="123681"/>
          </a:xfrm>
          <a:prstGeom prst="ellipse">
            <a:avLst/>
          </a:prstGeom>
          <a:solidFill>
            <a:srgbClr val="2B33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51" name="Oval 50">
            <a:extLst>
              <a:ext uri="{FF2B5EF4-FFF2-40B4-BE49-F238E27FC236}">
                <a16:creationId xmlns:a16="http://schemas.microsoft.com/office/drawing/2014/main" id="{D236CF7D-A3A8-3563-754B-301C7647A66D}"/>
              </a:ext>
            </a:extLst>
          </p:cNvPr>
          <p:cNvSpPr/>
          <p:nvPr/>
        </p:nvSpPr>
        <p:spPr>
          <a:xfrm>
            <a:off x="6630410" y="863405"/>
            <a:ext cx="123681" cy="123681"/>
          </a:xfrm>
          <a:prstGeom prst="ellipse">
            <a:avLst/>
          </a:prstGeom>
          <a:solidFill>
            <a:srgbClr val="2B33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7D90F322-BC56-2D66-87B0-4BF5BE9454D9}"/>
              </a:ext>
            </a:extLst>
          </p:cNvPr>
          <p:cNvSpPr txBox="1"/>
          <p:nvPr/>
        </p:nvSpPr>
        <p:spPr>
          <a:xfrm>
            <a:off x="5657426" y="554210"/>
            <a:ext cx="46198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600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B</a:t>
            </a:r>
            <a:r>
              <a:rPr lang="en-JP" sz="1100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氏</a:t>
            </a:r>
            <a:endParaRPr lang="en-JP" sz="1600" dirty="0">
              <a:solidFill>
                <a:srgbClr val="2B3348"/>
              </a:solidFill>
              <a:latin typeface="Arial" panose="020B0604020202020204" pitchFamily="34" charset="0"/>
              <a:ea typeface="Noto Sans CJK JP Regular" panose="020B0500000000000000" pitchFamily="34" charset="-128"/>
              <a:cs typeface="Arial" panose="020B0604020202020204" pitchFamily="34" charset="0"/>
            </a:endParaRP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ABC86A3B-338B-C724-70CA-483BE2D0DBFC}"/>
              </a:ext>
            </a:extLst>
          </p:cNvPr>
          <p:cNvSpPr txBox="1"/>
          <p:nvPr/>
        </p:nvSpPr>
        <p:spPr>
          <a:xfrm>
            <a:off x="6091219" y="554210"/>
            <a:ext cx="47320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600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C</a:t>
            </a:r>
            <a:r>
              <a:rPr lang="en-JP" sz="1100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氏</a:t>
            </a:r>
            <a:endParaRPr lang="en-JP" sz="1600" dirty="0">
              <a:solidFill>
                <a:srgbClr val="2B3348"/>
              </a:solidFill>
              <a:latin typeface="Arial" panose="020B0604020202020204" pitchFamily="34" charset="0"/>
              <a:ea typeface="Noto Sans CJK JP Regular" panose="020B0500000000000000" pitchFamily="34" charset="-128"/>
              <a:cs typeface="Arial" panose="020B0604020202020204" pitchFamily="34" charset="0"/>
            </a:endParaRP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1B2BDD56-3675-24DF-9B71-9ABD7128513D}"/>
              </a:ext>
            </a:extLst>
          </p:cNvPr>
          <p:cNvSpPr txBox="1"/>
          <p:nvPr/>
        </p:nvSpPr>
        <p:spPr>
          <a:xfrm>
            <a:off x="6483220" y="554210"/>
            <a:ext cx="47320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600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D</a:t>
            </a:r>
            <a:r>
              <a:rPr lang="en-JP" sz="1100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氏</a:t>
            </a:r>
            <a:endParaRPr lang="en-JP" sz="1600" dirty="0">
              <a:solidFill>
                <a:srgbClr val="2B3348"/>
              </a:solidFill>
              <a:latin typeface="Arial" panose="020B0604020202020204" pitchFamily="34" charset="0"/>
              <a:ea typeface="Noto Sans CJK JP Regular" panose="020B0500000000000000" pitchFamily="34" charset="-128"/>
              <a:cs typeface="Arial" panose="020B0604020202020204" pitchFamily="34" charset="0"/>
            </a:endParaRPr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649336BE-4D77-FE7C-8B62-B9512B44B467}"/>
              </a:ext>
            </a:extLst>
          </p:cNvPr>
          <p:cNvSpPr/>
          <p:nvPr/>
        </p:nvSpPr>
        <p:spPr>
          <a:xfrm rot="5400000">
            <a:off x="7278805" y="2108493"/>
            <a:ext cx="1496312" cy="1074799"/>
          </a:xfrm>
          <a:prstGeom prst="ellipse">
            <a:avLst/>
          </a:prstGeom>
          <a:solidFill>
            <a:schemeClr val="bg1">
              <a:lumMod val="85000"/>
              <a:alpha val="64082"/>
            </a:schemeClr>
          </a:solidFill>
          <a:ln w="222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 dirty="0"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AEFC3F49-BFF5-ABA9-733E-FCCC4B7DFA2A}"/>
              </a:ext>
            </a:extLst>
          </p:cNvPr>
          <p:cNvSpPr txBox="1"/>
          <p:nvPr/>
        </p:nvSpPr>
        <p:spPr>
          <a:xfrm>
            <a:off x="7791288" y="1580142"/>
            <a:ext cx="59503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600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部屋</a:t>
            </a:r>
          </a:p>
        </p:txBody>
      </p:sp>
      <p:sp>
        <p:nvSpPr>
          <p:cNvPr id="58" name="Oval 57">
            <a:extLst>
              <a:ext uri="{FF2B5EF4-FFF2-40B4-BE49-F238E27FC236}">
                <a16:creationId xmlns:a16="http://schemas.microsoft.com/office/drawing/2014/main" id="{C63EB4E7-9194-E969-AA63-24DCE4DA9D37}"/>
              </a:ext>
            </a:extLst>
          </p:cNvPr>
          <p:cNvSpPr/>
          <p:nvPr/>
        </p:nvSpPr>
        <p:spPr>
          <a:xfrm>
            <a:off x="7965126" y="2584052"/>
            <a:ext cx="123681" cy="123681"/>
          </a:xfrm>
          <a:prstGeom prst="ellipse">
            <a:avLst/>
          </a:prstGeom>
          <a:solidFill>
            <a:srgbClr val="2B33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B502B799-6455-F698-7CCB-27FCA5B6637D}"/>
              </a:ext>
            </a:extLst>
          </p:cNvPr>
          <p:cNvSpPr txBox="1"/>
          <p:nvPr/>
        </p:nvSpPr>
        <p:spPr>
          <a:xfrm>
            <a:off x="8088806" y="2054944"/>
            <a:ext cx="94769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600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8601</a:t>
            </a:r>
            <a:r>
              <a:rPr lang="en-JP" sz="1200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号室</a:t>
            </a:r>
            <a:endParaRPr lang="en-JP" sz="1600" dirty="0">
              <a:solidFill>
                <a:srgbClr val="2B3348"/>
              </a:solidFill>
              <a:latin typeface="Arial" panose="020B0604020202020204" pitchFamily="34" charset="0"/>
              <a:ea typeface="Noto Sans CJK JP Regular" panose="020B0500000000000000" pitchFamily="34" charset="-128"/>
              <a:cs typeface="Arial" panose="020B0604020202020204" pitchFamily="34" charset="0"/>
            </a:endParaRPr>
          </a:p>
        </p:txBody>
      </p:sp>
      <p:sp>
        <p:nvSpPr>
          <p:cNvPr id="60" name="Oval 59">
            <a:extLst>
              <a:ext uri="{FF2B5EF4-FFF2-40B4-BE49-F238E27FC236}">
                <a16:creationId xmlns:a16="http://schemas.microsoft.com/office/drawing/2014/main" id="{DC35D34C-2A22-9659-7A46-26BBB8C333C9}"/>
              </a:ext>
            </a:extLst>
          </p:cNvPr>
          <p:cNvSpPr/>
          <p:nvPr/>
        </p:nvSpPr>
        <p:spPr>
          <a:xfrm>
            <a:off x="7967522" y="3003804"/>
            <a:ext cx="123681" cy="123681"/>
          </a:xfrm>
          <a:prstGeom prst="ellipse">
            <a:avLst/>
          </a:prstGeom>
          <a:solidFill>
            <a:srgbClr val="2B33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66" name="Oval 65">
            <a:extLst>
              <a:ext uri="{FF2B5EF4-FFF2-40B4-BE49-F238E27FC236}">
                <a16:creationId xmlns:a16="http://schemas.microsoft.com/office/drawing/2014/main" id="{22C1ABC2-4161-0D91-EA14-46ED15F9C95A}"/>
              </a:ext>
            </a:extLst>
          </p:cNvPr>
          <p:cNvSpPr/>
          <p:nvPr/>
        </p:nvSpPr>
        <p:spPr>
          <a:xfrm>
            <a:off x="7969863" y="2162385"/>
            <a:ext cx="123681" cy="123681"/>
          </a:xfrm>
          <a:prstGeom prst="ellipse">
            <a:avLst/>
          </a:prstGeom>
          <a:solidFill>
            <a:srgbClr val="2B33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3AA64CAF-17A6-AB60-345F-6AAB896F8776}"/>
              </a:ext>
            </a:extLst>
          </p:cNvPr>
          <p:cNvSpPr txBox="1"/>
          <p:nvPr/>
        </p:nvSpPr>
        <p:spPr>
          <a:xfrm>
            <a:off x="8088805" y="2447131"/>
            <a:ext cx="94769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600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8501</a:t>
            </a:r>
            <a:r>
              <a:rPr lang="en-JP" sz="1200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号室</a:t>
            </a:r>
            <a:endParaRPr lang="en-JP" sz="1600" dirty="0">
              <a:solidFill>
                <a:srgbClr val="2B3348"/>
              </a:solidFill>
              <a:latin typeface="Arial" panose="020B0604020202020204" pitchFamily="34" charset="0"/>
              <a:ea typeface="Noto Sans CJK JP Regular" panose="020B0500000000000000" pitchFamily="34" charset="-128"/>
              <a:cs typeface="Arial" panose="020B0604020202020204" pitchFamily="34" charset="0"/>
            </a:endParaRP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276C76BE-CDA5-5B65-29B0-1AAFF29A7729}"/>
              </a:ext>
            </a:extLst>
          </p:cNvPr>
          <p:cNvSpPr txBox="1"/>
          <p:nvPr/>
        </p:nvSpPr>
        <p:spPr>
          <a:xfrm>
            <a:off x="8079330" y="2883012"/>
            <a:ext cx="94769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600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8603</a:t>
            </a:r>
            <a:r>
              <a:rPr lang="en-JP" sz="1200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号室</a:t>
            </a:r>
            <a:endParaRPr lang="en-JP" sz="1600" dirty="0">
              <a:solidFill>
                <a:srgbClr val="2B3348"/>
              </a:solidFill>
              <a:latin typeface="Arial" panose="020B0604020202020204" pitchFamily="34" charset="0"/>
              <a:ea typeface="Noto Sans CJK JP Regular" panose="020B0500000000000000" pitchFamily="34" charset="-128"/>
              <a:cs typeface="Arial" panose="020B0604020202020204" pitchFamily="34" charset="0"/>
            </a:endParaRPr>
          </a:p>
        </p:txBody>
      </p:sp>
      <p:sp>
        <p:nvSpPr>
          <p:cNvPr id="69" name="Oval 68">
            <a:extLst>
              <a:ext uri="{FF2B5EF4-FFF2-40B4-BE49-F238E27FC236}">
                <a16:creationId xmlns:a16="http://schemas.microsoft.com/office/drawing/2014/main" id="{3BE41371-EF60-15A3-7CB2-F670BC3BCA06}"/>
              </a:ext>
            </a:extLst>
          </p:cNvPr>
          <p:cNvSpPr/>
          <p:nvPr/>
        </p:nvSpPr>
        <p:spPr>
          <a:xfrm>
            <a:off x="5156231" y="3838259"/>
            <a:ext cx="1800201" cy="874147"/>
          </a:xfrm>
          <a:prstGeom prst="ellipse">
            <a:avLst/>
          </a:prstGeom>
          <a:solidFill>
            <a:schemeClr val="bg1">
              <a:lumMod val="85000"/>
              <a:alpha val="64082"/>
            </a:schemeClr>
          </a:solidFill>
          <a:ln w="222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 dirty="0"/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AF0E68C3-E2D8-087D-E25A-9EFACF419002}"/>
              </a:ext>
            </a:extLst>
          </p:cNvPr>
          <p:cNvSpPr txBox="1"/>
          <p:nvPr/>
        </p:nvSpPr>
        <p:spPr>
          <a:xfrm>
            <a:off x="5745698" y="4752728"/>
            <a:ext cx="59503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600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教員</a:t>
            </a:r>
          </a:p>
        </p:txBody>
      </p:sp>
      <p:sp>
        <p:nvSpPr>
          <p:cNvPr id="71" name="Oval 70">
            <a:extLst>
              <a:ext uri="{FF2B5EF4-FFF2-40B4-BE49-F238E27FC236}">
                <a16:creationId xmlns:a16="http://schemas.microsoft.com/office/drawing/2014/main" id="{8FDB954B-CF54-3B67-24A0-24FC3DC86486}"/>
              </a:ext>
            </a:extLst>
          </p:cNvPr>
          <p:cNvSpPr/>
          <p:nvPr/>
        </p:nvSpPr>
        <p:spPr>
          <a:xfrm>
            <a:off x="5409738" y="4213491"/>
            <a:ext cx="123681" cy="123681"/>
          </a:xfrm>
          <a:prstGeom prst="ellipse">
            <a:avLst/>
          </a:prstGeom>
          <a:solidFill>
            <a:srgbClr val="2B33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116A7A12-7EAD-5727-6094-3B7CB040732F}"/>
              </a:ext>
            </a:extLst>
          </p:cNvPr>
          <p:cNvSpPr txBox="1"/>
          <p:nvPr/>
        </p:nvSpPr>
        <p:spPr>
          <a:xfrm>
            <a:off x="5174059" y="4315250"/>
            <a:ext cx="59503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600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桜山</a:t>
            </a:r>
          </a:p>
        </p:txBody>
      </p:sp>
      <p:sp>
        <p:nvSpPr>
          <p:cNvPr id="73" name="Oval 72">
            <a:extLst>
              <a:ext uri="{FF2B5EF4-FFF2-40B4-BE49-F238E27FC236}">
                <a16:creationId xmlns:a16="http://schemas.microsoft.com/office/drawing/2014/main" id="{19E5D3DA-DAAB-B842-752A-5B5D50ABDA03}"/>
              </a:ext>
            </a:extLst>
          </p:cNvPr>
          <p:cNvSpPr/>
          <p:nvPr/>
        </p:nvSpPr>
        <p:spPr>
          <a:xfrm>
            <a:off x="5967543" y="4224575"/>
            <a:ext cx="123681" cy="123681"/>
          </a:xfrm>
          <a:prstGeom prst="ellipse">
            <a:avLst/>
          </a:prstGeom>
          <a:solidFill>
            <a:srgbClr val="2B33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74" name="Oval 73">
            <a:extLst>
              <a:ext uri="{FF2B5EF4-FFF2-40B4-BE49-F238E27FC236}">
                <a16:creationId xmlns:a16="http://schemas.microsoft.com/office/drawing/2014/main" id="{79B292BB-0095-D787-5F7F-AC76871CF43E}"/>
              </a:ext>
            </a:extLst>
          </p:cNvPr>
          <p:cNvSpPr/>
          <p:nvPr/>
        </p:nvSpPr>
        <p:spPr>
          <a:xfrm>
            <a:off x="6520563" y="4226256"/>
            <a:ext cx="123681" cy="123681"/>
          </a:xfrm>
          <a:prstGeom prst="ellipse">
            <a:avLst/>
          </a:prstGeom>
          <a:solidFill>
            <a:srgbClr val="2B33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8CDEFE29-7413-BB59-40D0-A10A169A7BB2}"/>
              </a:ext>
            </a:extLst>
          </p:cNvPr>
          <p:cNvSpPr txBox="1"/>
          <p:nvPr/>
        </p:nvSpPr>
        <p:spPr>
          <a:xfrm>
            <a:off x="5727493" y="4312409"/>
            <a:ext cx="59503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600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山畑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0B0E0B95-5DF7-6E87-E945-9B90981D5F42}"/>
              </a:ext>
            </a:extLst>
          </p:cNvPr>
          <p:cNvSpPr txBox="1"/>
          <p:nvPr/>
        </p:nvSpPr>
        <p:spPr>
          <a:xfrm>
            <a:off x="6285299" y="4315250"/>
            <a:ext cx="59503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600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田辺</a:t>
            </a:r>
          </a:p>
        </p:txBody>
      </p:sp>
      <p:sp>
        <p:nvSpPr>
          <p:cNvPr id="79" name="Oval 78">
            <a:extLst>
              <a:ext uri="{FF2B5EF4-FFF2-40B4-BE49-F238E27FC236}">
                <a16:creationId xmlns:a16="http://schemas.microsoft.com/office/drawing/2014/main" id="{B90BA1A8-3EC3-38CF-4362-9B9500AE0EE7}"/>
              </a:ext>
            </a:extLst>
          </p:cNvPr>
          <p:cNvSpPr/>
          <p:nvPr/>
        </p:nvSpPr>
        <p:spPr>
          <a:xfrm>
            <a:off x="5049381" y="1689667"/>
            <a:ext cx="2041735" cy="1788764"/>
          </a:xfrm>
          <a:prstGeom prst="ellipse">
            <a:avLst/>
          </a:prstGeom>
          <a:solidFill>
            <a:schemeClr val="bg1">
              <a:lumMod val="85000"/>
              <a:alpha val="64082"/>
            </a:schemeClr>
          </a:solidFill>
          <a:ln w="222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 dirty="0"/>
          </a:p>
        </p:txBody>
      </p:sp>
      <p:sp>
        <p:nvSpPr>
          <p:cNvPr id="80" name="Oval 79">
            <a:extLst>
              <a:ext uri="{FF2B5EF4-FFF2-40B4-BE49-F238E27FC236}">
                <a16:creationId xmlns:a16="http://schemas.microsoft.com/office/drawing/2014/main" id="{5582C323-6093-F2EA-C9C4-D5596E3C7CBC}"/>
              </a:ext>
            </a:extLst>
          </p:cNvPr>
          <p:cNvSpPr/>
          <p:nvPr/>
        </p:nvSpPr>
        <p:spPr>
          <a:xfrm>
            <a:off x="6322529" y="2788422"/>
            <a:ext cx="123681" cy="123681"/>
          </a:xfrm>
          <a:prstGeom prst="ellipse">
            <a:avLst/>
          </a:prstGeom>
          <a:solidFill>
            <a:srgbClr val="2B33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81" name="Oval 80">
            <a:extLst>
              <a:ext uri="{FF2B5EF4-FFF2-40B4-BE49-F238E27FC236}">
                <a16:creationId xmlns:a16="http://schemas.microsoft.com/office/drawing/2014/main" id="{F57E3FC6-FD85-A348-D841-DB644C4B907A}"/>
              </a:ext>
            </a:extLst>
          </p:cNvPr>
          <p:cNvSpPr/>
          <p:nvPr/>
        </p:nvSpPr>
        <p:spPr>
          <a:xfrm>
            <a:off x="5982069" y="2554572"/>
            <a:ext cx="123681" cy="123681"/>
          </a:xfrm>
          <a:prstGeom prst="ellipse">
            <a:avLst/>
          </a:prstGeom>
          <a:solidFill>
            <a:srgbClr val="2B33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82" name="Oval 81">
            <a:extLst>
              <a:ext uri="{FF2B5EF4-FFF2-40B4-BE49-F238E27FC236}">
                <a16:creationId xmlns:a16="http://schemas.microsoft.com/office/drawing/2014/main" id="{1E30C3DB-C4FC-7FC0-A3FA-D3F9836BD740}"/>
              </a:ext>
            </a:extLst>
          </p:cNvPr>
          <p:cNvSpPr/>
          <p:nvPr/>
        </p:nvSpPr>
        <p:spPr>
          <a:xfrm>
            <a:off x="6644244" y="2334374"/>
            <a:ext cx="123681" cy="123681"/>
          </a:xfrm>
          <a:prstGeom prst="ellipse">
            <a:avLst/>
          </a:prstGeom>
          <a:solidFill>
            <a:srgbClr val="2B33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83" name="Oval 82">
            <a:extLst>
              <a:ext uri="{FF2B5EF4-FFF2-40B4-BE49-F238E27FC236}">
                <a16:creationId xmlns:a16="http://schemas.microsoft.com/office/drawing/2014/main" id="{DC43FB1B-2E6D-9ECD-9774-7727B9B880B8}"/>
              </a:ext>
            </a:extLst>
          </p:cNvPr>
          <p:cNvSpPr/>
          <p:nvPr/>
        </p:nvSpPr>
        <p:spPr>
          <a:xfrm>
            <a:off x="5639459" y="2068182"/>
            <a:ext cx="123681" cy="123681"/>
          </a:xfrm>
          <a:prstGeom prst="ellipse">
            <a:avLst/>
          </a:prstGeom>
          <a:solidFill>
            <a:srgbClr val="2B33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84" name="Right Arrow 83">
            <a:extLst>
              <a:ext uri="{FF2B5EF4-FFF2-40B4-BE49-F238E27FC236}">
                <a16:creationId xmlns:a16="http://schemas.microsoft.com/office/drawing/2014/main" id="{A3C613D5-F11E-D230-C2F4-C03985734653}"/>
              </a:ext>
            </a:extLst>
          </p:cNvPr>
          <p:cNvSpPr/>
          <p:nvPr/>
        </p:nvSpPr>
        <p:spPr>
          <a:xfrm>
            <a:off x="4015692" y="2162385"/>
            <a:ext cx="788331" cy="810191"/>
          </a:xfrm>
          <a:prstGeom prst="rightArrow">
            <a:avLst>
              <a:gd name="adj1" fmla="val 43106"/>
              <a:gd name="adj2" fmla="val 55296"/>
            </a:avLst>
          </a:prstGeom>
          <a:solidFill>
            <a:srgbClr val="BA1C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350"/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EBC3A090-D864-B18C-6EFE-817569093A9F}"/>
              </a:ext>
            </a:extLst>
          </p:cNvPr>
          <p:cNvSpPr txBox="1"/>
          <p:nvPr/>
        </p:nvSpPr>
        <p:spPr>
          <a:xfrm>
            <a:off x="3569085" y="3003391"/>
            <a:ext cx="1587173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JP" sz="1500" dirty="0">
                <a:solidFill>
                  <a:srgbClr val="BA1C47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実体・関連集合</a:t>
            </a:r>
          </a:p>
          <a:p>
            <a:pPr algn="l"/>
            <a:r>
              <a:rPr lang="en-JP" sz="1500" dirty="0">
                <a:solidFill>
                  <a:srgbClr val="BA1C47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の要素を考える</a:t>
            </a:r>
          </a:p>
        </p:txBody>
      </p:sp>
      <p:cxnSp>
        <p:nvCxnSpPr>
          <p:cNvPr id="88" name="Straight Connector 87">
            <a:extLst>
              <a:ext uri="{FF2B5EF4-FFF2-40B4-BE49-F238E27FC236}">
                <a16:creationId xmlns:a16="http://schemas.microsoft.com/office/drawing/2014/main" id="{66C1B832-95FF-E2CA-A2D2-05D845D847EF}"/>
              </a:ext>
            </a:extLst>
          </p:cNvPr>
          <p:cNvCxnSpPr>
            <a:cxnSpLocks/>
            <a:stCxn id="41" idx="4"/>
            <a:endCxn id="83" idx="0"/>
          </p:cNvCxnSpPr>
          <p:nvPr/>
        </p:nvCxnSpPr>
        <p:spPr>
          <a:xfrm>
            <a:off x="5439649" y="980820"/>
            <a:ext cx="261650" cy="1087360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Straight Connector 90">
            <a:extLst>
              <a:ext uri="{FF2B5EF4-FFF2-40B4-BE49-F238E27FC236}">
                <a16:creationId xmlns:a16="http://schemas.microsoft.com/office/drawing/2014/main" id="{D7A7D10A-74E7-7159-1AF8-D560B9939B1A}"/>
              </a:ext>
            </a:extLst>
          </p:cNvPr>
          <p:cNvCxnSpPr>
            <a:cxnSpLocks/>
            <a:stCxn id="83" idx="4"/>
            <a:endCxn id="71" idx="0"/>
          </p:cNvCxnSpPr>
          <p:nvPr/>
        </p:nvCxnSpPr>
        <p:spPr>
          <a:xfrm flipH="1">
            <a:off x="5471573" y="2191865"/>
            <a:ext cx="229722" cy="2021627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Straight Connector 95">
            <a:extLst>
              <a:ext uri="{FF2B5EF4-FFF2-40B4-BE49-F238E27FC236}">
                <a16:creationId xmlns:a16="http://schemas.microsoft.com/office/drawing/2014/main" id="{7E4B07AE-B638-1226-6BFA-37E178EF1898}"/>
              </a:ext>
            </a:extLst>
          </p:cNvPr>
          <p:cNvCxnSpPr>
            <a:cxnSpLocks/>
            <a:stCxn id="83" idx="6"/>
            <a:endCxn id="66" idx="2"/>
          </p:cNvCxnSpPr>
          <p:nvPr/>
        </p:nvCxnSpPr>
        <p:spPr>
          <a:xfrm>
            <a:off x="5763135" y="2130024"/>
            <a:ext cx="2206724" cy="94203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Straight Connector 99">
            <a:extLst>
              <a:ext uri="{FF2B5EF4-FFF2-40B4-BE49-F238E27FC236}">
                <a16:creationId xmlns:a16="http://schemas.microsoft.com/office/drawing/2014/main" id="{31BC8EAC-FB3F-A220-E073-6980F16B3241}"/>
              </a:ext>
            </a:extLst>
          </p:cNvPr>
          <p:cNvCxnSpPr>
            <a:cxnSpLocks/>
            <a:stCxn id="49" idx="4"/>
            <a:endCxn id="82" idx="1"/>
          </p:cNvCxnSpPr>
          <p:nvPr/>
        </p:nvCxnSpPr>
        <p:spPr>
          <a:xfrm>
            <a:off x="5859267" y="980822"/>
            <a:ext cx="803086" cy="1371665"/>
          </a:xfrm>
          <a:prstGeom prst="line">
            <a:avLst/>
          </a:prstGeom>
          <a:ln w="19050">
            <a:solidFill>
              <a:srgbClr val="0070C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Straight Connector 102">
            <a:extLst>
              <a:ext uri="{FF2B5EF4-FFF2-40B4-BE49-F238E27FC236}">
                <a16:creationId xmlns:a16="http://schemas.microsoft.com/office/drawing/2014/main" id="{ECD0BA50-8749-9F0A-B292-2C693042D26D}"/>
              </a:ext>
            </a:extLst>
          </p:cNvPr>
          <p:cNvCxnSpPr>
            <a:cxnSpLocks/>
            <a:stCxn id="66" idx="2"/>
            <a:endCxn id="82" idx="6"/>
          </p:cNvCxnSpPr>
          <p:nvPr/>
        </p:nvCxnSpPr>
        <p:spPr>
          <a:xfrm flipH="1">
            <a:off x="6767925" y="2224221"/>
            <a:ext cx="1201939" cy="171988"/>
          </a:xfrm>
          <a:prstGeom prst="line">
            <a:avLst/>
          </a:prstGeom>
          <a:ln w="19050">
            <a:solidFill>
              <a:srgbClr val="0070C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Straight Connector 106">
            <a:extLst>
              <a:ext uri="{FF2B5EF4-FFF2-40B4-BE49-F238E27FC236}">
                <a16:creationId xmlns:a16="http://schemas.microsoft.com/office/drawing/2014/main" id="{FB0A4298-F2C5-F4F4-68D0-0A55FCD8FFB7}"/>
              </a:ext>
            </a:extLst>
          </p:cNvPr>
          <p:cNvCxnSpPr>
            <a:cxnSpLocks/>
            <a:stCxn id="73" idx="0"/>
            <a:endCxn id="82" idx="4"/>
          </p:cNvCxnSpPr>
          <p:nvPr/>
        </p:nvCxnSpPr>
        <p:spPr>
          <a:xfrm flipV="1">
            <a:off x="6029384" y="2458050"/>
            <a:ext cx="676701" cy="1766521"/>
          </a:xfrm>
          <a:prstGeom prst="line">
            <a:avLst/>
          </a:prstGeom>
          <a:ln w="19050">
            <a:solidFill>
              <a:srgbClr val="0070C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Straight Connector 109">
            <a:extLst>
              <a:ext uri="{FF2B5EF4-FFF2-40B4-BE49-F238E27FC236}">
                <a16:creationId xmlns:a16="http://schemas.microsoft.com/office/drawing/2014/main" id="{23984273-FC4B-C8EB-0707-4ABC3F3325E2}"/>
              </a:ext>
            </a:extLst>
          </p:cNvPr>
          <p:cNvCxnSpPr>
            <a:cxnSpLocks/>
            <a:stCxn id="50" idx="4"/>
            <a:endCxn id="81" idx="0"/>
          </p:cNvCxnSpPr>
          <p:nvPr/>
        </p:nvCxnSpPr>
        <p:spPr>
          <a:xfrm flipH="1">
            <a:off x="6043905" y="987079"/>
            <a:ext cx="234982" cy="1567488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Straight Connector 112">
            <a:extLst>
              <a:ext uri="{FF2B5EF4-FFF2-40B4-BE49-F238E27FC236}">
                <a16:creationId xmlns:a16="http://schemas.microsoft.com/office/drawing/2014/main" id="{64D7B8D1-C4D9-B0A2-DEB3-08940339BCA1}"/>
              </a:ext>
            </a:extLst>
          </p:cNvPr>
          <p:cNvCxnSpPr>
            <a:cxnSpLocks/>
            <a:stCxn id="81" idx="6"/>
            <a:endCxn id="58" idx="2"/>
          </p:cNvCxnSpPr>
          <p:nvPr/>
        </p:nvCxnSpPr>
        <p:spPr>
          <a:xfrm>
            <a:off x="6105751" y="2616414"/>
            <a:ext cx="1859375" cy="29479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" name="Straight Connector 115">
            <a:extLst>
              <a:ext uri="{FF2B5EF4-FFF2-40B4-BE49-F238E27FC236}">
                <a16:creationId xmlns:a16="http://schemas.microsoft.com/office/drawing/2014/main" id="{2BCC877E-7A6C-358E-3B83-854B047A0EB7}"/>
              </a:ext>
            </a:extLst>
          </p:cNvPr>
          <p:cNvCxnSpPr>
            <a:cxnSpLocks/>
            <a:stCxn id="81" idx="4"/>
            <a:endCxn id="74" idx="0"/>
          </p:cNvCxnSpPr>
          <p:nvPr/>
        </p:nvCxnSpPr>
        <p:spPr>
          <a:xfrm>
            <a:off x="6043911" y="2678254"/>
            <a:ext cx="538493" cy="1548001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Straight Connector 120">
            <a:extLst>
              <a:ext uri="{FF2B5EF4-FFF2-40B4-BE49-F238E27FC236}">
                <a16:creationId xmlns:a16="http://schemas.microsoft.com/office/drawing/2014/main" id="{6DDBA396-79F0-79A1-1DB4-D067915AF75A}"/>
              </a:ext>
            </a:extLst>
          </p:cNvPr>
          <p:cNvCxnSpPr>
            <a:cxnSpLocks/>
            <a:stCxn id="51" idx="4"/>
            <a:endCxn id="80" idx="0"/>
          </p:cNvCxnSpPr>
          <p:nvPr/>
        </p:nvCxnSpPr>
        <p:spPr>
          <a:xfrm flipH="1">
            <a:off x="6384366" y="987084"/>
            <a:ext cx="307883" cy="1801337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" name="Straight Connector 123">
            <a:extLst>
              <a:ext uri="{FF2B5EF4-FFF2-40B4-BE49-F238E27FC236}">
                <a16:creationId xmlns:a16="http://schemas.microsoft.com/office/drawing/2014/main" id="{18F42168-34B5-DD30-A80D-735DDDE0DE4C}"/>
              </a:ext>
            </a:extLst>
          </p:cNvPr>
          <p:cNvCxnSpPr>
            <a:cxnSpLocks/>
            <a:stCxn id="80" idx="4"/>
            <a:endCxn id="74" idx="0"/>
          </p:cNvCxnSpPr>
          <p:nvPr/>
        </p:nvCxnSpPr>
        <p:spPr>
          <a:xfrm>
            <a:off x="6384368" y="2912097"/>
            <a:ext cx="198034" cy="1314153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Straight Connector 127">
            <a:extLst>
              <a:ext uri="{FF2B5EF4-FFF2-40B4-BE49-F238E27FC236}">
                <a16:creationId xmlns:a16="http://schemas.microsoft.com/office/drawing/2014/main" id="{5E2C499D-227A-6119-A91E-1AF8E7A77DE9}"/>
              </a:ext>
            </a:extLst>
          </p:cNvPr>
          <p:cNvCxnSpPr>
            <a:cxnSpLocks/>
            <a:stCxn id="80" idx="6"/>
            <a:endCxn id="60" idx="2"/>
          </p:cNvCxnSpPr>
          <p:nvPr/>
        </p:nvCxnSpPr>
        <p:spPr>
          <a:xfrm>
            <a:off x="6446209" y="2850257"/>
            <a:ext cx="1521313" cy="215382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Oval 1">
            <a:extLst>
              <a:ext uri="{FF2B5EF4-FFF2-40B4-BE49-F238E27FC236}">
                <a16:creationId xmlns:a16="http://schemas.microsoft.com/office/drawing/2014/main" id="{2347E5FB-712F-5917-A73D-CDA8E6503C1C}"/>
              </a:ext>
            </a:extLst>
          </p:cNvPr>
          <p:cNvSpPr/>
          <p:nvPr/>
        </p:nvSpPr>
        <p:spPr>
          <a:xfrm>
            <a:off x="5277302" y="2269821"/>
            <a:ext cx="123681" cy="123681"/>
          </a:xfrm>
          <a:prstGeom prst="ellipse">
            <a:avLst/>
          </a:prstGeom>
          <a:solidFill>
            <a:srgbClr val="2B33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45BFCAF1-1934-A7D4-95EF-D716D51F3E79}"/>
              </a:ext>
            </a:extLst>
          </p:cNvPr>
          <p:cNvCxnSpPr>
            <a:cxnSpLocks/>
            <a:stCxn id="49" idx="4"/>
            <a:endCxn id="2" idx="0"/>
          </p:cNvCxnSpPr>
          <p:nvPr/>
        </p:nvCxnSpPr>
        <p:spPr>
          <a:xfrm flipH="1">
            <a:off x="5339138" y="980818"/>
            <a:ext cx="520128" cy="1289000"/>
          </a:xfrm>
          <a:prstGeom prst="line">
            <a:avLst/>
          </a:prstGeom>
          <a:ln w="19050">
            <a:solidFill>
              <a:srgbClr val="BA1C4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52CC6D07-9F48-41AD-BEC8-EB891A480F56}"/>
              </a:ext>
            </a:extLst>
          </p:cNvPr>
          <p:cNvCxnSpPr>
            <a:cxnSpLocks/>
            <a:stCxn id="66" idx="2"/>
            <a:endCxn id="2" idx="6"/>
          </p:cNvCxnSpPr>
          <p:nvPr/>
        </p:nvCxnSpPr>
        <p:spPr>
          <a:xfrm flipH="1">
            <a:off x="5400983" y="2224222"/>
            <a:ext cx="2568881" cy="107436"/>
          </a:xfrm>
          <a:prstGeom prst="line">
            <a:avLst/>
          </a:prstGeom>
          <a:ln w="19050">
            <a:solidFill>
              <a:srgbClr val="BA1C4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B99262A5-5FE0-4159-A6D0-AACF5DA4B953}"/>
              </a:ext>
            </a:extLst>
          </p:cNvPr>
          <p:cNvCxnSpPr>
            <a:cxnSpLocks/>
            <a:endCxn id="71" idx="0"/>
          </p:cNvCxnSpPr>
          <p:nvPr/>
        </p:nvCxnSpPr>
        <p:spPr>
          <a:xfrm>
            <a:off x="5352635" y="2392813"/>
            <a:ext cx="118943" cy="1820678"/>
          </a:xfrm>
          <a:prstGeom prst="line">
            <a:avLst/>
          </a:prstGeom>
          <a:ln w="19050">
            <a:solidFill>
              <a:srgbClr val="BA1C4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6043577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D0A87F7C-170E-1FC6-DF19-B63DC8FF218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27453366"/>
              </p:ext>
            </p:extLst>
          </p:nvPr>
        </p:nvGraphicFramePr>
        <p:xfrm>
          <a:off x="1045354" y="1077226"/>
          <a:ext cx="6523349" cy="336016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57948">
                  <a:extLst>
                    <a:ext uri="{9D8B030D-6E8A-4147-A177-3AD203B41FA5}">
                      <a16:colId xmlns:a16="http://schemas.microsoft.com/office/drawing/2014/main" val="125743691"/>
                    </a:ext>
                  </a:extLst>
                </a:gridCol>
                <a:gridCol w="1077561">
                  <a:extLst>
                    <a:ext uri="{9D8B030D-6E8A-4147-A177-3AD203B41FA5}">
                      <a16:colId xmlns:a16="http://schemas.microsoft.com/office/drawing/2014/main" val="637503006"/>
                    </a:ext>
                  </a:extLst>
                </a:gridCol>
                <a:gridCol w="1221423">
                  <a:extLst>
                    <a:ext uri="{9D8B030D-6E8A-4147-A177-3AD203B41FA5}">
                      <a16:colId xmlns:a16="http://schemas.microsoft.com/office/drawing/2014/main" val="3612789214"/>
                    </a:ext>
                  </a:extLst>
                </a:gridCol>
                <a:gridCol w="1521460">
                  <a:extLst>
                    <a:ext uri="{9D8B030D-6E8A-4147-A177-3AD203B41FA5}">
                      <a16:colId xmlns:a16="http://schemas.microsoft.com/office/drawing/2014/main" val="1013677548"/>
                    </a:ext>
                  </a:extLst>
                </a:gridCol>
                <a:gridCol w="1344958">
                  <a:extLst>
                    <a:ext uri="{9D8B030D-6E8A-4147-A177-3AD203B41FA5}">
                      <a16:colId xmlns:a16="http://schemas.microsoft.com/office/drawing/2014/main" val="1076203838"/>
                    </a:ext>
                  </a:extLst>
                </a:gridCol>
              </a:tblGrid>
              <a:tr h="500567">
                <a:tc>
                  <a:txBody>
                    <a:bodyPr/>
                    <a:lstStyle/>
                    <a:p>
                      <a:r>
                        <a:rPr lang="en-JP" sz="1900" b="0" i="0" dirty="0">
                          <a:solidFill>
                            <a:schemeClr val="bg1"/>
                          </a:solidFill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店舗コード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900" b="0" i="0" dirty="0">
                          <a:solidFill>
                            <a:schemeClr val="bg1"/>
                          </a:solidFill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店舗名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900" b="0" i="0" dirty="0">
                          <a:solidFill>
                            <a:schemeClr val="bg1"/>
                          </a:solidFill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会員番号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900" b="0" i="0" dirty="0">
                          <a:solidFill>
                            <a:schemeClr val="bg1"/>
                          </a:solidFill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会員名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900" b="0" i="0" dirty="0">
                          <a:solidFill>
                            <a:schemeClr val="bg1"/>
                          </a:solidFill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会員種別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480211"/>
                  </a:ext>
                </a:extLst>
              </a:tr>
              <a:tr h="606314">
                <a:tc>
                  <a:txBody>
                    <a:bodyPr/>
                    <a:lstStyle/>
                    <a:p>
                      <a:r>
                        <a:rPr lang="en-JP" sz="23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S01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23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星ヶ丘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JP" sz="23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1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23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山畑 滝子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23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ゴールド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53867983"/>
                  </a:ext>
                </a:extLst>
              </a:tr>
              <a:tr h="606314">
                <a:tc>
                  <a:txBody>
                    <a:bodyPr/>
                    <a:lstStyle/>
                    <a:p>
                      <a:r>
                        <a:rPr lang="en-JP" sz="23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S01</a:t>
                      </a:r>
                    </a:p>
                  </a:txBody>
                  <a:tcPr marL="68580" marR="68580" marT="34291" marB="34291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JP" sz="23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星ヶ丘</a:t>
                      </a:r>
                    </a:p>
                  </a:txBody>
                  <a:tcPr marL="68580" marR="68580" marT="34291" marB="34291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JP" sz="23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2</a:t>
                      </a:r>
                    </a:p>
                  </a:txBody>
                  <a:tcPr marL="68580" marR="68580" marT="34291" marB="34291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JP" sz="23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田辺 通</a:t>
                      </a:r>
                    </a:p>
                  </a:txBody>
                  <a:tcPr marL="68580" marR="68580" marT="34291" marB="34291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JP" sz="23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ゴールド</a:t>
                      </a:r>
                    </a:p>
                  </a:txBody>
                  <a:tcPr marL="68580" marR="68580" marT="34291" marB="34291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80110813"/>
                  </a:ext>
                </a:extLst>
              </a:tr>
              <a:tr h="434340">
                <a:tc>
                  <a:txBody>
                    <a:bodyPr/>
                    <a:lstStyle/>
                    <a:p>
                      <a:r>
                        <a:rPr lang="en-JP" sz="23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S02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3429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JP" sz="23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八事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JP" sz="23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1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23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北 千種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23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学生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12437338"/>
                  </a:ext>
                </a:extLst>
              </a:tr>
              <a:tr h="606314">
                <a:tc>
                  <a:txBody>
                    <a:bodyPr/>
                    <a:lstStyle/>
                    <a:p>
                      <a:r>
                        <a:rPr lang="en-JP" sz="23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S02</a:t>
                      </a:r>
                    </a:p>
                  </a:txBody>
                  <a:tcPr marL="68580" marR="68580" marT="34291" marB="34291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3429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JP" sz="23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八事</a:t>
                      </a:r>
                    </a:p>
                  </a:txBody>
                  <a:tcPr marL="68580" marR="68580" marT="34291" marB="34291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JP" sz="23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2</a:t>
                      </a:r>
                    </a:p>
                  </a:txBody>
                  <a:tcPr marL="68580" marR="68580" marT="34291" marB="34291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JP" sz="23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川澄 桜</a:t>
                      </a:r>
                    </a:p>
                  </a:txBody>
                  <a:tcPr marL="68580" marR="68580" marT="34291" marB="34291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JP" sz="23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プラチナ</a:t>
                      </a:r>
                    </a:p>
                  </a:txBody>
                  <a:tcPr marL="68580" marR="68580" marT="34291" marB="34291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57189008"/>
                  </a:ext>
                </a:extLst>
              </a:tr>
              <a:tr h="606314">
                <a:tc>
                  <a:txBody>
                    <a:bodyPr/>
                    <a:lstStyle/>
                    <a:p>
                      <a:r>
                        <a:rPr lang="en-JP" sz="23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S03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23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御器所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JP" sz="23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1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23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川澄 桜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3429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JP" sz="23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一般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104739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272339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1C56751F-261D-C6A0-6914-9359C04EFEFD}"/>
              </a:ext>
            </a:extLst>
          </p:cNvPr>
          <p:cNvSpPr/>
          <p:nvPr/>
        </p:nvSpPr>
        <p:spPr>
          <a:xfrm>
            <a:off x="3981601" y="1529188"/>
            <a:ext cx="1290821" cy="610969"/>
          </a:xfrm>
          <a:prstGeom prst="rect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</a:rPr>
              <a:t>ユーザ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C0119C77-E54B-AFBC-B39E-9A3D2A1A8C3D}"/>
              </a:ext>
            </a:extLst>
          </p:cNvPr>
          <p:cNvSpPr/>
          <p:nvPr/>
        </p:nvSpPr>
        <p:spPr>
          <a:xfrm>
            <a:off x="2771605" y="2346309"/>
            <a:ext cx="1152127" cy="720080"/>
          </a:xfrm>
          <a:prstGeom prst="ellipse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858456E-A6BF-E7A2-5364-010E8F29A480}"/>
              </a:ext>
            </a:extLst>
          </p:cNvPr>
          <p:cNvSpPr txBox="1"/>
          <p:nvPr/>
        </p:nvSpPr>
        <p:spPr>
          <a:xfrm>
            <a:off x="2804253" y="2531101"/>
            <a:ext cx="1107996" cy="3692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799" u="sng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ユーザ名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9F17E2E4-25CD-AA43-ED55-1AE58F30A069}"/>
              </a:ext>
            </a:extLst>
          </p:cNvPr>
          <p:cNvCxnSpPr>
            <a:stCxn id="2" idx="2"/>
            <a:endCxn id="3" idx="7"/>
          </p:cNvCxnSpPr>
          <p:nvPr/>
        </p:nvCxnSpPr>
        <p:spPr>
          <a:xfrm flipH="1">
            <a:off x="3755007" y="2140151"/>
            <a:ext cx="872002" cy="311610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Oval 5">
            <a:extLst>
              <a:ext uri="{FF2B5EF4-FFF2-40B4-BE49-F238E27FC236}">
                <a16:creationId xmlns:a16="http://schemas.microsoft.com/office/drawing/2014/main" id="{44DD5888-ED3D-BAC8-5164-A7AF12760E7E}"/>
              </a:ext>
            </a:extLst>
          </p:cNvPr>
          <p:cNvSpPr/>
          <p:nvPr/>
        </p:nvSpPr>
        <p:spPr>
          <a:xfrm>
            <a:off x="3376602" y="3131238"/>
            <a:ext cx="1152127" cy="720080"/>
          </a:xfrm>
          <a:prstGeom prst="ellipse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B03E362-A29D-DC3C-FB04-4B3E68E64F26}"/>
              </a:ext>
            </a:extLst>
          </p:cNvPr>
          <p:cNvSpPr txBox="1"/>
          <p:nvPr/>
        </p:nvSpPr>
        <p:spPr>
          <a:xfrm>
            <a:off x="3629503" y="3306613"/>
            <a:ext cx="646331" cy="3692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氏名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81D62F32-CC94-D333-62DE-FF4505278102}"/>
              </a:ext>
            </a:extLst>
          </p:cNvPr>
          <p:cNvSpPr/>
          <p:nvPr/>
        </p:nvSpPr>
        <p:spPr>
          <a:xfrm>
            <a:off x="4667426" y="3131238"/>
            <a:ext cx="1152127" cy="720080"/>
          </a:xfrm>
          <a:prstGeom prst="ellipse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C2EFAF6-B337-7C81-07F0-1873733C99A3}"/>
              </a:ext>
            </a:extLst>
          </p:cNvPr>
          <p:cNvSpPr txBox="1"/>
          <p:nvPr/>
        </p:nvSpPr>
        <p:spPr>
          <a:xfrm>
            <a:off x="4850596" y="3316930"/>
            <a:ext cx="785793" cy="3692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email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B8F6F7C8-2906-EB68-D9E5-1FD8344D039A}"/>
              </a:ext>
            </a:extLst>
          </p:cNvPr>
          <p:cNvSpPr/>
          <p:nvPr/>
        </p:nvSpPr>
        <p:spPr>
          <a:xfrm>
            <a:off x="5292082" y="2355727"/>
            <a:ext cx="1152127" cy="720080"/>
          </a:xfrm>
          <a:prstGeom prst="ellipse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1D38BD0-F097-6150-C843-3EBBE13266E8}"/>
              </a:ext>
            </a:extLst>
          </p:cNvPr>
          <p:cNvSpPr txBox="1"/>
          <p:nvPr/>
        </p:nvSpPr>
        <p:spPr>
          <a:xfrm>
            <a:off x="5565739" y="2525864"/>
            <a:ext cx="646331" cy="3692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住所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543D080A-A44B-3511-7902-D947137968CC}"/>
              </a:ext>
            </a:extLst>
          </p:cNvPr>
          <p:cNvCxnSpPr>
            <a:cxnSpLocks/>
            <a:stCxn id="2" idx="2"/>
            <a:endCxn id="6" idx="0"/>
          </p:cNvCxnSpPr>
          <p:nvPr/>
        </p:nvCxnSpPr>
        <p:spPr>
          <a:xfrm flipH="1">
            <a:off x="3952666" y="2140152"/>
            <a:ext cx="674346" cy="991086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3E2B7DC0-AF6F-1904-FAE0-C7658F94D6EE}"/>
              </a:ext>
            </a:extLst>
          </p:cNvPr>
          <p:cNvCxnSpPr>
            <a:cxnSpLocks/>
            <a:stCxn id="2" idx="2"/>
            <a:endCxn id="8" idx="0"/>
          </p:cNvCxnSpPr>
          <p:nvPr/>
        </p:nvCxnSpPr>
        <p:spPr>
          <a:xfrm>
            <a:off x="4627014" y="2140152"/>
            <a:ext cx="616478" cy="991086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DE0AFC10-B31A-2CFC-FC19-5DB21271934D}"/>
              </a:ext>
            </a:extLst>
          </p:cNvPr>
          <p:cNvCxnSpPr>
            <a:cxnSpLocks/>
            <a:stCxn id="2" idx="2"/>
            <a:endCxn id="10" idx="1"/>
          </p:cNvCxnSpPr>
          <p:nvPr/>
        </p:nvCxnSpPr>
        <p:spPr>
          <a:xfrm>
            <a:off x="4627014" y="2140152"/>
            <a:ext cx="833797" cy="321028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3317116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829054DF-6E05-655E-975E-1C0A701BB748}"/>
              </a:ext>
            </a:extLst>
          </p:cNvPr>
          <p:cNvSpPr/>
          <p:nvPr/>
        </p:nvSpPr>
        <p:spPr>
          <a:xfrm>
            <a:off x="6206363" y="2250114"/>
            <a:ext cx="1290821" cy="610969"/>
          </a:xfrm>
          <a:prstGeom prst="rect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</a:rPr>
              <a:t>商品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4914A352-AD61-D8DB-EB93-F8DAC0AA1A73}"/>
              </a:ext>
            </a:extLst>
          </p:cNvPr>
          <p:cNvSpPr/>
          <p:nvPr/>
        </p:nvSpPr>
        <p:spPr>
          <a:xfrm>
            <a:off x="6275710" y="1157895"/>
            <a:ext cx="1152127" cy="720080"/>
          </a:xfrm>
          <a:prstGeom prst="ellipse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EEC3A62-B170-8BD8-3C87-A964A631F20B}"/>
              </a:ext>
            </a:extLst>
          </p:cNvPr>
          <p:cNvSpPr txBox="1"/>
          <p:nvPr/>
        </p:nvSpPr>
        <p:spPr>
          <a:xfrm>
            <a:off x="6415600" y="1333268"/>
            <a:ext cx="872355" cy="3692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799" u="sng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商品ID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C38A5932-EFDA-65B5-AC36-2404901B762D}"/>
              </a:ext>
            </a:extLst>
          </p:cNvPr>
          <p:cNvCxnSpPr>
            <a:cxnSpLocks/>
            <a:stCxn id="2" idx="0"/>
            <a:endCxn id="3" idx="4"/>
          </p:cNvCxnSpPr>
          <p:nvPr/>
        </p:nvCxnSpPr>
        <p:spPr>
          <a:xfrm flipV="1">
            <a:off x="6851771" y="1877979"/>
            <a:ext cx="0" cy="372135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Oval 5">
            <a:extLst>
              <a:ext uri="{FF2B5EF4-FFF2-40B4-BE49-F238E27FC236}">
                <a16:creationId xmlns:a16="http://schemas.microsoft.com/office/drawing/2014/main" id="{917A8387-6B54-E03B-FD2B-EC87A21D64EC}"/>
              </a:ext>
            </a:extLst>
          </p:cNvPr>
          <p:cNvSpPr/>
          <p:nvPr/>
        </p:nvSpPr>
        <p:spPr>
          <a:xfrm>
            <a:off x="5034654" y="3147814"/>
            <a:ext cx="1152127" cy="720080"/>
          </a:xfrm>
          <a:prstGeom prst="ellipse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A5D4EAF-D65C-CA96-8E95-B55345418037}"/>
              </a:ext>
            </a:extLst>
          </p:cNvPr>
          <p:cNvSpPr txBox="1"/>
          <p:nvPr/>
        </p:nvSpPr>
        <p:spPr>
          <a:xfrm>
            <a:off x="5174543" y="3323189"/>
            <a:ext cx="877163" cy="3692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商品名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126C4214-EAE0-8255-1214-8CC07C49AC97}"/>
              </a:ext>
            </a:extLst>
          </p:cNvPr>
          <p:cNvSpPr/>
          <p:nvPr/>
        </p:nvSpPr>
        <p:spPr>
          <a:xfrm>
            <a:off x="6279493" y="3149865"/>
            <a:ext cx="1152127" cy="720080"/>
          </a:xfrm>
          <a:prstGeom prst="ellipse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8FD682F-ACE1-400B-365D-12A2840495B1}"/>
              </a:ext>
            </a:extLst>
          </p:cNvPr>
          <p:cNvSpPr txBox="1"/>
          <p:nvPr/>
        </p:nvSpPr>
        <p:spPr>
          <a:xfrm>
            <a:off x="6532394" y="3325240"/>
            <a:ext cx="646331" cy="3692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価格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8126B964-53CB-C15C-451C-B8F3B4AB5082}"/>
              </a:ext>
            </a:extLst>
          </p:cNvPr>
          <p:cNvSpPr/>
          <p:nvPr/>
        </p:nvSpPr>
        <p:spPr>
          <a:xfrm>
            <a:off x="7524330" y="3147814"/>
            <a:ext cx="1152127" cy="720080"/>
          </a:xfrm>
          <a:prstGeom prst="ellipse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EFCD8C4-CEB0-DCA6-0EE1-9FB669E11187}"/>
              </a:ext>
            </a:extLst>
          </p:cNvPr>
          <p:cNvSpPr txBox="1"/>
          <p:nvPr/>
        </p:nvSpPr>
        <p:spPr>
          <a:xfrm>
            <a:off x="7686568" y="3335993"/>
            <a:ext cx="877163" cy="3692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発売日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40DC925A-12EF-440F-F676-E06A222A4CBD}"/>
              </a:ext>
            </a:extLst>
          </p:cNvPr>
          <p:cNvCxnSpPr>
            <a:cxnSpLocks/>
            <a:stCxn id="2" idx="2"/>
            <a:endCxn id="6" idx="7"/>
          </p:cNvCxnSpPr>
          <p:nvPr/>
        </p:nvCxnSpPr>
        <p:spPr>
          <a:xfrm flipH="1">
            <a:off x="6018057" y="2861084"/>
            <a:ext cx="833717" cy="392188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9C9A807D-7662-321A-F9F7-6D914B9D750A}"/>
              </a:ext>
            </a:extLst>
          </p:cNvPr>
          <p:cNvCxnSpPr>
            <a:cxnSpLocks/>
            <a:stCxn id="2" idx="2"/>
            <a:endCxn id="8" idx="0"/>
          </p:cNvCxnSpPr>
          <p:nvPr/>
        </p:nvCxnSpPr>
        <p:spPr>
          <a:xfrm>
            <a:off x="6851775" y="2861079"/>
            <a:ext cx="3783" cy="288787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FAD029C2-0AE3-BD2D-B809-1233BFCC9CF9}"/>
              </a:ext>
            </a:extLst>
          </p:cNvPr>
          <p:cNvCxnSpPr>
            <a:cxnSpLocks/>
            <a:stCxn id="2" idx="2"/>
            <a:endCxn id="10" idx="1"/>
          </p:cNvCxnSpPr>
          <p:nvPr/>
        </p:nvCxnSpPr>
        <p:spPr>
          <a:xfrm>
            <a:off x="6851774" y="2861084"/>
            <a:ext cx="841281" cy="392188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>
            <a:extLst>
              <a:ext uri="{FF2B5EF4-FFF2-40B4-BE49-F238E27FC236}">
                <a16:creationId xmlns:a16="http://schemas.microsoft.com/office/drawing/2014/main" id="{804C9B41-C8F7-FD73-0E2C-0A0AB0476CC5}"/>
              </a:ext>
            </a:extLst>
          </p:cNvPr>
          <p:cNvSpPr/>
          <p:nvPr/>
        </p:nvSpPr>
        <p:spPr>
          <a:xfrm>
            <a:off x="1573882" y="2248807"/>
            <a:ext cx="1290821" cy="610969"/>
          </a:xfrm>
          <a:prstGeom prst="rect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</a:rPr>
              <a:t>ユーザ</a:t>
            </a: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87817BC6-3E2E-358F-2A27-18845F1A69ED}"/>
              </a:ext>
            </a:extLst>
          </p:cNvPr>
          <p:cNvSpPr/>
          <p:nvPr/>
        </p:nvSpPr>
        <p:spPr>
          <a:xfrm>
            <a:off x="1642419" y="1157895"/>
            <a:ext cx="1152127" cy="720080"/>
          </a:xfrm>
          <a:prstGeom prst="ellipse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A35F60F-6314-7568-A82A-A89E89B22A6D}"/>
              </a:ext>
            </a:extLst>
          </p:cNvPr>
          <p:cNvSpPr txBox="1"/>
          <p:nvPr/>
        </p:nvSpPr>
        <p:spPr>
          <a:xfrm>
            <a:off x="1675067" y="1342688"/>
            <a:ext cx="1107996" cy="3692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799" u="sng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ユーザ名</a:t>
            </a:r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74CA3ED8-4EBE-1C5F-C973-53F532F040BE}"/>
              </a:ext>
            </a:extLst>
          </p:cNvPr>
          <p:cNvCxnSpPr>
            <a:cxnSpLocks/>
            <a:stCxn id="15" idx="0"/>
            <a:endCxn id="16" idx="4"/>
          </p:cNvCxnSpPr>
          <p:nvPr/>
        </p:nvCxnSpPr>
        <p:spPr>
          <a:xfrm flipH="1" flipV="1">
            <a:off x="2218482" y="1877976"/>
            <a:ext cx="808" cy="370828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Oval 18">
            <a:extLst>
              <a:ext uri="{FF2B5EF4-FFF2-40B4-BE49-F238E27FC236}">
                <a16:creationId xmlns:a16="http://schemas.microsoft.com/office/drawing/2014/main" id="{EE7881AC-F3F1-3270-07D5-D0FC885E5C20}"/>
              </a:ext>
            </a:extLst>
          </p:cNvPr>
          <p:cNvSpPr/>
          <p:nvPr/>
        </p:nvSpPr>
        <p:spPr>
          <a:xfrm>
            <a:off x="456425" y="3143056"/>
            <a:ext cx="1152127" cy="720080"/>
          </a:xfrm>
          <a:prstGeom prst="ellipse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AFB334D-4928-E536-E4BB-43E21377C81B}"/>
              </a:ext>
            </a:extLst>
          </p:cNvPr>
          <p:cNvSpPr txBox="1"/>
          <p:nvPr/>
        </p:nvSpPr>
        <p:spPr>
          <a:xfrm>
            <a:off x="709328" y="3318430"/>
            <a:ext cx="646331" cy="3692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氏名</a:t>
            </a:r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E4C0BF23-1B1D-5729-BE15-B83B69BC347C}"/>
              </a:ext>
            </a:extLst>
          </p:cNvPr>
          <p:cNvSpPr/>
          <p:nvPr/>
        </p:nvSpPr>
        <p:spPr>
          <a:xfrm>
            <a:off x="2864702" y="3139815"/>
            <a:ext cx="1152127" cy="720080"/>
          </a:xfrm>
          <a:prstGeom prst="ellipse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A597ED8-E02E-7997-7C6C-95B3A7FF0B0A}"/>
              </a:ext>
            </a:extLst>
          </p:cNvPr>
          <p:cNvSpPr txBox="1"/>
          <p:nvPr/>
        </p:nvSpPr>
        <p:spPr>
          <a:xfrm>
            <a:off x="3047873" y="3325507"/>
            <a:ext cx="785793" cy="3692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email</a:t>
            </a:r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9EDA47DF-847A-AAEC-DB53-094B74B9D5C2}"/>
              </a:ext>
            </a:extLst>
          </p:cNvPr>
          <p:cNvSpPr/>
          <p:nvPr/>
        </p:nvSpPr>
        <p:spPr>
          <a:xfrm>
            <a:off x="1643227" y="3139815"/>
            <a:ext cx="1152127" cy="720080"/>
          </a:xfrm>
          <a:prstGeom prst="ellipse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7E857BC-AC89-49AE-961D-3AC9797D01CF}"/>
              </a:ext>
            </a:extLst>
          </p:cNvPr>
          <p:cNvSpPr txBox="1"/>
          <p:nvPr/>
        </p:nvSpPr>
        <p:spPr>
          <a:xfrm>
            <a:off x="1916884" y="3309953"/>
            <a:ext cx="646331" cy="3692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住所</a:t>
            </a:r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8A9DBFF1-BB58-72E0-5318-FCB7D279D9FA}"/>
              </a:ext>
            </a:extLst>
          </p:cNvPr>
          <p:cNvCxnSpPr>
            <a:cxnSpLocks/>
            <a:stCxn id="15" idx="2"/>
            <a:endCxn id="19" idx="7"/>
          </p:cNvCxnSpPr>
          <p:nvPr/>
        </p:nvCxnSpPr>
        <p:spPr>
          <a:xfrm flipH="1">
            <a:off x="1439827" y="2859773"/>
            <a:ext cx="779462" cy="388738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9F48A09D-DB8A-5751-4A9E-D5D313BD8E6A}"/>
              </a:ext>
            </a:extLst>
          </p:cNvPr>
          <p:cNvCxnSpPr>
            <a:cxnSpLocks/>
            <a:stCxn id="15" idx="2"/>
            <a:endCxn id="21" idx="1"/>
          </p:cNvCxnSpPr>
          <p:nvPr/>
        </p:nvCxnSpPr>
        <p:spPr>
          <a:xfrm>
            <a:off x="2219290" y="2859771"/>
            <a:ext cx="814136" cy="385497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2FB6CCCA-81B3-00DD-3B59-CBE35EA0EB92}"/>
              </a:ext>
            </a:extLst>
          </p:cNvPr>
          <p:cNvCxnSpPr>
            <a:cxnSpLocks/>
            <a:stCxn id="15" idx="2"/>
            <a:endCxn id="23" idx="0"/>
          </p:cNvCxnSpPr>
          <p:nvPr/>
        </p:nvCxnSpPr>
        <p:spPr>
          <a:xfrm>
            <a:off x="2219289" y="2859776"/>
            <a:ext cx="0" cy="280043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Diamond 27">
            <a:extLst>
              <a:ext uri="{FF2B5EF4-FFF2-40B4-BE49-F238E27FC236}">
                <a16:creationId xmlns:a16="http://schemas.microsoft.com/office/drawing/2014/main" id="{0C70751A-EEBD-2BE0-1EEE-7AB745A94635}"/>
              </a:ext>
            </a:extLst>
          </p:cNvPr>
          <p:cNvSpPr/>
          <p:nvPr/>
        </p:nvSpPr>
        <p:spPr>
          <a:xfrm>
            <a:off x="3847416" y="2123855"/>
            <a:ext cx="1367169" cy="864096"/>
          </a:xfrm>
          <a:prstGeom prst="diamond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A143D56-C9E0-9D49-569F-66FEBE922FC5}"/>
              </a:ext>
            </a:extLst>
          </p:cNvPr>
          <p:cNvSpPr txBox="1"/>
          <p:nvPr/>
        </p:nvSpPr>
        <p:spPr>
          <a:xfrm>
            <a:off x="3976998" y="2380867"/>
            <a:ext cx="1107996" cy="3692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購入希望</a:t>
            </a:r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86B54FCD-5D4C-5802-A991-52ADE30F52CB}"/>
              </a:ext>
            </a:extLst>
          </p:cNvPr>
          <p:cNvCxnSpPr>
            <a:cxnSpLocks/>
            <a:stCxn id="28" idx="3"/>
            <a:endCxn id="2" idx="1"/>
          </p:cNvCxnSpPr>
          <p:nvPr/>
        </p:nvCxnSpPr>
        <p:spPr>
          <a:xfrm flipV="1">
            <a:off x="5214582" y="2555600"/>
            <a:ext cx="991779" cy="309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BEE950C5-4F82-782F-8366-0C97DAC973D9}"/>
              </a:ext>
            </a:extLst>
          </p:cNvPr>
          <p:cNvCxnSpPr>
            <a:cxnSpLocks/>
            <a:stCxn id="15" idx="3"/>
            <a:endCxn id="28" idx="1"/>
          </p:cNvCxnSpPr>
          <p:nvPr/>
        </p:nvCxnSpPr>
        <p:spPr>
          <a:xfrm>
            <a:off x="2864706" y="2554288"/>
            <a:ext cx="982711" cy="1616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922461C7-4540-76E3-E869-D17C165A133F}"/>
              </a:ext>
            </a:extLst>
          </p:cNvPr>
          <p:cNvCxnSpPr>
            <a:cxnSpLocks/>
            <a:stCxn id="28" idx="0"/>
            <a:endCxn id="34" idx="4"/>
          </p:cNvCxnSpPr>
          <p:nvPr/>
        </p:nvCxnSpPr>
        <p:spPr>
          <a:xfrm flipV="1">
            <a:off x="4530995" y="1906402"/>
            <a:ext cx="0" cy="217454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Oval 33">
            <a:extLst>
              <a:ext uri="{FF2B5EF4-FFF2-40B4-BE49-F238E27FC236}">
                <a16:creationId xmlns:a16="http://schemas.microsoft.com/office/drawing/2014/main" id="{47594953-30C5-9250-72B0-A68C7CA0DDFB}"/>
              </a:ext>
            </a:extLst>
          </p:cNvPr>
          <p:cNvSpPr/>
          <p:nvPr/>
        </p:nvSpPr>
        <p:spPr>
          <a:xfrm>
            <a:off x="3954934" y="1186321"/>
            <a:ext cx="1152127" cy="720080"/>
          </a:xfrm>
          <a:prstGeom prst="ellipse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CEBF3CA5-F2AB-5D78-DF54-AD9724321266}"/>
              </a:ext>
            </a:extLst>
          </p:cNvPr>
          <p:cNvSpPr txBox="1"/>
          <p:nvPr/>
        </p:nvSpPr>
        <p:spPr>
          <a:xfrm>
            <a:off x="4103543" y="1361696"/>
            <a:ext cx="877163" cy="3692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登録日</a:t>
            </a:r>
          </a:p>
        </p:txBody>
      </p:sp>
    </p:spTree>
    <p:extLst>
      <p:ext uri="{BB962C8B-B14F-4D97-AF65-F5344CB8AC3E}">
        <p14:creationId xmlns:p14="http://schemas.microsoft.com/office/powerpoint/2010/main" val="314379914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476AF992-329C-E720-20CB-6EA6EAB70415}"/>
              </a:ext>
            </a:extLst>
          </p:cNvPr>
          <p:cNvSpPr/>
          <p:nvPr/>
        </p:nvSpPr>
        <p:spPr>
          <a:xfrm>
            <a:off x="1624315" y="1915159"/>
            <a:ext cx="1290821" cy="610969"/>
          </a:xfrm>
          <a:prstGeom prst="rect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</a:rPr>
              <a:t>商品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F708F1C3-0BD5-1B3F-2E55-686AE1FDBE38}"/>
              </a:ext>
            </a:extLst>
          </p:cNvPr>
          <p:cNvSpPr/>
          <p:nvPr/>
        </p:nvSpPr>
        <p:spPr>
          <a:xfrm>
            <a:off x="1693661" y="934821"/>
            <a:ext cx="1152127" cy="720080"/>
          </a:xfrm>
          <a:prstGeom prst="ellipse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E5CF908-C6C8-5CDA-F208-58DFC8816DB8}"/>
              </a:ext>
            </a:extLst>
          </p:cNvPr>
          <p:cNvSpPr txBox="1"/>
          <p:nvPr/>
        </p:nvSpPr>
        <p:spPr>
          <a:xfrm>
            <a:off x="1833551" y="1110194"/>
            <a:ext cx="872355" cy="3692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799" u="sng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商品ID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EB76F332-52A2-8568-47F4-ED166C5B0E46}"/>
              </a:ext>
            </a:extLst>
          </p:cNvPr>
          <p:cNvCxnSpPr>
            <a:cxnSpLocks/>
            <a:stCxn id="2" idx="0"/>
            <a:endCxn id="3" idx="4"/>
          </p:cNvCxnSpPr>
          <p:nvPr/>
        </p:nvCxnSpPr>
        <p:spPr>
          <a:xfrm flipV="1">
            <a:off x="2269723" y="1654905"/>
            <a:ext cx="0" cy="260253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Oval 5">
            <a:extLst>
              <a:ext uri="{FF2B5EF4-FFF2-40B4-BE49-F238E27FC236}">
                <a16:creationId xmlns:a16="http://schemas.microsoft.com/office/drawing/2014/main" id="{F02A5419-59CA-DEDE-BB7D-ACD5F586A780}"/>
              </a:ext>
            </a:extLst>
          </p:cNvPr>
          <p:cNvSpPr/>
          <p:nvPr/>
        </p:nvSpPr>
        <p:spPr>
          <a:xfrm>
            <a:off x="447825" y="2904177"/>
            <a:ext cx="1152127" cy="720080"/>
          </a:xfrm>
          <a:prstGeom prst="ellipse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AFF5F95-E45A-6FBE-E58F-3D86A392ABE6}"/>
              </a:ext>
            </a:extLst>
          </p:cNvPr>
          <p:cNvSpPr txBox="1"/>
          <p:nvPr/>
        </p:nvSpPr>
        <p:spPr>
          <a:xfrm>
            <a:off x="587715" y="3079551"/>
            <a:ext cx="877163" cy="3692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商品名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41D2C816-9D91-792B-7AEF-68F18CEEE578}"/>
              </a:ext>
            </a:extLst>
          </p:cNvPr>
          <p:cNvSpPr/>
          <p:nvPr/>
        </p:nvSpPr>
        <p:spPr>
          <a:xfrm>
            <a:off x="1694343" y="2909844"/>
            <a:ext cx="1152127" cy="720080"/>
          </a:xfrm>
          <a:prstGeom prst="ellipse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ABB8F38-5212-8D95-B3EB-C0D59BE03C85}"/>
              </a:ext>
            </a:extLst>
          </p:cNvPr>
          <p:cNvSpPr txBox="1"/>
          <p:nvPr/>
        </p:nvSpPr>
        <p:spPr>
          <a:xfrm>
            <a:off x="1947246" y="3085217"/>
            <a:ext cx="646331" cy="3692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価格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26187FF7-9BFB-60C1-A9D7-C16D8AE72828}"/>
              </a:ext>
            </a:extLst>
          </p:cNvPr>
          <p:cNvSpPr/>
          <p:nvPr/>
        </p:nvSpPr>
        <p:spPr>
          <a:xfrm>
            <a:off x="2915818" y="2904178"/>
            <a:ext cx="1152127" cy="720080"/>
          </a:xfrm>
          <a:prstGeom prst="ellipse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76379B9-A56F-4D3F-2286-83812ACE1095}"/>
              </a:ext>
            </a:extLst>
          </p:cNvPr>
          <p:cNvSpPr txBox="1"/>
          <p:nvPr/>
        </p:nvSpPr>
        <p:spPr>
          <a:xfrm>
            <a:off x="3078056" y="3092357"/>
            <a:ext cx="877163" cy="3692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発売日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BB0CDE29-45A9-2246-88E3-515FCC3B6C7E}"/>
              </a:ext>
            </a:extLst>
          </p:cNvPr>
          <p:cNvCxnSpPr>
            <a:cxnSpLocks/>
            <a:stCxn id="2" idx="2"/>
            <a:endCxn id="6" idx="7"/>
          </p:cNvCxnSpPr>
          <p:nvPr/>
        </p:nvCxnSpPr>
        <p:spPr>
          <a:xfrm flipH="1">
            <a:off x="1431226" y="2526123"/>
            <a:ext cx="838496" cy="483508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87FC1D21-EB55-F57F-F79F-34547D41C05C}"/>
              </a:ext>
            </a:extLst>
          </p:cNvPr>
          <p:cNvCxnSpPr>
            <a:cxnSpLocks/>
            <a:stCxn id="2" idx="2"/>
            <a:endCxn id="8" idx="0"/>
          </p:cNvCxnSpPr>
          <p:nvPr/>
        </p:nvCxnSpPr>
        <p:spPr>
          <a:xfrm>
            <a:off x="2269724" y="2526128"/>
            <a:ext cx="682" cy="383721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8A752683-16FF-5C69-93AE-C7CB1F87764E}"/>
              </a:ext>
            </a:extLst>
          </p:cNvPr>
          <p:cNvCxnSpPr>
            <a:cxnSpLocks/>
            <a:stCxn id="2" idx="2"/>
            <a:endCxn id="10" idx="1"/>
          </p:cNvCxnSpPr>
          <p:nvPr/>
        </p:nvCxnSpPr>
        <p:spPr>
          <a:xfrm>
            <a:off x="2269723" y="2526123"/>
            <a:ext cx="814818" cy="483508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Diamond 15">
            <a:extLst>
              <a:ext uri="{FF2B5EF4-FFF2-40B4-BE49-F238E27FC236}">
                <a16:creationId xmlns:a16="http://schemas.microsoft.com/office/drawing/2014/main" id="{7F38C338-4FD9-4A86-1962-F110C15671D9}"/>
              </a:ext>
            </a:extLst>
          </p:cNvPr>
          <p:cNvSpPr/>
          <p:nvPr/>
        </p:nvSpPr>
        <p:spPr>
          <a:xfrm>
            <a:off x="3901662" y="1788591"/>
            <a:ext cx="1367169" cy="864096"/>
          </a:xfrm>
          <a:prstGeom prst="diamond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B59D104-4C35-6C29-749A-A264380871DE}"/>
              </a:ext>
            </a:extLst>
          </p:cNvPr>
          <p:cNvSpPr txBox="1"/>
          <p:nvPr/>
        </p:nvSpPr>
        <p:spPr>
          <a:xfrm>
            <a:off x="4269269" y="2035973"/>
            <a:ext cx="646331" cy="3692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製造</a:t>
            </a:r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27DF0BBC-3C30-6A99-5C78-2F681BA1469F}"/>
              </a:ext>
            </a:extLst>
          </p:cNvPr>
          <p:cNvCxnSpPr>
            <a:cxnSpLocks/>
            <a:stCxn id="16" idx="1"/>
            <a:endCxn id="2" idx="3"/>
          </p:cNvCxnSpPr>
          <p:nvPr/>
        </p:nvCxnSpPr>
        <p:spPr>
          <a:xfrm flipH="1">
            <a:off x="2915134" y="2220638"/>
            <a:ext cx="986522" cy="0"/>
          </a:xfrm>
          <a:prstGeom prst="line">
            <a:avLst/>
          </a:prstGeom>
          <a:ln w="111125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>
            <a:extLst>
              <a:ext uri="{FF2B5EF4-FFF2-40B4-BE49-F238E27FC236}">
                <a16:creationId xmlns:a16="http://schemas.microsoft.com/office/drawing/2014/main" id="{B76EF169-CD5B-27A2-6924-287C0A5C12D4}"/>
              </a:ext>
            </a:extLst>
          </p:cNvPr>
          <p:cNvSpPr/>
          <p:nvPr/>
        </p:nvSpPr>
        <p:spPr>
          <a:xfrm>
            <a:off x="6305518" y="1914000"/>
            <a:ext cx="1290821" cy="610969"/>
          </a:xfrm>
          <a:prstGeom prst="rect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</a:rPr>
              <a:t>メーカー</a:t>
            </a:r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5600E052-7AB6-8F93-A846-D0A45698C1C1}"/>
              </a:ext>
            </a:extLst>
          </p:cNvPr>
          <p:cNvCxnSpPr>
            <a:cxnSpLocks/>
            <a:stCxn id="19" idx="1"/>
            <a:endCxn id="16" idx="3"/>
          </p:cNvCxnSpPr>
          <p:nvPr/>
        </p:nvCxnSpPr>
        <p:spPr>
          <a:xfrm flipH="1">
            <a:off x="5268830" y="2219480"/>
            <a:ext cx="1036689" cy="1158"/>
          </a:xfrm>
          <a:prstGeom prst="line">
            <a:avLst/>
          </a:prstGeom>
          <a:ln w="22225">
            <a:solidFill>
              <a:srgbClr val="2B3348"/>
            </a:solidFill>
            <a:headEnd type="arrow" w="med" len="med"/>
            <a:tailEnd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Oval 20">
            <a:extLst>
              <a:ext uri="{FF2B5EF4-FFF2-40B4-BE49-F238E27FC236}">
                <a16:creationId xmlns:a16="http://schemas.microsoft.com/office/drawing/2014/main" id="{574C44B2-7048-DCD6-7482-8B23FE709D6F}"/>
              </a:ext>
            </a:extLst>
          </p:cNvPr>
          <p:cNvSpPr/>
          <p:nvPr/>
        </p:nvSpPr>
        <p:spPr>
          <a:xfrm>
            <a:off x="6374863" y="934821"/>
            <a:ext cx="1152127" cy="720080"/>
          </a:xfrm>
          <a:prstGeom prst="ellipse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9B5169D-EB2F-6CD3-300D-DBFC163B1F1D}"/>
              </a:ext>
            </a:extLst>
          </p:cNvPr>
          <p:cNvSpPr txBox="1"/>
          <p:nvPr/>
        </p:nvSpPr>
        <p:spPr>
          <a:xfrm>
            <a:off x="6515605" y="1110635"/>
            <a:ext cx="962946" cy="3692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JP" sz="1799" u="sng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企業名</a:t>
            </a:r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AC19A36D-8226-44EB-4175-3FC57880DD39}"/>
              </a:ext>
            </a:extLst>
          </p:cNvPr>
          <p:cNvSpPr/>
          <p:nvPr/>
        </p:nvSpPr>
        <p:spPr>
          <a:xfrm>
            <a:off x="7020275" y="2904178"/>
            <a:ext cx="1152127" cy="720080"/>
          </a:xfrm>
          <a:prstGeom prst="ellipse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77E92AA-35C2-2112-82D4-E593B56D0225}"/>
              </a:ext>
            </a:extLst>
          </p:cNvPr>
          <p:cNvSpPr txBox="1"/>
          <p:nvPr/>
        </p:nvSpPr>
        <p:spPr>
          <a:xfrm>
            <a:off x="7203444" y="3089870"/>
            <a:ext cx="785793" cy="3692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email</a:t>
            </a:r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B633941D-1B65-FD0C-7CD3-B3EB86B78722}"/>
              </a:ext>
            </a:extLst>
          </p:cNvPr>
          <p:cNvSpPr/>
          <p:nvPr/>
        </p:nvSpPr>
        <p:spPr>
          <a:xfrm>
            <a:off x="5798800" y="2904178"/>
            <a:ext cx="1152127" cy="720080"/>
          </a:xfrm>
          <a:prstGeom prst="ellipse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4237B5F-436B-DE1B-4042-EBBF5671DDAD}"/>
              </a:ext>
            </a:extLst>
          </p:cNvPr>
          <p:cNvSpPr txBox="1"/>
          <p:nvPr/>
        </p:nvSpPr>
        <p:spPr>
          <a:xfrm>
            <a:off x="6072454" y="3074315"/>
            <a:ext cx="646331" cy="3692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TEL</a:t>
            </a:r>
          </a:p>
        </p:txBody>
      </p: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18D1E856-BEF8-D7AB-9C86-C5B46F7C1A4C}"/>
              </a:ext>
            </a:extLst>
          </p:cNvPr>
          <p:cNvCxnSpPr>
            <a:cxnSpLocks/>
            <a:stCxn id="19" idx="0"/>
            <a:endCxn id="21" idx="4"/>
          </p:cNvCxnSpPr>
          <p:nvPr/>
        </p:nvCxnSpPr>
        <p:spPr>
          <a:xfrm flipV="1">
            <a:off x="6950925" y="1654905"/>
            <a:ext cx="0" cy="259095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F10892C4-BCE8-FD8F-5834-7F74C7B0302E}"/>
              </a:ext>
            </a:extLst>
          </p:cNvPr>
          <p:cNvCxnSpPr>
            <a:cxnSpLocks/>
            <a:stCxn id="19" idx="2"/>
            <a:endCxn id="23" idx="0"/>
          </p:cNvCxnSpPr>
          <p:nvPr/>
        </p:nvCxnSpPr>
        <p:spPr>
          <a:xfrm>
            <a:off x="6950931" y="2524971"/>
            <a:ext cx="645411" cy="379213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2048D742-5D4C-21D2-302F-2334E14F7ED5}"/>
              </a:ext>
            </a:extLst>
          </p:cNvPr>
          <p:cNvCxnSpPr>
            <a:cxnSpLocks/>
            <a:stCxn id="19" idx="2"/>
            <a:endCxn id="25" idx="0"/>
          </p:cNvCxnSpPr>
          <p:nvPr/>
        </p:nvCxnSpPr>
        <p:spPr>
          <a:xfrm flipH="1">
            <a:off x="6374862" y="2524971"/>
            <a:ext cx="576064" cy="379213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37726448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Diamond 14">
            <a:extLst>
              <a:ext uri="{FF2B5EF4-FFF2-40B4-BE49-F238E27FC236}">
                <a16:creationId xmlns:a16="http://schemas.microsoft.com/office/drawing/2014/main" id="{842B2850-F1B4-2B17-8972-62EAC60384C3}"/>
              </a:ext>
            </a:extLst>
          </p:cNvPr>
          <p:cNvSpPr/>
          <p:nvPr/>
        </p:nvSpPr>
        <p:spPr>
          <a:xfrm>
            <a:off x="3901662" y="1788591"/>
            <a:ext cx="1367169" cy="864096"/>
          </a:xfrm>
          <a:prstGeom prst="diamond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7E74D37-0E16-AB0B-F728-726F1F154CD2}"/>
              </a:ext>
            </a:extLst>
          </p:cNvPr>
          <p:cNvSpPr txBox="1"/>
          <p:nvPr/>
        </p:nvSpPr>
        <p:spPr>
          <a:xfrm>
            <a:off x="4269269" y="2035973"/>
            <a:ext cx="646331" cy="3692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ロゴ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4C190BF2-D886-88B5-785E-8419A8B0AF24}"/>
              </a:ext>
            </a:extLst>
          </p:cNvPr>
          <p:cNvCxnSpPr>
            <a:cxnSpLocks/>
            <a:stCxn id="41" idx="1"/>
            <a:endCxn id="15" idx="3"/>
          </p:cNvCxnSpPr>
          <p:nvPr/>
        </p:nvCxnSpPr>
        <p:spPr>
          <a:xfrm flipH="1" flipV="1">
            <a:off x="5268825" y="2220644"/>
            <a:ext cx="1038778" cy="12405"/>
          </a:xfrm>
          <a:prstGeom prst="line">
            <a:avLst/>
          </a:prstGeom>
          <a:ln w="22225">
            <a:solidFill>
              <a:srgbClr val="2B3348"/>
            </a:solidFill>
            <a:headEnd type="arrow" w="med" len="med"/>
            <a:tailEnd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8F2B15A2-1C29-40A3-FF9C-7F2F60CAEE47}"/>
              </a:ext>
            </a:extLst>
          </p:cNvPr>
          <p:cNvCxnSpPr>
            <a:cxnSpLocks/>
            <a:stCxn id="51" idx="3"/>
            <a:endCxn id="15" idx="1"/>
          </p:cNvCxnSpPr>
          <p:nvPr/>
        </p:nvCxnSpPr>
        <p:spPr>
          <a:xfrm flipV="1">
            <a:off x="2905744" y="2220644"/>
            <a:ext cx="995912" cy="11247"/>
          </a:xfrm>
          <a:prstGeom prst="line">
            <a:avLst/>
          </a:prstGeom>
          <a:ln w="22225">
            <a:solidFill>
              <a:srgbClr val="2B3348"/>
            </a:solidFill>
            <a:headEnd type="arrow" w="med" len="med"/>
            <a:tailEnd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ectangle 40">
            <a:extLst>
              <a:ext uri="{FF2B5EF4-FFF2-40B4-BE49-F238E27FC236}">
                <a16:creationId xmlns:a16="http://schemas.microsoft.com/office/drawing/2014/main" id="{DD4DA0AB-A120-5AB2-0628-83728F503322}"/>
              </a:ext>
            </a:extLst>
          </p:cNvPr>
          <p:cNvSpPr/>
          <p:nvPr/>
        </p:nvSpPr>
        <p:spPr>
          <a:xfrm>
            <a:off x="6307607" y="1927563"/>
            <a:ext cx="1290821" cy="610969"/>
          </a:xfrm>
          <a:prstGeom prst="rect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</a:rPr>
              <a:t>画像</a:t>
            </a:r>
          </a:p>
        </p:txBody>
      </p:sp>
      <p:sp>
        <p:nvSpPr>
          <p:cNvPr id="42" name="Oval 41">
            <a:extLst>
              <a:ext uri="{FF2B5EF4-FFF2-40B4-BE49-F238E27FC236}">
                <a16:creationId xmlns:a16="http://schemas.microsoft.com/office/drawing/2014/main" id="{F08B1265-5335-4D1B-777E-BB1BA0199EF6}"/>
              </a:ext>
            </a:extLst>
          </p:cNvPr>
          <p:cNvSpPr/>
          <p:nvPr/>
        </p:nvSpPr>
        <p:spPr>
          <a:xfrm>
            <a:off x="6376952" y="947226"/>
            <a:ext cx="1152127" cy="720080"/>
          </a:xfrm>
          <a:prstGeom prst="ellipse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AF10110A-124D-2910-BCE8-064CB5CCE583}"/>
              </a:ext>
            </a:extLst>
          </p:cNvPr>
          <p:cNvSpPr txBox="1"/>
          <p:nvPr/>
        </p:nvSpPr>
        <p:spPr>
          <a:xfrm>
            <a:off x="6518993" y="1122599"/>
            <a:ext cx="872355" cy="3692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799" u="sng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画像ID</a:t>
            </a:r>
          </a:p>
        </p:txBody>
      </p: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916C1B15-E09C-EF08-5FC8-D83AE0A8ABBC}"/>
              </a:ext>
            </a:extLst>
          </p:cNvPr>
          <p:cNvCxnSpPr>
            <a:cxnSpLocks/>
            <a:stCxn id="41" idx="0"/>
            <a:endCxn id="42" idx="4"/>
          </p:cNvCxnSpPr>
          <p:nvPr/>
        </p:nvCxnSpPr>
        <p:spPr>
          <a:xfrm flipV="1">
            <a:off x="6953014" y="1667310"/>
            <a:ext cx="0" cy="260253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Oval 44">
            <a:extLst>
              <a:ext uri="{FF2B5EF4-FFF2-40B4-BE49-F238E27FC236}">
                <a16:creationId xmlns:a16="http://schemas.microsoft.com/office/drawing/2014/main" id="{DA9E7639-CF39-165A-B5BE-B6EEE49AF089}"/>
              </a:ext>
            </a:extLst>
          </p:cNvPr>
          <p:cNvSpPr/>
          <p:nvPr/>
        </p:nvSpPr>
        <p:spPr>
          <a:xfrm>
            <a:off x="5726902" y="2916583"/>
            <a:ext cx="1152127" cy="720080"/>
          </a:xfrm>
          <a:prstGeom prst="ellipse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358CCA57-58C5-89A7-3F02-CC15DB947A51}"/>
              </a:ext>
            </a:extLst>
          </p:cNvPr>
          <p:cNvSpPr txBox="1"/>
          <p:nvPr/>
        </p:nvSpPr>
        <p:spPr>
          <a:xfrm>
            <a:off x="5863703" y="3099095"/>
            <a:ext cx="877163" cy="3692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サイズ</a:t>
            </a:r>
          </a:p>
        </p:txBody>
      </p:sp>
      <p:sp>
        <p:nvSpPr>
          <p:cNvPr id="47" name="Oval 46">
            <a:extLst>
              <a:ext uri="{FF2B5EF4-FFF2-40B4-BE49-F238E27FC236}">
                <a16:creationId xmlns:a16="http://schemas.microsoft.com/office/drawing/2014/main" id="{A57FCBE7-CEA5-1933-1541-5A2B32435288}"/>
              </a:ext>
            </a:extLst>
          </p:cNvPr>
          <p:cNvSpPr/>
          <p:nvPr/>
        </p:nvSpPr>
        <p:spPr>
          <a:xfrm>
            <a:off x="7023046" y="2916583"/>
            <a:ext cx="1152127" cy="720080"/>
          </a:xfrm>
          <a:prstGeom prst="ellipse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4B4510D2-8097-D12D-906F-E0216F3763A4}"/>
              </a:ext>
            </a:extLst>
          </p:cNvPr>
          <p:cNvSpPr txBox="1"/>
          <p:nvPr/>
        </p:nvSpPr>
        <p:spPr>
          <a:xfrm>
            <a:off x="7062197" y="2990334"/>
            <a:ext cx="1107996" cy="6460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ファイル</a:t>
            </a:r>
            <a:br>
              <a: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</a:br>
            <a:r>
              <a: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パス</a:t>
            </a:r>
          </a:p>
        </p:txBody>
      </p: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C0C05668-5358-6F46-4F53-2D95282C057C}"/>
              </a:ext>
            </a:extLst>
          </p:cNvPr>
          <p:cNvCxnSpPr>
            <a:cxnSpLocks/>
            <a:stCxn id="41" idx="2"/>
            <a:endCxn id="45" idx="0"/>
          </p:cNvCxnSpPr>
          <p:nvPr/>
        </p:nvCxnSpPr>
        <p:spPr>
          <a:xfrm flipH="1">
            <a:off x="6302970" y="2538532"/>
            <a:ext cx="650051" cy="378055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67AA99B1-8A32-C4E2-038E-87A07678273A}"/>
              </a:ext>
            </a:extLst>
          </p:cNvPr>
          <p:cNvCxnSpPr>
            <a:cxnSpLocks/>
            <a:stCxn id="41" idx="2"/>
            <a:endCxn id="47" idx="0"/>
          </p:cNvCxnSpPr>
          <p:nvPr/>
        </p:nvCxnSpPr>
        <p:spPr>
          <a:xfrm>
            <a:off x="6953021" y="2538532"/>
            <a:ext cx="646093" cy="378055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Rectangle 50">
            <a:extLst>
              <a:ext uri="{FF2B5EF4-FFF2-40B4-BE49-F238E27FC236}">
                <a16:creationId xmlns:a16="http://schemas.microsoft.com/office/drawing/2014/main" id="{4D00D8B4-3250-208E-F85F-91A589A814ED}"/>
              </a:ext>
            </a:extLst>
          </p:cNvPr>
          <p:cNvSpPr/>
          <p:nvPr/>
        </p:nvSpPr>
        <p:spPr>
          <a:xfrm>
            <a:off x="1614925" y="1926405"/>
            <a:ext cx="1290821" cy="610969"/>
          </a:xfrm>
          <a:prstGeom prst="rect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</a:rPr>
              <a:t>メーカー</a:t>
            </a:r>
          </a:p>
        </p:txBody>
      </p:sp>
      <p:sp>
        <p:nvSpPr>
          <p:cNvPr id="52" name="Oval 51">
            <a:extLst>
              <a:ext uri="{FF2B5EF4-FFF2-40B4-BE49-F238E27FC236}">
                <a16:creationId xmlns:a16="http://schemas.microsoft.com/office/drawing/2014/main" id="{A01DC742-C244-B22D-0BD1-041B923B057C}"/>
              </a:ext>
            </a:extLst>
          </p:cNvPr>
          <p:cNvSpPr/>
          <p:nvPr/>
        </p:nvSpPr>
        <p:spPr>
          <a:xfrm>
            <a:off x="1684271" y="947226"/>
            <a:ext cx="1152127" cy="720080"/>
          </a:xfrm>
          <a:prstGeom prst="ellipse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FAEB1082-035D-5F81-86FD-3385A484CFC2}"/>
              </a:ext>
            </a:extLst>
          </p:cNvPr>
          <p:cNvSpPr txBox="1"/>
          <p:nvPr/>
        </p:nvSpPr>
        <p:spPr>
          <a:xfrm>
            <a:off x="1825012" y="1123040"/>
            <a:ext cx="962946" cy="3692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JP" sz="1799" u="sng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企業名</a:t>
            </a:r>
          </a:p>
        </p:txBody>
      </p:sp>
      <p:sp>
        <p:nvSpPr>
          <p:cNvPr id="54" name="Oval 53">
            <a:extLst>
              <a:ext uri="{FF2B5EF4-FFF2-40B4-BE49-F238E27FC236}">
                <a16:creationId xmlns:a16="http://schemas.microsoft.com/office/drawing/2014/main" id="{4FBD6477-8367-B125-17C3-0D84AB744487}"/>
              </a:ext>
            </a:extLst>
          </p:cNvPr>
          <p:cNvSpPr/>
          <p:nvPr/>
        </p:nvSpPr>
        <p:spPr>
          <a:xfrm>
            <a:off x="2329682" y="2916583"/>
            <a:ext cx="1152127" cy="720080"/>
          </a:xfrm>
          <a:prstGeom prst="ellipse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371B6F97-15C2-4865-9FC8-289CA235E10F}"/>
              </a:ext>
            </a:extLst>
          </p:cNvPr>
          <p:cNvSpPr txBox="1"/>
          <p:nvPr/>
        </p:nvSpPr>
        <p:spPr>
          <a:xfrm>
            <a:off x="2512851" y="3102275"/>
            <a:ext cx="785793" cy="3692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email</a:t>
            </a:r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4EDEE373-4672-0A35-989F-8837604CE375}"/>
              </a:ext>
            </a:extLst>
          </p:cNvPr>
          <p:cNvSpPr/>
          <p:nvPr/>
        </p:nvSpPr>
        <p:spPr>
          <a:xfrm>
            <a:off x="1108206" y="2916583"/>
            <a:ext cx="1152127" cy="720080"/>
          </a:xfrm>
          <a:prstGeom prst="ellipse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849A2E7F-257E-8656-A07A-929473E7356F}"/>
              </a:ext>
            </a:extLst>
          </p:cNvPr>
          <p:cNvSpPr txBox="1"/>
          <p:nvPr/>
        </p:nvSpPr>
        <p:spPr>
          <a:xfrm>
            <a:off x="1381863" y="3086720"/>
            <a:ext cx="646331" cy="3692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TEL</a:t>
            </a:r>
          </a:p>
        </p:txBody>
      </p:sp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9CF954A1-1C75-9EEA-175B-F4CA9224FDED}"/>
              </a:ext>
            </a:extLst>
          </p:cNvPr>
          <p:cNvCxnSpPr>
            <a:cxnSpLocks/>
            <a:stCxn id="51" idx="0"/>
            <a:endCxn id="52" idx="4"/>
          </p:cNvCxnSpPr>
          <p:nvPr/>
        </p:nvCxnSpPr>
        <p:spPr>
          <a:xfrm flipV="1">
            <a:off x="2260332" y="1667310"/>
            <a:ext cx="0" cy="259095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A9FAB090-A1EB-868A-1A71-AE649C210AD0}"/>
              </a:ext>
            </a:extLst>
          </p:cNvPr>
          <p:cNvCxnSpPr>
            <a:cxnSpLocks/>
            <a:stCxn id="51" idx="2"/>
            <a:endCxn id="54" idx="0"/>
          </p:cNvCxnSpPr>
          <p:nvPr/>
        </p:nvCxnSpPr>
        <p:spPr>
          <a:xfrm>
            <a:off x="2260338" y="2537375"/>
            <a:ext cx="645411" cy="379213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Straight Connector 59">
            <a:extLst>
              <a:ext uri="{FF2B5EF4-FFF2-40B4-BE49-F238E27FC236}">
                <a16:creationId xmlns:a16="http://schemas.microsoft.com/office/drawing/2014/main" id="{505266B9-89AB-7532-35E3-89D429A415C5}"/>
              </a:ext>
            </a:extLst>
          </p:cNvPr>
          <p:cNvCxnSpPr>
            <a:cxnSpLocks/>
            <a:stCxn id="51" idx="2"/>
            <a:endCxn id="56" idx="0"/>
          </p:cNvCxnSpPr>
          <p:nvPr/>
        </p:nvCxnSpPr>
        <p:spPr>
          <a:xfrm flipH="1">
            <a:off x="1684269" y="2537375"/>
            <a:ext cx="576064" cy="379213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24292947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Group 22">
            <a:extLst>
              <a:ext uri="{FF2B5EF4-FFF2-40B4-BE49-F238E27FC236}">
                <a16:creationId xmlns:a16="http://schemas.microsoft.com/office/drawing/2014/main" id="{41EDED64-1E4F-F100-8002-57F55DC8A92E}"/>
              </a:ext>
            </a:extLst>
          </p:cNvPr>
          <p:cNvGrpSpPr/>
          <p:nvPr/>
        </p:nvGrpSpPr>
        <p:grpSpPr>
          <a:xfrm>
            <a:off x="4067950" y="1988034"/>
            <a:ext cx="985117" cy="677633"/>
            <a:chOff x="4802511" y="3766326"/>
            <a:chExt cx="985117" cy="677632"/>
          </a:xfrm>
        </p:grpSpPr>
        <p:sp>
          <p:nvSpPr>
            <p:cNvPr id="24" name="Triangle 23">
              <a:extLst>
                <a:ext uri="{FF2B5EF4-FFF2-40B4-BE49-F238E27FC236}">
                  <a16:creationId xmlns:a16="http://schemas.microsoft.com/office/drawing/2014/main" id="{F43CB029-4E0D-EB81-1406-E1E54BC88D3A}"/>
                </a:ext>
              </a:extLst>
            </p:cNvPr>
            <p:cNvSpPr/>
            <p:nvPr/>
          </p:nvSpPr>
          <p:spPr>
            <a:xfrm>
              <a:off x="4802511" y="3766326"/>
              <a:ext cx="985117" cy="677632"/>
            </a:xfrm>
            <a:prstGeom prst="triangle">
              <a:avLst/>
            </a:prstGeom>
            <a:noFill/>
            <a:ln w="25400">
              <a:solidFill>
                <a:srgbClr val="2B3348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 sz="1799"/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EA62FDA7-BF66-7D24-E102-2B9DDD5BEFD4}"/>
                </a:ext>
              </a:extLst>
            </p:cNvPr>
            <p:cNvSpPr txBox="1"/>
            <p:nvPr/>
          </p:nvSpPr>
          <p:spPr>
            <a:xfrm>
              <a:off x="5017589" y="4013238"/>
              <a:ext cx="554960" cy="39998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JP" sz="1999" dirty="0">
                  <a:solidFill>
                    <a:srgbClr val="2B3348"/>
                  </a:solidFill>
                  <a:latin typeface="Arial" panose="020B0604020202020204" pitchFamily="34" charset="0"/>
                  <a:ea typeface="Noto Sans CJK JP Regular" panose="020B0500000000000000" pitchFamily="34" charset="-128"/>
                  <a:cs typeface="Arial" panose="020B0604020202020204" pitchFamily="34" charset="0"/>
                </a:rPr>
                <a:t>IsA</a:t>
              </a:r>
            </a:p>
          </p:txBody>
        </p:sp>
      </p:grp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96AA960E-76E2-CD85-310E-3A49171AD0F2}"/>
              </a:ext>
            </a:extLst>
          </p:cNvPr>
          <p:cNvCxnSpPr>
            <a:cxnSpLocks/>
            <a:stCxn id="32" idx="1"/>
          </p:cNvCxnSpPr>
          <p:nvPr/>
        </p:nvCxnSpPr>
        <p:spPr>
          <a:xfrm flipH="1">
            <a:off x="4801405" y="2325283"/>
            <a:ext cx="1176192" cy="0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ectangle 31">
            <a:extLst>
              <a:ext uri="{FF2B5EF4-FFF2-40B4-BE49-F238E27FC236}">
                <a16:creationId xmlns:a16="http://schemas.microsoft.com/office/drawing/2014/main" id="{483408A0-92AB-A9A2-42D1-915D38FDB9B6}"/>
              </a:ext>
            </a:extLst>
          </p:cNvPr>
          <p:cNvSpPr/>
          <p:nvPr/>
        </p:nvSpPr>
        <p:spPr>
          <a:xfrm>
            <a:off x="5977600" y="2019804"/>
            <a:ext cx="1402716" cy="610969"/>
          </a:xfrm>
          <a:prstGeom prst="rect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799" dirty="0" err="1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</a:rPr>
              <a:t>プレミアム</a:t>
            </a:r>
            <a:br>
              <a:rPr lang="en-US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</a:rPr>
            </a:br>
            <a:r>
              <a:rPr lang="en-US" sz="1799" dirty="0" err="1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</a:rPr>
              <a:t>ユーザ</a:t>
            </a:r>
            <a:endParaRPr lang="en-JP" sz="1799" dirty="0">
              <a:solidFill>
                <a:srgbClr val="2B3348"/>
              </a:solidFill>
              <a:latin typeface="Noto Sans CJK JP Regular" panose="020B0500000000000000" pitchFamily="34" charset="-128"/>
              <a:ea typeface="Noto Sans CJK JP Regular" panose="020B0500000000000000" pitchFamily="34" charset="-128"/>
            </a:endParaRP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F0B644D2-6055-A336-0F21-F50B939481DE}"/>
              </a:ext>
            </a:extLst>
          </p:cNvPr>
          <p:cNvSpPr/>
          <p:nvPr/>
        </p:nvSpPr>
        <p:spPr>
          <a:xfrm>
            <a:off x="1681284" y="2061870"/>
            <a:ext cx="1290821" cy="610969"/>
          </a:xfrm>
          <a:prstGeom prst="rect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</a:rPr>
              <a:t>ユーザ</a:t>
            </a:r>
          </a:p>
        </p:txBody>
      </p:sp>
      <p:sp>
        <p:nvSpPr>
          <p:cNvPr id="49" name="Oval 48">
            <a:extLst>
              <a:ext uri="{FF2B5EF4-FFF2-40B4-BE49-F238E27FC236}">
                <a16:creationId xmlns:a16="http://schemas.microsoft.com/office/drawing/2014/main" id="{24CB3BF2-A7D8-DF31-C224-8C6793FBB207}"/>
              </a:ext>
            </a:extLst>
          </p:cNvPr>
          <p:cNvSpPr/>
          <p:nvPr/>
        </p:nvSpPr>
        <p:spPr>
          <a:xfrm>
            <a:off x="1749821" y="970957"/>
            <a:ext cx="1152127" cy="720080"/>
          </a:xfrm>
          <a:prstGeom prst="ellipse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3B1DF59E-EF2E-1886-1B69-76A6314FE796}"/>
              </a:ext>
            </a:extLst>
          </p:cNvPr>
          <p:cNvSpPr txBox="1"/>
          <p:nvPr/>
        </p:nvSpPr>
        <p:spPr>
          <a:xfrm>
            <a:off x="1782469" y="1155749"/>
            <a:ext cx="1107996" cy="3692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799" u="sng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ユーザ名</a:t>
            </a:r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5B9BB9B3-F132-1618-096C-B7E4361AE6C2}"/>
              </a:ext>
            </a:extLst>
          </p:cNvPr>
          <p:cNvCxnSpPr>
            <a:cxnSpLocks/>
            <a:stCxn id="48" idx="0"/>
            <a:endCxn id="49" idx="4"/>
          </p:cNvCxnSpPr>
          <p:nvPr/>
        </p:nvCxnSpPr>
        <p:spPr>
          <a:xfrm flipH="1" flipV="1">
            <a:off x="2325884" y="1691037"/>
            <a:ext cx="808" cy="370828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Oval 51">
            <a:extLst>
              <a:ext uri="{FF2B5EF4-FFF2-40B4-BE49-F238E27FC236}">
                <a16:creationId xmlns:a16="http://schemas.microsoft.com/office/drawing/2014/main" id="{13CC4DF5-BAA0-A509-B2D9-055A4F5C6C94}"/>
              </a:ext>
            </a:extLst>
          </p:cNvPr>
          <p:cNvSpPr/>
          <p:nvPr/>
        </p:nvSpPr>
        <p:spPr>
          <a:xfrm>
            <a:off x="563827" y="2956118"/>
            <a:ext cx="1152127" cy="720080"/>
          </a:xfrm>
          <a:prstGeom prst="ellipse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36542709-B81D-EF77-C169-B913A795ED81}"/>
              </a:ext>
            </a:extLst>
          </p:cNvPr>
          <p:cNvSpPr txBox="1"/>
          <p:nvPr/>
        </p:nvSpPr>
        <p:spPr>
          <a:xfrm>
            <a:off x="816730" y="3131493"/>
            <a:ext cx="646331" cy="3692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氏名</a:t>
            </a:r>
          </a:p>
        </p:txBody>
      </p:sp>
      <p:sp>
        <p:nvSpPr>
          <p:cNvPr id="54" name="Oval 53">
            <a:extLst>
              <a:ext uri="{FF2B5EF4-FFF2-40B4-BE49-F238E27FC236}">
                <a16:creationId xmlns:a16="http://schemas.microsoft.com/office/drawing/2014/main" id="{FA2B2561-5E88-1AE1-1B1B-91E4231EC7EB}"/>
              </a:ext>
            </a:extLst>
          </p:cNvPr>
          <p:cNvSpPr/>
          <p:nvPr/>
        </p:nvSpPr>
        <p:spPr>
          <a:xfrm>
            <a:off x="2972104" y="2952877"/>
            <a:ext cx="1152127" cy="720080"/>
          </a:xfrm>
          <a:prstGeom prst="ellipse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D522D611-2287-395C-9818-608A4FEEBF2A}"/>
              </a:ext>
            </a:extLst>
          </p:cNvPr>
          <p:cNvSpPr txBox="1"/>
          <p:nvPr/>
        </p:nvSpPr>
        <p:spPr>
          <a:xfrm>
            <a:off x="3155274" y="3138569"/>
            <a:ext cx="785793" cy="3692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email</a:t>
            </a:r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49D4823E-4F44-1DEC-AE15-1314C5DC4181}"/>
              </a:ext>
            </a:extLst>
          </p:cNvPr>
          <p:cNvSpPr/>
          <p:nvPr/>
        </p:nvSpPr>
        <p:spPr>
          <a:xfrm>
            <a:off x="1750629" y="2952877"/>
            <a:ext cx="1152127" cy="720080"/>
          </a:xfrm>
          <a:prstGeom prst="ellipse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EC210CF1-83FF-0623-293B-42F32AA06FA5}"/>
              </a:ext>
            </a:extLst>
          </p:cNvPr>
          <p:cNvSpPr txBox="1"/>
          <p:nvPr/>
        </p:nvSpPr>
        <p:spPr>
          <a:xfrm>
            <a:off x="2024286" y="3123014"/>
            <a:ext cx="646331" cy="3692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住所</a:t>
            </a:r>
          </a:p>
        </p:txBody>
      </p:sp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F573FD0D-C2AB-4CAC-B2AD-33E03056E305}"/>
              </a:ext>
            </a:extLst>
          </p:cNvPr>
          <p:cNvCxnSpPr>
            <a:cxnSpLocks/>
            <a:stCxn id="48" idx="2"/>
            <a:endCxn id="52" idx="7"/>
          </p:cNvCxnSpPr>
          <p:nvPr/>
        </p:nvCxnSpPr>
        <p:spPr>
          <a:xfrm flipH="1">
            <a:off x="1547230" y="2672834"/>
            <a:ext cx="779462" cy="388738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815DFACD-0205-C3A4-36FA-B63A10B1EA1C}"/>
              </a:ext>
            </a:extLst>
          </p:cNvPr>
          <p:cNvCxnSpPr>
            <a:cxnSpLocks/>
            <a:stCxn id="48" idx="2"/>
            <a:endCxn id="54" idx="1"/>
          </p:cNvCxnSpPr>
          <p:nvPr/>
        </p:nvCxnSpPr>
        <p:spPr>
          <a:xfrm>
            <a:off x="2326692" y="2672835"/>
            <a:ext cx="814136" cy="385497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Straight Connector 59">
            <a:extLst>
              <a:ext uri="{FF2B5EF4-FFF2-40B4-BE49-F238E27FC236}">
                <a16:creationId xmlns:a16="http://schemas.microsoft.com/office/drawing/2014/main" id="{C21544CC-DE23-DD44-2781-F3F9EB3397E9}"/>
              </a:ext>
            </a:extLst>
          </p:cNvPr>
          <p:cNvCxnSpPr>
            <a:cxnSpLocks/>
            <a:stCxn id="48" idx="2"/>
            <a:endCxn id="56" idx="0"/>
          </p:cNvCxnSpPr>
          <p:nvPr/>
        </p:nvCxnSpPr>
        <p:spPr>
          <a:xfrm>
            <a:off x="2326691" y="2672839"/>
            <a:ext cx="0" cy="280043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FFC493D1-F600-EF07-7464-A4049C436D33}"/>
              </a:ext>
            </a:extLst>
          </p:cNvPr>
          <p:cNvCxnSpPr>
            <a:cxnSpLocks/>
          </p:cNvCxnSpPr>
          <p:nvPr/>
        </p:nvCxnSpPr>
        <p:spPr>
          <a:xfrm flipH="1">
            <a:off x="2972103" y="2325537"/>
            <a:ext cx="1368152" cy="0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Oval 71">
            <a:extLst>
              <a:ext uri="{FF2B5EF4-FFF2-40B4-BE49-F238E27FC236}">
                <a16:creationId xmlns:a16="http://schemas.microsoft.com/office/drawing/2014/main" id="{F442AD5F-C2A0-B1C0-540A-9A0B00A0415D}"/>
              </a:ext>
            </a:extLst>
          </p:cNvPr>
          <p:cNvSpPr/>
          <p:nvPr/>
        </p:nvSpPr>
        <p:spPr>
          <a:xfrm>
            <a:off x="6084171" y="2931790"/>
            <a:ext cx="1152127" cy="720080"/>
          </a:xfrm>
          <a:prstGeom prst="ellipse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EA82DBF3-744F-A9BF-2CDE-FB561DE045CD}"/>
              </a:ext>
            </a:extLst>
          </p:cNvPr>
          <p:cNvSpPr txBox="1"/>
          <p:nvPr/>
        </p:nvSpPr>
        <p:spPr>
          <a:xfrm>
            <a:off x="6221656" y="3107165"/>
            <a:ext cx="877163" cy="3692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登録日</a:t>
            </a:r>
          </a:p>
        </p:txBody>
      </p: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CBBF7DEF-8F1D-4FC5-0F1F-319A95A851DE}"/>
              </a:ext>
            </a:extLst>
          </p:cNvPr>
          <p:cNvCxnSpPr>
            <a:cxnSpLocks/>
            <a:endCxn id="72" idx="0"/>
          </p:cNvCxnSpPr>
          <p:nvPr/>
        </p:nvCxnSpPr>
        <p:spPr>
          <a:xfrm>
            <a:off x="6660232" y="2651753"/>
            <a:ext cx="0" cy="280043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6792415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0508173E-7EF7-7408-1F2C-D36591651FE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01874484"/>
              </p:ext>
            </p:extLst>
          </p:nvPr>
        </p:nvGraphicFramePr>
        <p:xfrm>
          <a:off x="127188" y="815962"/>
          <a:ext cx="5621212" cy="326796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49351">
                  <a:extLst>
                    <a:ext uri="{9D8B030D-6E8A-4147-A177-3AD203B41FA5}">
                      <a16:colId xmlns:a16="http://schemas.microsoft.com/office/drawing/2014/main" val="3952751086"/>
                    </a:ext>
                  </a:extLst>
                </a:gridCol>
                <a:gridCol w="916810">
                  <a:extLst>
                    <a:ext uri="{9D8B030D-6E8A-4147-A177-3AD203B41FA5}">
                      <a16:colId xmlns:a16="http://schemas.microsoft.com/office/drawing/2014/main" val="2450533959"/>
                    </a:ext>
                  </a:extLst>
                </a:gridCol>
                <a:gridCol w="1024573">
                  <a:extLst>
                    <a:ext uri="{9D8B030D-6E8A-4147-A177-3AD203B41FA5}">
                      <a16:colId xmlns:a16="http://schemas.microsoft.com/office/drawing/2014/main" val="2643658135"/>
                    </a:ext>
                  </a:extLst>
                </a:gridCol>
                <a:gridCol w="1351868">
                  <a:extLst>
                    <a:ext uri="{9D8B030D-6E8A-4147-A177-3AD203B41FA5}">
                      <a16:colId xmlns:a16="http://schemas.microsoft.com/office/drawing/2014/main" val="637503006"/>
                    </a:ext>
                  </a:extLst>
                </a:gridCol>
                <a:gridCol w="689305">
                  <a:extLst>
                    <a:ext uri="{9D8B030D-6E8A-4147-A177-3AD203B41FA5}">
                      <a16:colId xmlns:a16="http://schemas.microsoft.com/office/drawing/2014/main" val="3612789214"/>
                    </a:ext>
                  </a:extLst>
                </a:gridCol>
                <a:gridCol w="689305">
                  <a:extLst>
                    <a:ext uri="{9D8B030D-6E8A-4147-A177-3AD203B41FA5}">
                      <a16:colId xmlns:a16="http://schemas.microsoft.com/office/drawing/2014/main" val="3002757581"/>
                    </a:ext>
                  </a:extLst>
                </a:gridCol>
              </a:tblGrid>
              <a:tr h="405255">
                <a:tc>
                  <a:txBody>
                    <a:bodyPr/>
                    <a:lstStyle/>
                    <a:p>
                      <a:r>
                        <a:rPr lang="en-JP" sz="1800" dirty="0">
                          <a:solidFill>
                            <a:schemeClr val="bg1"/>
                          </a:solidFill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注文ID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 err="1">
                          <a:solidFill>
                            <a:schemeClr val="bg1"/>
                          </a:solidFill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ユーザ</a:t>
                      </a:r>
                      <a:endParaRPr lang="en-JP" sz="1800" dirty="0">
                        <a:solidFill>
                          <a:schemeClr val="bg1"/>
                        </a:solidFill>
                        <a:latin typeface="IPAPGothic" panose="020B0500000000000000" pitchFamily="34" charset="-128"/>
                        <a:ea typeface="IPAPGothic" panose="020B0500000000000000" pitchFamily="34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solidFill>
                            <a:schemeClr val="bg1"/>
                          </a:solidFill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メーカー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solidFill>
                            <a:schemeClr val="bg1"/>
                          </a:solidFill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商品名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solidFill>
                            <a:schemeClr val="bg1"/>
                          </a:solidFill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単価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solidFill>
                            <a:schemeClr val="bg1"/>
                          </a:solidFill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数量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480211"/>
                  </a:ext>
                </a:extLst>
              </a:tr>
              <a:tr h="477118"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O1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U1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I社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はーいお茶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130</a:t>
                      </a:r>
                      <a:endParaRPr lang="en-JP" sz="1800" dirty="0">
                        <a:latin typeface="IPAPGothic" panose="020B0500000000000000" pitchFamily="34" charset="-128"/>
                        <a:ea typeface="IPAPGothic" panose="020B0500000000000000" pitchFamily="34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3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53867983"/>
                  </a:ext>
                </a:extLst>
              </a:tr>
              <a:tr h="477118"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O2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U1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G社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きのこの里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230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2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80110813"/>
                  </a:ext>
                </a:extLst>
              </a:tr>
              <a:tr h="477118"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O3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U2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N社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のど飴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170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1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12437338"/>
                  </a:ext>
                </a:extLst>
              </a:tr>
              <a:tr h="477118"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O4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U2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S社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午前の紅茶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130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1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57189008"/>
                  </a:ext>
                </a:extLst>
              </a:tr>
              <a:tr h="477118"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O5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U3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I社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 err="1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はーいお茶</a:t>
                      </a:r>
                      <a:endParaRPr lang="en-JP" sz="1800" dirty="0">
                        <a:latin typeface="IPAPGothic" panose="020B0500000000000000" pitchFamily="34" charset="-128"/>
                        <a:ea typeface="IPAPGothic" panose="020B0500000000000000" pitchFamily="34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130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1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93764845"/>
                  </a:ext>
                </a:extLst>
              </a:tr>
              <a:tr h="477118"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O6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U4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G社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タケノコの山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200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1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1047392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9505C26F-E5BC-D7A8-EEE4-5661DB65097C}"/>
              </a:ext>
            </a:extLst>
          </p:cNvPr>
          <p:cNvSpPr txBox="1"/>
          <p:nvPr/>
        </p:nvSpPr>
        <p:spPr>
          <a:xfrm>
            <a:off x="127190" y="405766"/>
            <a:ext cx="697627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注文</a:t>
            </a:r>
          </a:p>
        </p:txBody>
      </p:sp>
    </p:spTree>
    <p:extLst>
      <p:ext uri="{BB962C8B-B14F-4D97-AF65-F5344CB8AC3E}">
        <p14:creationId xmlns:p14="http://schemas.microsoft.com/office/powerpoint/2010/main" val="394278828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0508173E-7EF7-7408-1F2C-D36591651FE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98972067"/>
              </p:ext>
            </p:extLst>
          </p:nvPr>
        </p:nvGraphicFramePr>
        <p:xfrm>
          <a:off x="2123733" y="1203603"/>
          <a:ext cx="4596639" cy="326796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49351">
                  <a:extLst>
                    <a:ext uri="{9D8B030D-6E8A-4147-A177-3AD203B41FA5}">
                      <a16:colId xmlns:a16="http://schemas.microsoft.com/office/drawing/2014/main" val="3952751086"/>
                    </a:ext>
                  </a:extLst>
                </a:gridCol>
                <a:gridCol w="916810">
                  <a:extLst>
                    <a:ext uri="{9D8B030D-6E8A-4147-A177-3AD203B41FA5}">
                      <a16:colId xmlns:a16="http://schemas.microsoft.com/office/drawing/2014/main" val="2450533959"/>
                    </a:ext>
                  </a:extLst>
                </a:gridCol>
                <a:gridCol w="1351868">
                  <a:extLst>
                    <a:ext uri="{9D8B030D-6E8A-4147-A177-3AD203B41FA5}">
                      <a16:colId xmlns:a16="http://schemas.microsoft.com/office/drawing/2014/main" val="637503006"/>
                    </a:ext>
                  </a:extLst>
                </a:gridCol>
                <a:gridCol w="689305">
                  <a:extLst>
                    <a:ext uri="{9D8B030D-6E8A-4147-A177-3AD203B41FA5}">
                      <a16:colId xmlns:a16="http://schemas.microsoft.com/office/drawing/2014/main" val="3612789214"/>
                    </a:ext>
                  </a:extLst>
                </a:gridCol>
                <a:gridCol w="689305">
                  <a:extLst>
                    <a:ext uri="{9D8B030D-6E8A-4147-A177-3AD203B41FA5}">
                      <a16:colId xmlns:a16="http://schemas.microsoft.com/office/drawing/2014/main" val="3002757581"/>
                    </a:ext>
                  </a:extLst>
                </a:gridCol>
              </a:tblGrid>
              <a:tr h="405255">
                <a:tc>
                  <a:txBody>
                    <a:bodyPr/>
                    <a:lstStyle/>
                    <a:p>
                      <a:r>
                        <a:rPr lang="en-JP" sz="1800" dirty="0">
                          <a:solidFill>
                            <a:schemeClr val="bg1"/>
                          </a:solidFill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注文ID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 err="1">
                          <a:solidFill>
                            <a:schemeClr val="bg1"/>
                          </a:solidFill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ユーザ</a:t>
                      </a:r>
                      <a:endParaRPr lang="en-JP" sz="1800" dirty="0">
                        <a:solidFill>
                          <a:schemeClr val="bg1"/>
                        </a:solidFill>
                        <a:latin typeface="IPAPGothic" panose="020B0500000000000000" pitchFamily="34" charset="-128"/>
                        <a:ea typeface="IPAPGothic" panose="020B0500000000000000" pitchFamily="34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solidFill>
                            <a:schemeClr val="bg1"/>
                          </a:solidFill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商品名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solidFill>
                            <a:schemeClr val="bg1"/>
                          </a:solidFill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単価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solidFill>
                            <a:schemeClr val="bg1"/>
                          </a:solidFill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数量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480211"/>
                  </a:ext>
                </a:extLst>
              </a:tr>
              <a:tr h="477118"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O1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U1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はーいお茶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130</a:t>
                      </a:r>
                      <a:endParaRPr lang="en-JP" sz="1800" dirty="0">
                        <a:latin typeface="IPAPGothic" panose="020B0500000000000000" pitchFamily="34" charset="-128"/>
                        <a:ea typeface="IPAPGothic" panose="020B0500000000000000" pitchFamily="34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3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53867983"/>
                  </a:ext>
                </a:extLst>
              </a:tr>
              <a:tr h="477118"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O2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U1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きのこの里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230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2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80110813"/>
                  </a:ext>
                </a:extLst>
              </a:tr>
              <a:tr h="477118"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O3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U2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のど飴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170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1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12437338"/>
                  </a:ext>
                </a:extLst>
              </a:tr>
              <a:tr h="477118"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O4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U2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きのこの里</a:t>
                      </a:r>
                      <a:endParaRPr lang="en-JP" sz="1800" dirty="0">
                        <a:latin typeface="IPAPGothic" panose="020B0500000000000000" pitchFamily="34" charset="-128"/>
                        <a:ea typeface="IPAPGothic" panose="020B0500000000000000" pitchFamily="34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230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1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57189008"/>
                  </a:ext>
                </a:extLst>
              </a:tr>
              <a:tr h="477118"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O5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U3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 err="1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はーいお茶</a:t>
                      </a:r>
                      <a:endParaRPr lang="en-JP" sz="1800" dirty="0">
                        <a:latin typeface="IPAPGothic" panose="020B0500000000000000" pitchFamily="34" charset="-128"/>
                        <a:ea typeface="IPAPGothic" panose="020B0500000000000000" pitchFamily="34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130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1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93764845"/>
                  </a:ext>
                </a:extLst>
              </a:tr>
              <a:tr h="477118"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O6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U4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タケノコの山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200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1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1047392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9505C26F-E5BC-D7A8-EEE4-5661DB65097C}"/>
              </a:ext>
            </a:extLst>
          </p:cNvPr>
          <p:cNvSpPr txBox="1"/>
          <p:nvPr/>
        </p:nvSpPr>
        <p:spPr>
          <a:xfrm>
            <a:off x="2123734" y="793409"/>
            <a:ext cx="697627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注文</a:t>
            </a:r>
          </a:p>
        </p:txBody>
      </p:sp>
    </p:spTree>
    <p:extLst>
      <p:ext uri="{BB962C8B-B14F-4D97-AF65-F5344CB8AC3E}">
        <p14:creationId xmlns:p14="http://schemas.microsoft.com/office/powerpoint/2010/main" val="4015187106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F051C44D-38AC-9AB8-68B8-1DF11D09779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54641237"/>
              </p:ext>
            </p:extLst>
          </p:nvPr>
        </p:nvGraphicFramePr>
        <p:xfrm>
          <a:off x="6957184" y="494943"/>
          <a:ext cx="2041173" cy="326796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51868">
                  <a:extLst>
                    <a:ext uri="{9D8B030D-6E8A-4147-A177-3AD203B41FA5}">
                      <a16:colId xmlns:a16="http://schemas.microsoft.com/office/drawing/2014/main" val="637503006"/>
                    </a:ext>
                  </a:extLst>
                </a:gridCol>
                <a:gridCol w="689305">
                  <a:extLst>
                    <a:ext uri="{9D8B030D-6E8A-4147-A177-3AD203B41FA5}">
                      <a16:colId xmlns:a16="http://schemas.microsoft.com/office/drawing/2014/main" val="3612789214"/>
                    </a:ext>
                  </a:extLst>
                </a:gridCol>
              </a:tblGrid>
              <a:tr h="405255">
                <a:tc>
                  <a:txBody>
                    <a:bodyPr/>
                    <a:lstStyle/>
                    <a:p>
                      <a:r>
                        <a:rPr lang="en-JP" sz="1800" dirty="0">
                          <a:solidFill>
                            <a:schemeClr val="bg1"/>
                          </a:solidFill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商品名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solidFill>
                            <a:schemeClr val="bg1"/>
                          </a:solidFill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単価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480211"/>
                  </a:ext>
                </a:extLst>
              </a:tr>
              <a:tr h="477118"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はーいお茶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0070C0">
                        <a:alpha val="29804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130</a:t>
                      </a:r>
                      <a:endParaRPr lang="en-JP" sz="1800" dirty="0">
                        <a:latin typeface="IPAPGothic" panose="020B0500000000000000" pitchFamily="34" charset="-128"/>
                        <a:ea typeface="IPAPGothic" panose="020B0500000000000000" pitchFamily="34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0070C0">
                        <a:alpha val="2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53867983"/>
                  </a:ext>
                </a:extLst>
              </a:tr>
              <a:tr h="477118"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きのこの里</a:t>
                      </a:r>
                    </a:p>
                  </a:txBody>
                  <a:tcPr marL="68580" marR="68580" marT="34291" marB="34291" anchor="ctr">
                    <a:solidFill>
                      <a:srgbClr val="0070C0">
                        <a:alpha val="29804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230</a:t>
                      </a:r>
                    </a:p>
                  </a:txBody>
                  <a:tcPr marL="68580" marR="68580" marT="34291" marB="34291" anchor="ctr">
                    <a:solidFill>
                      <a:srgbClr val="0070C0">
                        <a:alpha val="2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80110813"/>
                  </a:ext>
                </a:extLst>
              </a:tr>
              <a:tr h="477118"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のど飴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170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12437338"/>
                  </a:ext>
                </a:extLst>
              </a:tr>
              <a:tr h="477118"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きのこの里</a:t>
                      </a:r>
                    </a:p>
                  </a:txBody>
                  <a:tcPr marL="68580" marR="68580" marT="34291" marB="34291" anchor="ctr">
                    <a:solidFill>
                      <a:srgbClr val="0070C0">
                        <a:alpha val="29804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230</a:t>
                      </a:r>
                    </a:p>
                  </a:txBody>
                  <a:tcPr marL="68580" marR="68580" marT="34291" marB="34291" anchor="ctr">
                    <a:solidFill>
                      <a:srgbClr val="0070C0">
                        <a:alpha val="2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57189008"/>
                  </a:ext>
                </a:extLst>
              </a:tr>
              <a:tr h="477118">
                <a:tc>
                  <a:txBody>
                    <a:bodyPr/>
                    <a:lstStyle/>
                    <a:p>
                      <a:r>
                        <a:rPr lang="en-US" sz="1800" dirty="0" err="1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はーいお茶</a:t>
                      </a:r>
                      <a:endParaRPr lang="en-JP" sz="1800" dirty="0">
                        <a:latin typeface="IPAPGothic" panose="020B0500000000000000" pitchFamily="34" charset="-128"/>
                        <a:ea typeface="IPAPGothic" panose="020B0500000000000000" pitchFamily="34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solidFill>
                      <a:srgbClr val="0070C0">
                        <a:alpha val="29804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130</a:t>
                      </a:r>
                    </a:p>
                  </a:txBody>
                  <a:tcPr marL="68580" marR="68580" marT="34291" marB="34291" anchor="ctr">
                    <a:solidFill>
                      <a:srgbClr val="0070C0">
                        <a:alpha val="2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93764845"/>
                  </a:ext>
                </a:extLst>
              </a:tr>
              <a:tr h="477118"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タケノコの山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200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1047392"/>
                  </a:ext>
                </a:extLst>
              </a:tr>
            </a:tbl>
          </a:graphicData>
        </a:graphic>
      </p:graphicFrame>
      <p:sp>
        <p:nvSpPr>
          <p:cNvPr id="5" name="Right Arrow 4">
            <a:extLst>
              <a:ext uri="{FF2B5EF4-FFF2-40B4-BE49-F238E27FC236}">
                <a16:creationId xmlns:a16="http://schemas.microsoft.com/office/drawing/2014/main" id="{6C2F2747-CEE6-DCCA-9B5C-DC358DBF6B27}"/>
              </a:ext>
            </a:extLst>
          </p:cNvPr>
          <p:cNvSpPr/>
          <p:nvPr/>
        </p:nvSpPr>
        <p:spPr>
          <a:xfrm>
            <a:off x="5132498" y="2043418"/>
            <a:ext cx="1538032" cy="445322"/>
          </a:xfrm>
          <a:prstGeom prst="rightArrow">
            <a:avLst>
              <a:gd name="adj1" fmla="val 40425"/>
              <a:gd name="adj2" fmla="val 69062"/>
            </a:avLst>
          </a:prstGeom>
          <a:solidFill>
            <a:srgbClr val="0070C0">
              <a:alpha val="50196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350">
              <a:solidFill>
                <a:srgbClr val="0070C0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988963F-ED78-3B3F-ACBA-B4B797C4E308}"/>
              </a:ext>
            </a:extLst>
          </p:cNvPr>
          <p:cNvSpPr txBox="1"/>
          <p:nvPr/>
        </p:nvSpPr>
        <p:spPr>
          <a:xfrm>
            <a:off x="4818526" y="1027758"/>
            <a:ext cx="1909497" cy="101527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0070C0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SELECT</a:t>
            </a:r>
            <a:r>
              <a:rPr lang="en-JP" sz="1999" dirty="0">
                <a:solidFill>
                  <a:srgbClr val="00205B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 </a:t>
            </a:r>
          </a:p>
          <a:p>
            <a:pPr algn="l"/>
            <a:r>
              <a:rPr lang="ja-JP" altLang="en-US" sz="1999">
                <a:solidFill>
                  <a:srgbClr val="00205B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　</a:t>
            </a:r>
            <a:r>
              <a:rPr lang="en-JP" sz="1999" dirty="0"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商品名</a:t>
            </a:r>
            <a:r>
              <a:rPr lang="en-US" altLang="ja-JP" sz="1999" dirty="0"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, </a:t>
            </a:r>
            <a:r>
              <a:rPr lang="ja-JP" altLang="en-US" sz="1999"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単価</a:t>
            </a:r>
            <a:r>
              <a:rPr lang="en-US" altLang="ja-JP" sz="1999" dirty="0"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 </a:t>
            </a:r>
          </a:p>
          <a:p>
            <a:pPr algn="l"/>
            <a:r>
              <a:rPr lang="en-US" altLang="ja-JP" sz="1999" dirty="0">
                <a:solidFill>
                  <a:srgbClr val="0070C0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FROM</a:t>
            </a:r>
            <a:r>
              <a:rPr lang="en-US" altLang="ja-JP" sz="1999" dirty="0">
                <a:solidFill>
                  <a:srgbClr val="00205B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 </a:t>
            </a:r>
            <a:r>
              <a:rPr lang="ja-JP" altLang="en-US" sz="1999">
                <a:solidFill>
                  <a:srgbClr val="00205B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注文</a:t>
            </a:r>
            <a:r>
              <a:rPr lang="en-US" altLang="ja-JP" sz="1999" dirty="0"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;</a:t>
            </a:r>
            <a:endParaRPr lang="en-JP" sz="1999" dirty="0" err="1">
              <a:latin typeface="Noto Sans CJK JP Regular" panose="020B0500000000000000" pitchFamily="34" charset="-128"/>
              <a:ea typeface="Noto Sans CJK JP Regular" panose="020B0500000000000000" pitchFamily="34" charset="-128"/>
              <a:cs typeface="IPAPGothic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CCCAAE6-4D08-57C3-B158-D05E7EE40C27}"/>
              </a:ext>
            </a:extLst>
          </p:cNvPr>
          <p:cNvSpPr txBox="1"/>
          <p:nvPr/>
        </p:nvSpPr>
        <p:spPr>
          <a:xfrm>
            <a:off x="4766608" y="4139046"/>
            <a:ext cx="3262433" cy="46153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JP" sz="2399" dirty="0">
                <a:solidFill>
                  <a:srgbClr val="0070C0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重複するタプルがある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7664973B-E300-3AED-3412-893776AA5065}"/>
              </a:ext>
            </a:extLst>
          </p:cNvPr>
          <p:cNvCxnSpPr>
            <a:cxnSpLocks/>
          </p:cNvCxnSpPr>
          <p:nvPr/>
        </p:nvCxnSpPr>
        <p:spPr>
          <a:xfrm flipV="1">
            <a:off x="6397822" y="3359343"/>
            <a:ext cx="416034" cy="709605"/>
          </a:xfrm>
          <a:prstGeom prst="straightConnector1">
            <a:avLst/>
          </a:prstGeom>
          <a:ln w="73025">
            <a:solidFill>
              <a:srgbClr val="0070C0"/>
            </a:solidFill>
            <a:prstDash val="sysDot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AF9A2655-0983-D065-0905-A61BE3BBAC3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85689080"/>
              </p:ext>
            </p:extLst>
          </p:nvPr>
        </p:nvGraphicFramePr>
        <p:xfrm>
          <a:off x="64901" y="494943"/>
          <a:ext cx="4596639" cy="326796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49351">
                  <a:extLst>
                    <a:ext uri="{9D8B030D-6E8A-4147-A177-3AD203B41FA5}">
                      <a16:colId xmlns:a16="http://schemas.microsoft.com/office/drawing/2014/main" val="3952751086"/>
                    </a:ext>
                  </a:extLst>
                </a:gridCol>
                <a:gridCol w="916810">
                  <a:extLst>
                    <a:ext uri="{9D8B030D-6E8A-4147-A177-3AD203B41FA5}">
                      <a16:colId xmlns:a16="http://schemas.microsoft.com/office/drawing/2014/main" val="2450533959"/>
                    </a:ext>
                  </a:extLst>
                </a:gridCol>
                <a:gridCol w="1351868">
                  <a:extLst>
                    <a:ext uri="{9D8B030D-6E8A-4147-A177-3AD203B41FA5}">
                      <a16:colId xmlns:a16="http://schemas.microsoft.com/office/drawing/2014/main" val="637503006"/>
                    </a:ext>
                  </a:extLst>
                </a:gridCol>
                <a:gridCol w="689305">
                  <a:extLst>
                    <a:ext uri="{9D8B030D-6E8A-4147-A177-3AD203B41FA5}">
                      <a16:colId xmlns:a16="http://schemas.microsoft.com/office/drawing/2014/main" val="3612789214"/>
                    </a:ext>
                  </a:extLst>
                </a:gridCol>
                <a:gridCol w="689305">
                  <a:extLst>
                    <a:ext uri="{9D8B030D-6E8A-4147-A177-3AD203B41FA5}">
                      <a16:colId xmlns:a16="http://schemas.microsoft.com/office/drawing/2014/main" val="3002757581"/>
                    </a:ext>
                  </a:extLst>
                </a:gridCol>
              </a:tblGrid>
              <a:tr h="405255">
                <a:tc>
                  <a:txBody>
                    <a:bodyPr/>
                    <a:lstStyle/>
                    <a:p>
                      <a:r>
                        <a:rPr lang="en-JP" sz="1800" dirty="0">
                          <a:solidFill>
                            <a:schemeClr val="bg1"/>
                          </a:solidFill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注文ID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 err="1">
                          <a:solidFill>
                            <a:schemeClr val="bg1"/>
                          </a:solidFill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ユーザ</a:t>
                      </a:r>
                      <a:endParaRPr lang="en-JP" sz="1800" dirty="0">
                        <a:solidFill>
                          <a:schemeClr val="bg1"/>
                        </a:solidFill>
                        <a:latin typeface="IPAPGothic" panose="020B0500000000000000" pitchFamily="34" charset="-128"/>
                        <a:ea typeface="IPAPGothic" panose="020B0500000000000000" pitchFamily="34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solidFill>
                            <a:schemeClr val="bg1"/>
                          </a:solidFill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商品名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solidFill>
                            <a:schemeClr val="bg1"/>
                          </a:solidFill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単価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solidFill>
                            <a:schemeClr val="bg1"/>
                          </a:solidFill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数量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480211"/>
                  </a:ext>
                </a:extLst>
              </a:tr>
              <a:tr h="477118"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O1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U1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はーいお茶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130</a:t>
                      </a:r>
                      <a:endParaRPr lang="en-JP" sz="1800" dirty="0">
                        <a:latin typeface="IPAPGothic" panose="020B0500000000000000" pitchFamily="34" charset="-128"/>
                        <a:ea typeface="IPAPGothic" panose="020B0500000000000000" pitchFamily="34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3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53867983"/>
                  </a:ext>
                </a:extLst>
              </a:tr>
              <a:tr h="477118"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O2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U1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きのこの里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230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2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80110813"/>
                  </a:ext>
                </a:extLst>
              </a:tr>
              <a:tr h="477118"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O3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U2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のど飴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170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1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12437338"/>
                  </a:ext>
                </a:extLst>
              </a:tr>
              <a:tr h="477118"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O4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U2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きのこの里</a:t>
                      </a:r>
                      <a:endParaRPr lang="en-JP" sz="1800" dirty="0">
                        <a:latin typeface="IPAPGothic" panose="020B0500000000000000" pitchFamily="34" charset="-128"/>
                        <a:ea typeface="IPAPGothic" panose="020B0500000000000000" pitchFamily="34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230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1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57189008"/>
                  </a:ext>
                </a:extLst>
              </a:tr>
              <a:tr h="477118"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O5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U3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 err="1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はーいお茶</a:t>
                      </a:r>
                      <a:endParaRPr lang="en-JP" sz="1800" dirty="0">
                        <a:latin typeface="IPAPGothic" panose="020B0500000000000000" pitchFamily="34" charset="-128"/>
                        <a:ea typeface="IPAPGothic" panose="020B0500000000000000" pitchFamily="34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130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1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93764845"/>
                  </a:ext>
                </a:extLst>
              </a:tr>
              <a:tr h="477118"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O6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U4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タケノコの山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200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1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1047392"/>
                  </a:ext>
                </a:extLst>
              </a:tr>
            </a:tbl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721F3F22-C9AF-1223-37DB-D09A868197B5}"/>
              </a:ext>
            </a:extLst>
          </p:cNvPr>
          <p:cNvSpPr txBox="1"/>
          <p:nvPr/>
        </p:nvSpPr>
        <p:spPr>
          <a:xfrm>
            <a:off x="64902" y="84749"/>
            <a:ext cx="697627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注文</a:t>
            </a:r>
          </a:p>
        </p:txBody>
      </p:sp>
    </p:spTree>
    <p:extLst>
      <p:ext uri="{BB962C8B-B14F-4D97-AF65-F5344CB8AC3E}">
        <p14:creationId xmlns:p14="http://schemas.microsoft.com/office/powerpoint/2010/main" val="2442373352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F051C44D-38AC-9AB8-68B8-1DF11D09779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4014732"/>
              </p:ext>
            </p:extLst>
          </p:nvPr>
        </p:nvGraphicFramePr>
        <p:xfrm>
          <a:off x="7097595" y="1065441"/>
          <a:ext cx="2041173" cy="231372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51868">
                  <a:extLst>
                    <a:ext uri="{9D8B030D-6E8A-4147-A177-3AD203B41FA5}">
                      <a16:colId xmlns:a16="http://schemas.microsoft.com/office/drawing/2014/main" val="637503006"/>
                    </a:ext>
                  </a:extLst>
                </a:gridCol>
                <a:gridCol w="689305">
                  <a:extLst>
                    <a:ext uri="{9D8B030D-6E8A-4147-A177-3AD203B41FA5}">
                      <a16:colId xmlns:a16="http://schemas.microsoft.com/office/drawing/2014/main" val="3612789214"/>
                    </a:ext>
                  </a:extLst>
                </a:gridCol>
              </a:tblGrid>
              <a:tr h="405255">
                <a:tc>
                  <a:txBody>
                    <a:bodyPr/>
                    <a:lstStyle/>
                    <a:p>
                      <a:r>
                        <a:rPr lang="en-JP" sz="1800" dirty="0">
                          <a:solidFill>
                            <a:schemeClr val="bg1"/>
                          </a:solidFill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商品名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solidFill>
                            <a:schemeClr val="bg1"/>
                          </a:solidFill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単価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480211"/>
                  </a:ext>
                </a:extLst>
              </a:tr>
              <a:tr h="477118"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はーいお茶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>
                        <a:lumMod val="65000"/>
                        <a:alpha val="29804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130</a:t>
                      </a:r>
                      <a:endParaRPr lang="en-JP" sz="1800" dirty="0">
                        <a:latin typeface="IPAPGothic" panose="020B0500000000000000" pitchFamily="34" charset="-128"/>
                        <a:ea typeface="IPAPGothic" panose="020B0500000000000000" pitchFamily="34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>
                        <a:lumMod val="65000"/>
                        <a:alpha val="29804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53867983"/>
                  </a:ext>
                </a:extLst>
              </a:tr>
              <a:tr h="477118"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きのこの里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alpha val="29804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230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alpha val="29804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80110813"/>
                  </a:ext>
                </a:extLst>
              </a:tr>
              <a:tr h="477118"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のど飴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65000"/>
                        <a:alpha val="3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170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65000"/>
                        <a:alpha val="3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12437338"/>
                  </a:ext>
                </a:extLst>
              </a:tr>
              <a:tr h="477118"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タケノコの山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200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1047392"/>
                  </a:ext>
                </a:extLst>
              </a:tr>
            </a:tbl>
          </a:graphicData>
        </a:graphic>
      </p:graphicFrame>
      <p:sp>
        <p:nvSpPr>
          <p:cNvPr id="5" name="Right Arrow 4">
            <a:extLst>
              <a:ext uri="{FF2B5EF4-FFF2-40B4-BE49-F238E27FC236}">
                <a16:creationId xmlns:a16="http://schemas.microsoft.com/office/drawing/2014/main" id="{6C2F2747-CEE6-DCCA-9B5C-DC358DBF6B27}"/>
              </a:ext>
            </a:extLst>
          </p:cNvPr>
          <p:cNvSpPr/>
          <p:nvPr/>
        </p:nvSpPr>
        <p:spPr>
          <a:xfrm>
            <a:off x="4894757" y="2043418"/>
            <a:ext cx="2041171" cy="445322"/>
          </a:xfrm>
          <a:prstGeom prst="rightArrow">
            <a:avLst>
              <a:gd name="adj1" fmla="val 40425"/>
              <a:gd name="adj2" fmla="val 69062"/>
            </a:avLst>
          </a:prstGeom>
          <a:solidFill>
            <a:srgbClr val="BA1C47">
              <a:alpha val="50196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350">
              <a:solidFill>
                <a:srgbClr val="0070C0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988963F-ED78-3B3F-ACBA-B4B797C4E308}"/>
              </a:ext>
            </a:extLst>
          </p:cNvPr>
          <p:cNvSpPr txBox="1"/>
          <p:nvPr/>
        </p:nvSpPr>
        <p:spPr>
          <a:xfrm>
            <a:off x="4708801" y="1027758"/>
            <a:ext cx="2387192" cy="101527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0070C0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SELECT</a:t>
            </a:r>
            <a:r>
              <a:rPr lang="en-US" sz="1999" dirty="0">
                <a:solidFill>
                  <a:srgbClr val="0070C0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 </a:t>
            </a:r>
            <a:r>
              <a:rPr lang="en-US" sz="1999" b="1" dirty="0">
                <a:solidFill>
                  <a:srgbClr val="BA1C47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DISTINCT</a:t>
            </a:r>
            <a:r>
              <a:rPr lang="en-JP" sz="1999" dirty="0">
                <a:solidFill>
                  <a:srgbClr val="BA1C47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 </a:t>
            </a:r>
          </a:p>
          <a:p>
            <a:pPr algn="l"/>
            <a:r>
              <a:rPr lang="ja-JP" altLang="en-US" sz="1999">
                <a:solidFill>
                  <a:srgbClr val="00205B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　</a:t>
            </a:r>
            <a:r>
              <a:rPr lang="en-JP" sz="1999" dirty="0"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商品名</a:t>
            </a:r>
            <a:r>
              <a:rPr lang="en-US" altLang="ja-JP" sz="1999" dirty="0"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, </a:t>
            </a:r>
            <a:r>
              <a:rPr lang="ja-JP" altLang="en-US" sz="1999"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単価</a:t>
            </a:r>
            <a:r>
              <a:rPr lang="en-US" altLang="ja-JP" sz="1999" dirty="0"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 </a:t>
            </a:r>
          </a:p>
          <a:p>
            <a:pPr algn="l"/>
            <a:r>
              <a:rPr lang="en-US" altLang="ja-JP" sz="1999" dirty="0">
                <a:solidFill>
                  <a:srgbClr val="0070C0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FROM</a:t>
            </a:r>
            <a:r>
              <a:rPr lang="en-US" altLang="ja-JP" sz="1999" dirty="0">
                <a:solidFill>
                  <a:srgbClr val="00205B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 </a:t>
            </a:r>
            <a:r>
              <a:rPr lang="ja-JP" altLang="en-US" sz="1999">
                <a:solidFill>
                  <a:srgbClr val="00205B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注文</a:t>
            </a:r>
            <a:r>
              <a:rPr lang="en-US" altLang="ja-JP" sz="1999" dirty="0"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;</a:t>
            </a:r>
            <a:endParaRPr lang="en-JP" sz="1999" dirty="0" err="1">
              <a:latin typeface="Noto Sans CJK JP Regular" panose="020B0500000000000000" pitchFamily="34" charset="-128"/>
              <a:ea typeface="Noto Sans CJK JP Regular" panose="020B0500000000000000" pitchFamily="34" charset="-128"/>
              <a:cs typeface="IPAPGothic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CCCAAE6-4D08-57C3-B158-D05E7EE40C27}"/>
              </a:ext>
            </a:extLst>
          </p:cNvPr>
          <p:cNvSpPr txBox="1"/>
          <p:nvPr/>
        </p:nvSpPr>
        <p:spPr>
          <a:xfrm>
            <a:off x="4855748" y="4140982"/>
            <a:ext cx="3262433" cy="46153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JP" sz="2399" dirty="0">
                <a:solidFill>
                  <a:srgbClr val="BA1C47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重複するタプルがない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7664973B-E300-3AED-3412-893776AA5065}"/>
              </a:ext>
            </a:extLst>
          </p:cNvPr>
          <p:cNvCxnSpPr>
            <a:cxnSpLocks/>
          </p:cNvCxnSpPr>
          <p:nvPr/>
        </p:nvCxnSpPr>
        <p:spPr>
          <a:xfrm flipV="1">
            <a:off x="6397822" y="3359343"/>
            <a:ext cx="416034" cy="709605"/>
          </a:xfrm>
          <a:prstGeom prst="straightConnector1">
            <a:avLst/>
          </a:prstGeom>
          <a:ln w="57150">
            <a:solidFill>
              <a:srgbClr val="BA1C47"/>
            </a:solidFill>
            <a:prstDash val="sysDot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B8D2DDE5-3F07-ECB5-584A-A8CA66BF52F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87172924"/>
              </p:ext>
            </p:extLst>
          </p:nvPr>
        </p:nvGraphicFramePr>
        <p:xfrm>
          <a:off x="64901" y="494943"/>
          <a:ext cx="4596639" cy="326796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49351">
                  <a:extLst>
                    <a:ext uri="{9D8B030D-6E8A-4147-A177-3AD203B41FA5}">
                      <a16:colId xmlns:a16="http://schemas.microsoft.com/office/drawing/2014/main" val="3952751086"/>
                    </a:ext>
                  </a:extLst>
                </a:gridCol>
                <a:gridCol w="916810">
                  <a:extLst>
                    <a:ext uri="{9D8B030D-6E8A-4147-A177-3AD203B41FA5}">
                      <a16:colId xmlns:a16="http://schemas.microsoft.com/office/drawing/2014/main" val="2450533959"/>
                    </a:ext>
                  </a:extLst>
                </a:gridCol>
                <a:gridCol w="1351868">
                  <a:extLst>
                    <a:ext uri="{9D8B030D-6E8A-4147-A177-3AD203B41FA5}">
                      <a16:colId xmlns:a16="http://schemas.microsoft.com/office/drawing/2014/main" val="637503006"/>
                    </a:ext>
                  </a:extLst>
                </a:gridCol>
                <a:gridCol w="689305">
                  <a:extLst>
                    <a:ext uri="{9D8B030D-6E8A-4147-A177-3AD203B41FA5}">
                      <a16:colId xmlns:a16="http://schemas.microsoft.com/office/drawing/2014/main" val="3612789214"/>
                    </a:ext>
                  </a:extLst>
                </a:gridCol>
                <a:gridCol w="689305">
                  <a:extLst>
                    <a:ext uri="{9D8B030D-6E8A-4147-A177-3AD203B41FA5}">
                      <a16:colId xmlns:a16="http://schemas.microsoft.com/office/drawing/2014/main" val="3002757581"/>
                    </a:ext>
                  </a:extLst>
                </a:gridCol>
              </a:tblGrid>
              <a:tr h="405255">
                <a:tc>
                  <a:txBody>
                    <a:bodyPr/>
                    <a:lstStyle/>
                    <a:p>
                      <a:r>
                        <a:rPr lang="en-JP" sz="1800" dirty="0">
                          <a:solidFill>
                            <a:schemeClr val="bg1"/>
                          </a:solidFill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注文ID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 err="1">
                          <a:solidFill>
                            <a:schemeClr val="bg1"/>
                          </a:solidFill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ユーザ</a:t>
                      </a:r>
                      <a:endParaRPr lang="en-JP" sz="1800" dirty="0">
                        <a:solidFill>
                          <a:schemeClr val="bg1"/>
                        </a:solidFill>
                        <a:latin typeface="IPAPGothic" panose="020B0500000000000000" pitchFamily="34" charset="-128"/>
                        <a:ea typeface="IPAPGothic" panose="020B0500000000000000" pitchFamily="34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solidFill>
                            <a:schemeClr val="bg1"/>
                          </a:solidFill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商品名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solidFill>
                            <a:schemeClr val="bg1"/>
                          </a:solidFill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単価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solidFill>
                            <a:schemeClr val="bg1"/>
                          </a:solidFill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数量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480211"/>
                  </a:ext>
                </a:extLst>
              </a:tr>
              <a:tr h="477118"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O1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U1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はーいお茶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130</a:t>
                      </a:r>
                      <a:endParaRPr lang="en-JP" sz="1800" dirty="0">
                        <a:latin typeface="IPAPGothic" panose="020B0500000000000000" pitchFamily="34" charset="-128"/>
                        <a:ea typeface="IPAPGothic" panose="020B0500000000000000" pitchFamily="34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3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53867983"/>
                  </a:ext>
                </a:extLst>
              </a:tr>
              <a:tr h="477118"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O2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U1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きのこの里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230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2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80110813"/>
                  </a:ext>
                </a:extLst>
              </a:tr>
              <a:tr h="477118"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O3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U2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のど飴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170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1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12437338"/>
                  </a:ext>
                </a:extLst>
              </a:tr>
              <a:tr h="477118"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O4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U2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きのこの里</a:t>
                      </a:r>
                      <a:endParaRPr lang="en-JP" sz="1800" dirty="0">
                        <a:latin typeface="IPAPGothic" panose="020B0500000000000000" pitchFamily="34" charset="-128"/>
                        <a:ea typeface="IPAPGothic" panose="020B0500000000000000" pitchFamily="34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230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1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57189008"/>
                  </a:ext>
                </a:extLst>
              </a:tr>
              <a:tr h="477118"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O5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U3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 err="1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はーいお茶</a:t>
                      </a:r>
                      <a:endParaRPr lang="en-JP" sz="1800" dirty="0">
                        <a:latin typeface="IPAPGothic" panose="020B0500000000000000" pitchFamily="34" charset="-128"/>
                        <a:ea typeface="IPAPGothic" panose="020B0500000000000000" pitchFamily="34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130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1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93764845"/>
                  </a:ext>
                </a:extLst>
              </a:tr>
              <a:tr h="477118"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O6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U4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タケノコの山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200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1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1047392"/>
                  </a:ext>
                </a:extLst>
              </a:tr>
            </a:tbl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A817095A-D777-A39A-CC85-3D02F1F1A1F4}"/>
              </a:ext>
            </a:extLst>
          </p:cNvPr>
          <p:cNvSpPr txBox="1"/>
          <p:nvPr/>
        </p:nvSpPr>
        <p:spPr>
          <a:xfrm>
            <a:off x="64902" y="84749"/>
            <a:ext cx="697627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注文</a:t>
            </a:r>
          </a:p>
        </p:txBody>
      </p:sp>
    </p:spTree>
    <p:extLst>
      <p:ext uri="{BB962C8B-B14F-4D97-AF65-F5344CB8AC3E}">
        <p14:creationId xmlns:p14="http://schemas.microsoft.com/office/powerpoint/2010/main" val="997266944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0508173E-7EF7-7408-1F2C-D36591651FE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03365494"/>
              </p:ext>
            </p:extLst>
          </p:nvPr>
        </p:nvGraphicFramePr>
        <p:xfrm>
          <a:off x="1141359" y="827593"/>
          <a:ext cx="5023711" cy="3745081"/>
        </p:xfrm>
        <a:graphic>
          <a:graphicData uri="http://schemas.openxmlformats.org/drawingml/2006/table">
            <a:tbl>
              <a:tblPr firstRow="1" bandRow="1">
                <a:solidFill>
                  <a:srgbClr val="BA1C47">
                    <a:alpha val="29804"/>
                  </a:srgbClr>
                </a:solidFill>
                <a:tableStyleId>{5C22544A-7EE6-4342-B048-85BDC9FD1C3A}</a:tableStyleId>
              </a:tblPr>
              <a:tblGrid>
                <a:gridCol w="949351">
                  <a:extLst>
                    <a:ext uri="{9D8B030D-6E8A-4147-A177-3AD203B41FA5}">
                      <a16:colId xmlns:a16="http://schemas.microsoft.com/office/drawing/2014/main" val="3952751086"/>
                    </a:ext>
                  </a:extLst>
                </a:gridCol>
                <a:gridCol w="916810">
                  <a:extLst>
                    <a:ext uri="{9D8B030D-6E8A-4147-A177-3AD203B41FA5}">
                      <a16:colId xmlns:a16="http://schemas.microsoft.com/office/drawing/2014/main" val="2450533959"/>
                    </a:ext>
                  </a:extLst>
                </a:gridCol>
                <a:gridCol w="1683385">
                  <a:extLst>
                    <a:ext uri="{9D8B030D-6E8A-4147-A177-3AD203B41FA5}">
                      <a16:colId xmlns:a16="http://schemas.microsoft.com/office/drawing/2014/main" val="637503006"/>
                    </a:ext>
                  </a:extLst>
                </a:gridCol>
                <a:gridCol w="689305">
                  <a:extLst>
                    <a:ext uri="{9D8B030D-6E8A-4147-A177-3AD203B41FA5}">
                      <a16:colId xmlns:a16="http://schemas.microsoft.com/office/drawing/2014/main" val="3612789214"/>
                    </a:ext>
                  </a:extLst>
                </a:gridCol>
                <a:gridCol w="784860">
                  <a:extLst>
                    <a:ext uri="{9D8B030D-6E8A-4147-A177-3AD203B41FA5}">
                      <a16:colId xmlns:a16="http://schemas.microsoft.com/office/drawing/2014/main" val="3002757581"/>
                    </a:ext>
                  </a:extLst>
                </a:gridCol>
              </a:tblGrid>
              <a:tr h="405255">
                <a:tc>
                  <a:txBody>
                    <a:bodyPr/>
                    <a:lstStyle/>
                    <a:p>
                      <a:r>
                        <a:rPr lang="en-JP" sz="1800" dirty="0">
                          <a:solidFill>
                            <a:schemeClr val="bg1"/>
                          </a:solidFill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注文ID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 err="1">
                          <a:solidFill>
                            <a:schemeClr val="bg1"/>
                          </a:solidFill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ユーザ</a:t>
                      </a:r>
                      <a:endParaRPr lang="en-JP" sz="1800" dirty="0">
                        <a:solidFill>
                          <a:schemeClr val="bg1"/>
                        </a:solidFill>
                        <a:latin typeface="IPAPGothic" panose="020B0500000000000000" pitchFamily="34" charset="-128"/>
                        <a:ea typeface="IPAPGothic" panose="020B0500000000000000" pitchFamily="34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solidFill>
                            <a:schemeClr val="bg1"/>
                          </a:solidFill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商品名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solidFill>
                            <a:schemeClr val="bg1"/>
                          </a:solidFill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単価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solidFill>
                            <a:schemeClr val="bg1"/>
                          </a:solidFill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数量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480211"/>
                  </a:ext>
                </a:extLst>
              </a:tr>
              <a:tr h="477118"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O1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U1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はーいお茶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130</a:t>
                      </a:r>
                      <a:endParaRPr lang="en-JP" sz="1800" dirty="0">
                        <a:latin typeface="IPAPGothic" panose="020B0500000000000000" pitchFamily="34" charset="-128"/>
                        <a:ea typeface="IPAPGothic" panose="020B0500000000000000" pitchFamily="34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3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53867983"/>
                  </a:ext>
                </a:extLst>
              </a:tr>
              <a:tr h="477118"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O2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U1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きのこの里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230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2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80110813"/>
                  </a:ext>
                </a:extLst>
              </a:tr>
              <a:tr h="477118"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O3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U2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のど飴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170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1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12437338"/>
                  </a:ext>
                </a:extLst>
              </a:tr>
              <a:tr h="477118"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O4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U2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きのこの里</a:t>
                      </a:r>
                      <a:endParaRPr lang="en-JP" sz="1800" dirty="0">
                        <a:latin typeface="IPAPGothic" panose="020B0500000000000000" pitchFamily="34" charset="-128"/>
                        <a:ea typeface="IPAPGothic" panose="020B0500000000000000" pitchFamily="34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230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1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57189008"/>
                  </a:ext>
                </a:extLst>
              </a:tr>
              <a:tr h="477118"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O5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U3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 err="1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はーいお茶</a:t>
                      </a:r>
                      <a:endParaRPr lang="en-JP" sz="1800" dirty="0">
                        <a:latin typeface="IPAPGothic" panose="020B0500000000000000" pitchFamily="34" charset="-128"/>
                        <a:ea typeface="IPAPGothic" panose="020B0500000000000000" pitchFamily="34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130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1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93764845"/>
                  </a:ext>
                </a:extLst>
              </a:tr>
              <a:tr h="477118"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O6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U4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タケノコの山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200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1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1047392"/>
                  </a:ext>
                </a:extLst>
              </a:tr>
              <a:tr h="477118">
                <a:tc>
                  <a:txBody>
                    <a:bodyPr/>
                    <a:lstStyle/>
                    <a:p>
                      <a:r>
                        <a:rPr lang="en-JP" sz="1800" dirty="0">
                          <a:solidFill>
                            <a:schemeClr val="accent2">
                              <a:lumMod val="20000"/>
                              <a:lumOff val="80000"/>
                            </a:schemeClr>
                          </a:solidFill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NULL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solidFill>
                            <a:schemeClr val="accent2">
                              <a:lumMod val="20000"/>
                              <a:lumOff val="80000"/>
                            </a:schemeClr>
                          </a:solidFill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NULL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たきのこの里山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250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solidFill>
                            <a:schemeClr val="accent2">
                              <a:lumMod val="20000"/>
                              <a:lumOff val="80000"/>
                            </a:schemeClr>
                          </a:solidFill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NULL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31342472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9505C26F-E5BC-D7A8-EEE4-5661DB65097C}"/>
              </a:ext>
            </a:extLst>
          </p:cNvPr>
          <p:cNvSpPr txBox="1"/>
          <p:nvPr/>
        </p:nvSpPr>
        <p:spPr>
          <a:xfrm>
            <a:off x="1141364" y="417399"/>
            <a:ext cx="697627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注文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8D42654-EAC2-EACE-2A0E-AF5E9478281B}"/>
              </a:ext>
            </a:extLst>
          </p:cNvPr>
          <p:cNvSpPr txBox="1"/>
          <p:nvPr/>
        </p:nvSpPr>
        <p:spPr>
          <a:xfrm>
            <a:off x="6516220" y="4155928"/>
            <a:ext cx="1723549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BA1C47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キー制約違反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4BAEBCF8-DA31-0D8D-F28B-072D9D737C9B}"/>
              </a:ext>
            </a:extLst>
          </p:cNvPr>
          <p:cNvCxnSpPr/>
          <p:nvPr/>
        </p:nvCxnSpPr>
        <p:spPr>
          <a:xfrm>
            <a:off x="6156177" y="4355980"/>
            <a:ext cx="360040" cy="0"/>
          </a:xfrm>
          <a:prstGeom prst="straightConnector1">
            <a:avLst/>
          </a:prstGeom>
          <a:ln w="38100">
            <a:solidFill>
              <a:srgbClr val="BA1C47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57941793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0508173E-7EF7-7408-1F2C-D36591651FE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74872930"/>
              </p:ext>
            </p:extLst>
          </p:nvPr>
        </p:nvGraphicFramePr>
        <p:xfrm>
          <a:off x="1141359" y="827593"/>
          <a:ext cx="5023711" cy="2790845"/>
        </p:xfrm>
        <a:graphic>
          <a:graphicData uri="http://schemas.openxmlformats.org/drawingml/2006/table">
            <a:tbl>
              <a:tblPr firstRow="1" bandRow="1">
                <a:noFill/>
                <a:tableStyleId>{5C22544A-7EE6-4342-B048-85BDC9FD1C3A}</a:tableStyleId>
              </a:tblPr>
              <a:tblGrid>
                <a:gridCol w="949351">
                  <a:extLst>
                    <a:ext uri="{9D8B030D-6E8A-4147-A177-3AD203B41FA5}">
                      <a16:colId xmlns:a16="http://schemas.microsoft.com/office/drawing/2014/main" val="3952751086"/>
                    </a:ext>
                  </a:extLst>
                </a:gridCol>
                <a:gridCol w="916810">
                  <a:extLst>
                    <a:ext uri="{9D8B030D-6E8A-4147-A177-3AD203B41FA5}">
                      <a16:colId xmlns:a16="http://schemas.microsoft.com/office/drawing/2014/main" val="2450533959"/>
                    </a:ext>
                  </a:extLst>
                </a:gridCol>
                <a:gridCol w="1683385">
                  <a:extLst>
                    <a:ext uri="{9D8B030D-6E8A-4147-A177-3AD203B41FA5}">
                      <a16:colId xmlns:a16="http://schemas.microsoft.com/office/drawing/2014/main" val="637503006"/>
                    </a:ext>
                  </a:extLst>
                </a:gridCol>
                <a:gridCol w="689305">
                  <a:extLst>
                    <a:ext uri="{9D8B030D-6E8A-4147-A177-3AD203B41FA5}">
                      <a16:colId xmlns:a16="http://schemas.microsoft.com/office/drawing/2014/main" val="3612789214"/>
                    </a:ext>
                  </a:extLst>
                </a:gridCol>
                <a:gridCol w="784860">
                  <a:extLst>
                    <a:ext uri="{9D8B030D-6E8A-4147-A177-3AD203B41FA5}">
                      <a16:colId xmlns:a16="http://schemas.microsoft.com/office/drawing/2014/main" val="3002757581"/>
                    </a:ext>
                  </a:extLst>
                </a:gridCol>
              </a:tblGrid>
              <a:tr h="405255">
                <a:tc>
                  <a:txBody>
                    <a:bodyPr/>
                    <a:lstStyle/>
                    <a:p>
                      <a:r>
                        <a:rPr lang="en-JP" sz="1800" dirty="0">
                          <a:solidFill>
                            <a:schemeClr val="bg1"/>
                          </a:solidFill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注文ID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 err="1">
                          <a:solidFill>
                            <a:schemeClr val="bg1"/>
                          </a:solidFill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ユーザ</a:t>
                      </a:r>
                      <a:endParaRPr lang="en-JP" sz="1800" dirty="0">
                        <a:solidFill>
                          <a:schemeClr val="bg1"/>
                        </a:solidFill>
                        <a:latin typeface="IPAPGothic" panose="020B0500000000000000" pitchFamily="34" charset="-128"/>
                        <a:ea typeface="IPAPGothic" panose="020B0500000000000000" pitchFamily="34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solidFill>
                            <a:schemeClr val="bg1"/>
                          </a:solidFill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商品名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solidFill>
                            <a:schemeClr val="bg1"/>
                          </a:solidFill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単価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solidFill>
                            <a:schemeClr val="bg1"/>
                          </a:solidFill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数量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480211"/>
                  </a:ext>
                </a:extLst>
              </a:tr>
              <a:tr h="477118"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O1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U1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はーいお茶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130</a:t>
                      </a:r>
                      <a:endParaRPr lang="en-JP" sz="1800" dirty="0">
                        <a:latin typeface="IPAPGothic" panose="020B0500000000000000" pitchFamily="34" charset="-128"/>
                        <a:ea typeface="IPAPGothic" panose="020B0500000000000000" pitchFamily="34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3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53867983"/>
                  </a:ext>
                </a:extLst>
              </a:tr>
              <a:tr h="477118"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O2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U1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きのこの里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230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2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80110813"/>
                  </a:ext>
                </a:extLst>
              </a:tr>
              <a:tr h="477118"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O4</a:t>
                      </a:r>
                    </a:p>
                  </a:txBody>
                  <a:tcPr marL="68580" marR="68580" marT="34291" marB="34291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U2</a:t>
                      </a:r>
                    </a:p>
                  </a:txBody>
                  <a:tcPr marL="68580" marR="68580" marT="34291" marB="34291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きのこの里</a:t>
                      </a:r>
                    </a:p>
                  </a:txBody>
                  <a:tcPr marL="68580" marR="68580" marT="34291" marB="34291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230</a:t>
                      </a:r>
                    </a:p>
                  </a:txBody>
                  <a:tcPr marL="68580" marR="68580" marT="34291" marB="34291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1</a:t>
                      </a:r>
                    </a:p>
                  </a:txBody>
                  <a:tcPr marL="68580" marR="68580" marT="34291" marB="34291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57189008"/>
                  </a:ext>
                </a:extLst>
              </a:tr>
              <a:tr h="477118"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O5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U3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 err="1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はーいお茶</a:t>
                      </a:r>
                      <a:endParaRPr lang="en-JP" sz="1800" dirty="0">
                        <a:latin typeface="IPAPGothic" panose="020B0500000000000000" pitchFamily="34" charset="-128"/>
                        <a:ea typeface="IPAPGothic" panose="020B0500000000000000" pitchFamily="34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130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1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93764845"/>
                  </a:ext>
                </a:extLst>
              </a:tr>
              <a:tr h="477118"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O6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U4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タケノコの山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200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1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91047392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9505C26F-E5BC-D7A8-EEE4-5661DB65097C}"/>
              </a:ext>
            </a:extLst>
          </p:cNvPr>
          <p:cNvSpPr txBox="1"/>
          <p:nvPr/>
        </p:nvSpPr>
        <p:spPr>
          <a:xfrm>
            <a:off x="1141364" y="417399"/>
            <a:ext cx="697627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注文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8D42654-EAC2-EACE-2A0E-AF5E9478281B}"/>
              </a:ext>
            </a:extLst>
          </p:cNvPr>
          <p:cNvSpPr txBox="1"/>
          <p:nvPr/>
        </p:nvSpPr>
        <p:spPr>
          <a:xfrm>
            <a:off x="1547669" y="4253639"/>
            <a:ext cx="4459875" cy="7076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BA1C47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「170円ののど飴を取り扱っている」</a:t>
            </a:r>
          </a:p>
          <a:p>
            <a:pPr algn="l"/>
            <a:r>
              <a:rPr lang="en-JP" sz="1999" dirty="0">
                <a:solidFill>
                  <a:srgbClr val="BA1C47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  という情報が失わてしまった!!</a:t>
            </a:r>
          </a:p>
        </p:txBody>
      </p:sp>
      <p:sp>
        <p:nvSpPr>
          <p:cNvPr id="7" name="Right Arrow 6">
            <a:extLst>
              <a:ext uri="{FF2B5EF4-FFF2-40B4-BE49-F238E27FC236}">
                <a16:creationId xmlns:a16="http://schemas.microsoft.com/office/drawing/2014/main" id="{91AF6E06-E109-F308-4150-75EE58610F64}"/>
              </a:ext>
            </a:extLst>
          </p:cNvPr>
          <p:cNvSpPr/>
          <p:nvPr/>
        </p:nvSpPr>
        <p:spPr>
          <a:xfrm rot="5400000">
            <a:off x="3445454" y="3728650"/>
            <a:ext cx="488301" cy="445322"/>
          </a:xfrm>
          <a:prstGeom prst="rightArrow">
            <a:avLst>
              <a:gd name="adj1" fmla="val 40425"/>
              <a:gd name="adj2" fmla="val 53662"/>
            </a:avLst>
          </a:prstGeom>
          <a:solidFill>
            <a:srgbClr val="BA1C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350"/>
          </a:p>
        </p:txBody>
      </p:sp>
    </p:spTree>
    <p:extLst>
      <p:ext uri="{BB962C8B-B14F-4D97-AF65-F5344CB8AC3E}">
        <p14:creationId xmlns:p14="http://schemas.microsoft.com/office/powerpoint/2010/main" val="2524660117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0508173E-7EF7-7408-1F2C-D36591651FE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94656921"/>
              </p:ext>
            </p:extLst>
          </p:nvPr>
        </p:nvGraphicFramePr>
        <p:xfrm>
          <a:off x="1067565" y="1229582"/>
          <a:ext cx="4596639" cy="326796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49351">
                  <a:extLst>
                    <a:ext uri="{9D8B030D-6E8A-4147-A177-3AD203B41FA5}">
                      <a16:colId xmlns:a16="http://schemas.microsoft.com/office/drawing/2014/main" val="3952751086"/>
                    </a:ext>
                  </a:extLst>
                </a:gridCol>
                <a:gridCol w="916810">
                  <a:extLst>
                    <a:ext uri="{9D8B030D-6E8A-4147-A177-3AD203B41FA5}">
                      <a16:colId xmlns:a16="http://schemas.microsoft.com/office/drawing/2014/main" val="2450533959"/>
                    </a:ext>
                  </a:extLst>
                </a:gridCol>
                <a:gridCol w="1351868">
                  <a:extLst>
                    <a:ext uri="{9D8B030D-6E8A-4147-A177-3AD203B41FA5}">
                      <a16:colId xmlns:a16="http://schemas.microsoft.com/office/drawing/2014/main" val="637503006"/>
                    </a:ext>
                  </a:extLst>
                </a:gridCol>
                <a:gridCol w="689305">
                  <a:extLst>
                    <a:ext uri="{9D8B030D-6E8A-4147-A177-3AD203B41FA5}">
                      <a16:colId xmlns:a16="http://schemas.microsoft.com/office/drawing/2014/main" val="3612789214"/>
                    </a:ext>
                  </a:extLst>
                </a:gridCol>
                <a:gridCol w="689305">
                  <a:extLst>
                    <a:ext uri="{9D8B030D-6E8A-4147-A177-3AD203B41FA5}">
                      <a16:colId xmlns:a16="http://schemas.microsoft.com/office/drawing/2014/main" val="3002757581"/>
                    </a:ext>
                  </a:extLst>
                </a:gridCol>
              </a:tblGrid>
              <a:tr h="405255">
                <a:tc>
                  <a:txBody>
                    <a:bodyPr/>
                    <a:lstStyle/>
                    <a:p>
                      <a:r>
                        <a:rPr lang="en-JP" sz="1800" dirty="0">
                          <a:solidFill>
                            <a:schemeClr val="bg1"/>
                          </a:solidFill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注文ID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 err="1">
                          <a:solidFill>
                            <a:schemeClr val="bg1"/>
                          </a:solidFill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ユーザ</a:t>
                      </a:r>
                      <a:endParaRPr lang="en-JP" sz="1800" dirty="0">
                        <a:solidFill>
                          <a:schemeClr val="bg1"/>
                        </a:solidFill>
                        <a:latin typeface="IPAPGothic" panose="020B0500000000000000" pitchFamily="34" charset="-128"/>
                        <a:ea typeface="IPAPGothic" panose="020B0500000000000000" pitchFamily="34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solidFill>
                            <a:schemeClr val="bg1"/>
                          </a:solidFill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商品名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solidFill>
                            <a:schemeClr val="bg1"/>
                          </a:solidFill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単価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solidFill>
                            <a:schemeClr val="bg1"/>
                          </a:solidFill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数量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480211"/>
                  </a:ext>
                </a:extLst>
              </a:tr>
              <a:tr h="477118"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O1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U1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はーいお茶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900" b="1" dirty="0">
                          <a:latin typeface="Arial" panose="020B0604020202020204" pitchFamily="34" charset="0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120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BA1C47">
                        <a:alpha val="29804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3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53867983"/>
                  </a:ext>
                </a:extLst>
              </a:tr>
              <a:tr h="477118"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O2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U1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きのこの里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230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2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80110813"/>
                  </a:ext>
                </a:extLst>
              </a:tr>
              <a:tr h="477118"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O3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U2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のど飴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170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1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12437338"/>
                  </a:ext>
                </a:extLst>
              </a:tr>
              <a:tr h="477118"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O4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U2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きのこの里</a:t>
                      </a:r>
                      <a:endParaRPr lang="en-JP" sz="1800" dirty="0">
                        <a:latin typeface="IPAPGothic" panose="020B0500000000000000" pitchFamily="34" charset="-128"/>
                        <a:ea typeface="IPAPGothic" panose="020B0500000000000000" pitchFamily="34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230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1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57189008"/>
                  </a:ext>
                </a:extLst>
              </a:tr>
              <a:tr h="477118"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O5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U3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 err="1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はーいお茶</a:t>
                      </a:r>
                      <a:endParaRPr lang="en-JP" sz="1800" dirty="0">
                        <a:latin typeface="IPAPGothic" panose="020B0500000000000000" pitchFamily="34" charset="-128"/>
                        <a:ea typeface="IPAPGothic" panose="020B0500000000000000" pitchFamily="34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900" b="1" dirty="0">
                          <a:latin typeface="Arial" panose="020B0604020202020204" pitchFamily="34" charset="0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120</a:t>
                      </a:r>
                    </a:p>
                  </a:txBody>
                  <a:tcPr marL="68580" marR="68580" marT="34291" marB="34291" anchor="ctr">
                    <a:solidFill>
                      <a:srgbClr val="BA1C47">
                        <a:alpha val="29804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1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93764845"/>
                  </a:ext>
                </a:extLst>
              </a:tr>
              <a:tr h="477118"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O6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U4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タケノコの山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200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1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1047392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9505C26F-E5BC-D7A8-EEE4-5661DB65097C}"/>
              </a:ext>
            </a:extLst>
          </p:cNvPr>
          <p:cNvSpPr txBox="1"/>
          <p:nvPr/>
        </p:nvSpPr>
        <p:spPr>
          <a:xfrm>
            <a:off x="1067564" y="819386"/>
            <a:ext cx="697627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注文</a:t>
            </a:r>
          </a:p>
        </p:txBody>
      </p:sp>
      <p:cxnSp>
        <p:nvCxnSpPr>
          <p:cNvPr id="2" name="Elbow Connector 1">
            <a:extLst>
              <a:ext uri="{FF2B5EF4-FFF2-40B4-BE49-F238E27FC236}">
                <a16:creationId xmlns:a16="http://schemas.microsoft.com/office/drawing/2014/main" id="{82D40CF2-C413-2580-C3D7-C00D386E0327}"/>
              </a:ext>
            </a:extLst>
          </p:cNvPr>
          <p:cNvCxnSpPr>
            <a:cxnSpLocks/>
            <a:stCxn id="9" idx="3"/>
            <a:endCxn id="8" idx="3"/>
          </p:cNvCxnSpPr>
          <p:nvPr/>
        </p:nvCxnSpPr>
        <p:spPr>
          <a:xfrm>
            <a:off x="4955993" y="1865294"/>
            <a:ext cx="12700" cy="1909780"/>
          </a:xfrm>
          <a:prstGeom prst="bentConnector3">
            <a:avLst>
              <a:gd name="adj1" fmla="val 4394591"/>
            </a:avLst>
          </a:prstGeom>
          <a:ln w="31750">
            <a:solidFill>
              <a:srgbClr val="BA1C4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B15DA553-32E3-3640-F801-E97A5B948F95}"/>
              </a:ext>
            </a:extLst>
          </p:cNvPr>
          <p:cNvCxnSpPr>
            <a:cxnSpLocks/>
          </p:cNvCxnSpPr>
          <p:nvPr/>
        </p:nvCxnSpPr>
        <p:spPr>
          <a:xfrm>
            <a:off x="5532056" y="2820933"/>
            <a:ext cx="408096" cy="0"/>
          </a:xfrm>
          <a:prstGeom prst="straightConnector1">
            <a:avLst/>
          </a:prstGeom>
          <a:ln w="38100">
            <a:solidFill>
              <a:srgbClr val="BA1C47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0F006B7F-E520-A034-13F0-739E029E79CF}"/>
              </a:ext>
            </a:extLst>
          </p:cNvPr>
          <p:cNvSpPr txBox="1"/>
          <p:nvPr/>
        </p:nvSpPr>
        <p:spPr>
          <a:xfrm>
            <a:off x="5940152" y="2312545"/>
            <a:ext cx="1980029" cy="101527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BA1C47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該当するものを</a:t>
            </a:r>
          </a:p>
          <a:p>
            <a:pPr algn="l"/>
            <a:r>
              <a:rPr lang="en-JP" sz="1999" dirty="0">
                <a:solidFill>
                  <a:srgbClr val="BA1C47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すべて修正する</a:t>
            </a:r>
          </a:p>
          <a:p>
            <a:pPr algn="l"/>
            <a:r>
              <a:rPr lang="en-JP" sz="1999" dirty="0">
                <a:solidFill>
                  <a:srgbClr val="BA1C47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必要があるが…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3145366-8071-C369-3A98-4DA594F7EBB1}"/>
              </a:ext>
            </a:extLst>
          </p:cNvPr>
          <p:cNvSpPr/>
          <p:nvPr/>
        </p:nvSpPr>
        <p:spPr>
          <a:xfrm>
            <a:off x="4811977" y="3667060"/>
            <a:ext cx="144017" cy="21602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082AC83-7665-8D94-0B29-FDA0566B469B}"/>
              </a:ext>
            </a:extLst>
          </p:cNvPr>
          <p:cNvSpPr/>
          <p:nvPr/>
        </p:nvSpPr>
        <p:spPr>
          <a:xfrm>
            <a:off x="4811977" y="1757280"/>
            <a:ext cx="144017" cy="21602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</p:spTree>
    <p:extLst>
      <p:ext uri="{BB962C8B-B14F-4D97-AF65-F5344CB8AC3E}">
        <p14:creationId xmlns:p14="http://schemas.microsoft.com/office/powerpoint/2010/main" val="3300062814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0508173E-7EF7-7408-1F2C-D36591651FE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91168856"/>
              </p:ext>
            </p:extLst>
          </p:nvPr>
        </p:nvGraphicFramePr>
        <p:xfrm>
          <a:off x="539552" y="1275611"/>
          <a:ext cx="3907334" cy="326796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49351">
                  <a:extLst>
                    <a:ext uri="{9D8B030D-6E8A-4147-A177-3AD203B41FA5}">
                      <a16:colId xmlns:a16="http://schemas.microsoft.com/office/drawing/2014/main" val="3952751086"/>
                    </a:ext>
                  </a:extLst>
                </a:gridCol>
                <a:gridCol w="916810">
                  <a:extLst>
                    <a:ext uri="{9D8B030D-6E8A-4147-A177-3AD203B41FA5}">
                      <a16:colId xmlns:a16="http://schemas.microsoft.com/office/drawing/2014/main" val="2450533959"/>
                    </a:ext>
                  </a:extLst>
                </a:gridCol>
                <a:gridCol w="1351868">
                  <a:extLst>
                    <a:ext uri="{9D8B030D-6E8A-4147-A177-3AD203B41FA5}">
                      <a16:colId xmlns:a16="http://schemas.microsoft.com/office/drawing/2014/main" val="637503006"/>
                    </a:ext>
                  </a:extLst>
                </a:gridCol>
                <a:gridCol w="689305">
                  <a:extLst>
                    <a:ext uri="{9D8B030D-6E8A-4147-A177-3AD203B41FA5}">
                      <a16:colId xmlns:a16="http://schemas.microsoft.com/office/drawing/2014/main" val="3002757581"/>
                    </a:ext>
                  </a:extLst>
                </a:gridCol>
              </a:tblGrid>
              <a:tr h="405255">
                <a:tc>
                  <a:txBody>
                    <a:bodyPr/>
                    <a:lstStyle/>
                    <a:p>
                      <a:r>
                        <a:rPr lang="en-JP" sz="1800" dirty="0">
                          <a:solidFill>
                            <a:schemeClr val="bg1"/>
                          </a:solidFill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注文ID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 err="1">
                          <a:solidFill>
                            <a:schemeClr val="bg1"/>
                          </a:solidFill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ユーザ</a:t>
                      </a:r>
                      <a:endParaRPr lang="en-JP" sz="1800" dirty="0">
                        <a:solidFill>
                          <a:schemeClr val="bg1"/>
                        </a:solidFill>
                        <a:latin typeface="IPAPGothic" panose="020B0500000000000000" pitchFamily="34" charset="-128"/>
                        <a:ea typeface="IPAPGothic" panose="020B0500000000000000" pitchFamily="34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solidFill>
                            <a:schemeClr val="bg1"/>
                          </a:solidFill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商品名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solidFill>
                            <a:schemeClr val="bg1"/>
                          </a:solidFill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数量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480211"/>
                  </a:ext>
                </a:extLst>
              </a:tr>
              <a:tr h="477118"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O1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U1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はーいお茶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3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53867983"/>
                  </a:ext>
                </a:extLst>
              </a:tr>
              <a:tr h="477118"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O2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U1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きのこの里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2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80110813"/>
                  </a:ext>
                </a:extLst>
              </a:tr>
              <a:tr h="477118"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O3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U2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のど飴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1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12437338"/>
                  </a:ext>
                </a:extLst>
              </a:tr>
              <a:tr h="477118"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O4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U2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きのこの里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1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57189008"/>
                  </a:ext>
                </a:extLst>
              </a:tr>
              <a:tr h="477118"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O5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U3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 err="1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はーいお茶</a:t>
                      </a:r>
                      <a:endParaRPr lang="en-JP" sz="1800" dirty="0">
                        <a:latin typeface="IPAPGothic" panose="020B0500000000000000" pitchFamily="34" charset="-128"/>
                        <a:ea typeface="IPAPGothic" panose="020B0500000000000000" pitchFamily="34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1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93764845"/>
                  </a:ext>
                </a:extLst>
              </a:tr>
              <a:tr h="477118"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O6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U4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タケノコの山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1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1047392"/>
                  </a:ext>
                </a:extLst>
              </a:tr>
            </a:tbl>
          </a:graphicData>
        </a:graphic>
      </p:graphicFrame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DA1EE233-6CBF-4014-7851-84B042E9E15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44232115"/>
              </p:ext>
            </p:extLst>
          </p:nvPr>
        </p:nvGraphicFramePr>
        <p:xfrm>
          <a:off x="5220075" y="1266142"/>
          <a:ext cx="2041173" cy="231372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51868">
                  <a:extLst>
                    <a:ext uri="{9D8B030D-6E8A-4147-A177-3AD203B41FA5}">
                      <a16:colId xmlns:a16="http://schemas.microsoft.com/office/drawing/2014/main" val="637503006"/>
                    </a:ext>
                  </a:extLst>
                </a:gridCol>
                <a:gridCol w="689305">
                  <a:extLst>
                    <a:ext uri="{9D8B030D-6E8A-4147-A177-3AD203B41FA5}">
                      <a16:colId xmlns:a16="http://schemas.microsoft.com/office/drawing/2014/main" val="3612789214"/>
                    </a:ext>
                  </a:extLst>
                </a:gridCol>
              </a:tblGrid>
              <a:tr h="405255">
                <a:tc>
                  <a:txBody>
                    <a:bodyPr/>
                    <a:lstStyle/>
                    <a:p>
                      <a:r>
                        <a:rPr lang="en-JP" sz="1800" dirty="0">
                          <a:solidFill>
                            <a:schemeClr val="bg1"/>
                          </a:solidFill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商品名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solidFill>
                            <a:schemeClr val="bg1"/>
                          </a:solidFill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単価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480211"/>
                  </a:ext>
                </a:extLst>
              </a:tr>
              <a:tr h="477118"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はーいお茶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130</a:t>
                      </a:r>
                      <a:endParaRPr lang="en-JP" sz="1800" dirty="0">
                        <a:latin typeface="IPAPGothic" panose="020B0500000000000000" pitchFamily="34" charset="-128"/>
                        <a:ea typeface="IPAPGothic" panose="020B0500000000000000" pitchFamily="34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53867983"/>
                  </a:ext>
                </a:extLst>
              </a:tr>
              <a:tr h="477118"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きのこの里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230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80110813"/>
                  </a:ext>
                </a:extLst>
              </a:tr>
              <a:tr h="477118"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のど飴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170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12437338"/>
                  </a:ext>
                </a:extLst>
              </a:tr>
              <a:tr h="477118"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タケノコの山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200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1047392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74F5DE93-9B5C-7807-8A91-08104FEF3FC4}"/>
              </a:ext>
            </a:extLst>
          </p:cNvPr>
          <p:cNvSpPr txBox="1"/>
          <p:nvPr/>
        </p:nvSpPr>
        <p:spPr>
          <a:xfrm>
            <a:off x="5115817" y="846076"/>
            <a:ext cx="697627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商品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1022E5A-8D2D-C0FE-C90F-E1C7257CC602}"/>
              </a:ext>
            </a:extLst>
          </p:cNvPr>
          <p:cNvSpPr txBox="1"/>
          <p:nvPr/>
        </p:nvSpPr>
        <p:spPr>
          <a:xfrm>
            <a:off x="467544" y="874026"/>
            <a:ext cx="1210588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注文履歴</a:t>
            </a:r>
          </a:p>
        </p:txBody>
      </p:sp>
    </p:spTree>
    <p:extLst>
      <p:ext uri="{BB962C8B-B14F-4D97-AF65-F5344CB8AC3E}">
        <p14:creationId xmlns:p14="http://schemas.microsoft.com/office/powerpoint/2010/main" val="579938932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47E0C7-E78D-1EE5-77D6-BBBC0EAEF9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28A401E8-9A68-201B-42DC-B57B423D219A}"/>
              </a:ext>
            </a:extLst>
          </p:cNvPr>
          <p:cNvGraphicFramePr>
            <a:graphicFrameLocks noGrp="1"/>
          </p:cNvGraphicFramePr>
          <p:nvPr/>
        </p:nvGraphicFramePr>
        <p:xfrm>
          <a:off x="539552" y="1275611"/>
          <a:ext cx="3907334" cy="326796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49351">
                  <a:extLst>
                    <a:ext uri="{9D8B030D-6E8A-4147-A177-3AD203B41FA5}">
                      <a16:colId xmlns:a16="http://schemas.microsoft.com/office/drawing/2014/main" val="3952751086"/>
                    </a:ext>
                  </a:extLst>
                </a:gridCol>
                <a:gridCol w="916810">
                  <a:extLst>
                    <a:ext uri="{9D8B030D-6E8A-4147-A177-3AD203B41FA5}">
                      <a16:colId xmlns:a16="http://schemas.microsoft.com/office/drawing/2014/main" val="2450533959"/>
                    </a:ext>
                  </a:extLst>
                </a:gridCol>
                <a:gridCol w="1351868">
                  <a:extLst>
                    <a:ext uri="{9D8B030D-6E8A-4147-A177-3AD203B41FA5}">
                      <a16:colId xmlns:a16="http://schemas.microsoft.com/office/drawing/2014/main" val="637503006"/>
                    </a:ext>
                  </a:extLst>
                </a:gridCol>
                <a:gridCol w="689305">
                  <a:extLst>
                    <a:ext uri="{9D8B030D-6E8A-4147-A177-3AD203B41FA5}">
                      <a16:colId xmlns:a16="http://schemas.microsoft.com/office/drawing/2014/main" val="3002757581"/>
                    </a:ext>
                  </a:extLst>
                </a:gridCol>
              </a:tblGrid>
              <a:tr h="405255">
                <a:tc>
                  <a:txBody>
                    <a:bodyPr/>
                    <a:lstStyle/>
                    <a:p>
                      <a:r>
                        <a:rPr lang="en-JP" sz="1800" dirty="0">
                          <a:solidFill>
                            <a:schemeClr val="bg1"/>
                          </a:solidFill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注文ID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 err="1">
                          <a:solidFill>
                            <a:schemeClr val="bg1"/>
                          </a:solidFill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ユーザ</a:t>
                      </a:r>
                      <a:endParaRPr lang="en-JP" sz="1800" dirty="0">
                        <a:solidFill>
                          <a:schemeClr val="bg1"/>
                        </a:solidFill>
                        <a:latin typeface="IPAPGothic" panose="020B0500000000000000" pitchFamily="34" charset="-128"/>
                        <a:ea typeface="IPAPGothic" panose="020B0500000000000000" pitchFamily="34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solidFill>
                            <a:schemeClr val="bg1"/>
                          </a:solidFill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商品名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solidFill>
                            <a:schemeClr val="bg1"/>
                          </a:solidFill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数量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480211"/>
                  </a:ext>
                </a:extLst>
              </a:tr>
              <a:tr h="477118"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O1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U1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はーいお茶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3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53867983"/>
                  </a:ext>
                </a:extLst>
              </a:tr>
              <a:tr h="477118"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O2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U1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きのこの里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2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80110813"/>
                  </a:ext>
                </a:extLst>
              </a:tr>
              <a:tr h="477118"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O3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U2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のど飴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1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12437338"/>
                  </a:ext>
                </a:extLst>
              </a:tr>
              <a:tr h="477118"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O4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U2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きのこの里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1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57189008"/>
                  </a:ext>
                </a:extLst>
              </a:tr>
              <a:tr h="477118"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O5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U3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 err="1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はーいお茶</a:t>
                      </a:r>
                      <a:endParaRPr lang="en-JP" sz="1800" dirty="0">
                        <a:latin typeface="IPAPGothic" panose="020B0500000000000000" pitchFamily="34" charset="-128"/>
                        <a:ea typeface="IPAPGothic" panose="020B0500000000000000" pitchFamily="34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1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93764845"/>
                  </a:ext>
                </a:extLst>
              </a:tr>
              <a:tr h="477118"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O6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U4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タケノコの山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1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1047392"/>
                  </a:ext>
                </a:extLst>
              </a:tr>
            </a:tbl>
          </a:graphicData>
        </a:graphic>
      </p:graphicFrame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7DFDFCA6-889D-7AEC-3AE0-88B6C89A4751}"/>
              </a:ext>
            </a:extLst>
          </p:cNvPr>
          <p:cNvGraphicFramePr>
            <a:graphicFrameLocks noGrp="1"/>
          </p:cNvGraphicFramePr>
          <p:nvPr/>
        </p:nvGraphicFramePr>
        <p:xfrm>
          <a:off x="5220075" y="1266142"/>
          <a:ext cx="2041173" cy="231372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51868">
                  <a:extLst>
                    <a:ext uri="{9D8B030D-6E8A-4147-A177-3AD203B41FA5}">
                      <a16:colId xmlns:a16="http://schemas.microsoft.com/office/drawing/2014/main" val="637503006"/>
                    </a:ext>
                  </a:extLst>
                </a:gridCol>
                <a:gridCol w="689305">
                  <a:extLst>
                    <a:ext uri="{9D8B030D-6E8A-4147-A177-3AD203B41FA5}">
                      <a16:colId xmlns:a16="http://schemas.microsoft.com/office/drawing/2014/main" val="3612789214"/>
                    </a:ext>
                  </a:extLst>
                </a:gridCol>
              </a:tblGrid>
              <a:tr h="405255">
                <a:tc>
                  <a:txBody>
                    <a:bodyPr/>
                    <a:lstStyle/>
                    <a:p>
                      <a:r>
                        <a:rPr lang="en-JP" sz="1800" dirty="0">
                          <a:solidFill>
                            <a:schemeClr val="bg1"/>
                          </a:solidFill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商品名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solidFill>
                            <a:schemeClr val="bg1"/>
                          </a:solidFill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単価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480211"/>
                  </a:ext>
                </a:extLst>
              </a:tr>
              <a:tr h="477118"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はーいお茶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130</a:t>
                      </a:r>
                      <a:endParaRPr lang="en-JP" sz="1800" dirty="0">
                        <a:latin typeface="IPAPGothic" panose="020B0500000000000000" pitchFamily="34" charset="-128"/>
                        <a:ea typeface="IPAPGothic" panose="020B0500000000000000" pitchFamily="34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53867983"/>
                  </a:ext>
                </a:extLst>
              </a:tr>
              <a:tr h="477118"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きのこの里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230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80110813"/>
                  </a:ext>
                </a:extLst>
              </a:tr>
              <a:tr h="477118"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のど飴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170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12437338"/>
                  </a:ext>
                </a:extLst>
              </a:tr>
              <a:tr h="477118"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タケノコの山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200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1047392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08AD14B2-A314-F4AD-3E56-C27FC3BD233D}"/>
              </a:ext>
            </a:extLst>
          </p:cNvPr>
          <p:cNvSpPr txBox="1"/>
          <p:nvPr/>
        </p:nvSpPr>
        <p:spPr>
          <a:xfrm>
            <a:off x="395536" y="929522"/>
            <a:ext cx="416331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4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（注文を{注文ID, ユーザ, 商品名, 数量}上に射影）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B712717-9FD6-7E83-01C1-15D4802A6CA5}"/>
              </a:ext>
            </a:extLst>
          </p:cNvPr>
          <p:cNvSpPr txBox="1"/>
          <p:nvPr/>
        </p:nvSpPr>
        <p:spPr>
          <a:xfrm>
            <a:off x="4932046" y="901570"/>
            <a:ext cx="290977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4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（注文を{商品名, 単価}上に射影）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51B54D3-2C89-0664-D89E-AFB79026C319}"/>
              </a:ext>
            </a:extLst>
          </p:cNvPr>
          <p:cNvSpPr txBox="1"/>
          <p:nvPr/>
        </p:nvSpPr>
        <p:spPr>
          <a:xfrm>
            <a:off x="5076062" y="599586"/>
            <a:ext cx="697627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商品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A517F2F-E6B8-08CF-F88F-23130C0B1FDC}"/>
              </a:ext>
            </a:extLst>
          </p:cNvPr>
          <p:cNvSpPr txBox="1"/>
          <p:nvPr/>
        </p:nvSpPr>
        <p:spPr>
          <a:xfrm>
            <a:off x="467544" y="627536"/>
            <a:ext cx="1210588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注文履歴</a:t>
            </a:r>
          </a:p>
        </p:txBody>
      </p:sp>
    </p:spTree>
    <p:extLst>
      <p:ext uri="{BB962C8B-B14F-4D97-AF65-F5344CB8AC3E}">
        <p14:creationId xmlns:p14="http://schemas.microsoft.com/office/powerpoint/2010/main" val="2536036660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0508173E-7EF7-7408-1F2C-D36591651FE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65100889"/>
              </p:ext>
            </p:extLst>
          </p:nvPr>
        </p:nvGraphicFramePr>
        <p:xfrm>
          <a:off x="1529259" y="1131594"/>
          <a:ext cx="1845092" cy="31427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5034">
                  <a:extLst>
                    <a:ext uri="{9D8B030D-6E8A-4147-A177-3AD203B41FA5}">
                      <a16:colId xmlns:a16="http://schemas.microsoft.com/office/drawing/2014/main" val="3952751086"/>
                    </a:ext>
                  </a:extLst>
                </a:gridCol>
                <a:gridCol w="930058">
                  <a:extLst>
                    <a:ext uri="{9D8B030D-6E8A-4147-A177-3AD203B41FA5}">
                      <a16:colId xmlns:a16="http://schemas.microsoft.com/office/drawing/2014/main" val="2450533959"/>
                    </a:ext>
                  </a:extLst>
                </a:gridCol>
              </a:tblGrid>
              <a:tr h="389723">
                <a:tc>
                  <a:txBody>
                    <a:bodyPr/>
                    <a:lstStyle/>
                    <a:p>
                      <a:r>
                        <a:rPr lang="en-JP" sz="1800" dirty="0">
                          <a:solidFill>
                            <a:schemeClr val="bg1"/>
                          </a:solidFill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注文ID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 err="1">
                          <a:solidFill>
                            <a:schemeClr val="bg1"/>
                          </a:solidFill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ユーザ</a:t>
                      </a:r>
                      <a:endParaRPr lang="en-JP" sz="1800" dirty="0">
                        <a:solidFill>
                          <a:schemeClr val="bg1"/>
                        </a:solidFill>
                        <a:latin typeface="IPAPGothic" panose="020B0500000000000000" pitchFamily="34" charset="-128"/>
                        <a:ea typeface="IPAPGothic" panose="020B0500000000000000" pitchFamily="34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480211"/>
                  </a:ext>
                </a:extLst>
              </a:tr>
              <a:tr h="458833"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O1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U1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53867983"/>
                  </a:ext>
                </a:extLst>
              </a:tr>
              <a:tr h="458833"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O2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U1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80110813"/>
                  </a:ext>
                </a:extLst>
              </a:tr>
              <a:tr h="458833"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O3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U2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12437338"/>
                  </a:ext>
                </a:extLst>
              </a:tr>
              <a:tr h="458833"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O4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U2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57189008"/>
                  </a:ext>
                </a:extLst>
              </a:tr>
              <a:tr h="458833"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O5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U3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93764845"/>
                  </a:ext>
                </a:extLst>
              </a:tr>
              <a:tr h="458833"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O6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U4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1047392"/>
                  </a:ext>
                </a:extLst>
              </a:tr>
            </a:tbl>
          </a:graphicData>
        </a:graphic>
      </p:graphicFrame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DA1EE233-6CBF-4014-7851-84B042E9E15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34434880"/>
              </p:ext>
            </p:extLst>
          </p:nvPr>
        </p:nvGraphicFramePr>
        <p:xfrm>
          <a:off x="4392915" y="1150074"/>
          <a:ext cx="3580769" cy="312423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59473">
                  <a:extLst>
                    <a:ext uri="{9D8B030D-6E8A-4147-A177-3AD203B41FA5}">
                      <a16:colId xmlns:a16="http://schemas.microsoft.com/office/drawing/2014/main" val="3779495400"/>
                    </a:ext>
                  </a:extLst>
                </a:gridCol>
                <a:gridCol w="1389698">
                  <a:extLst>
                    <a:ext uri="{9D8B030D-6E8A-4147-A177-3AD203B41FA5}">
                      <a16:colId xmlns:a16="http://schemas.microsoft.com/office/drawing/2014/main" val="2398856022"/>
                    </a:ext>
                  </a:extLst>
                </a:gridCol>
                <a:gridCol w="665799">
                  <a:extLst>
                    <a:ext uri="{9D8B030D-6E8A-4147-A177-3AD203B41FA5}">
                      <a16:colId xmlns:a16="http://schemas.microsoft.com/office/drawing/2014/main" val="534813226"/>
                    </a:ext>
                  </a:extLst>
                </a:gridCol>
                <a:gridCol w="665799">
                  <a:extLst>
                    <a:ext uri="{9D8B030D-6E8A-4147-A177-3AD203B41FA5}">
                      <a16:colId xmlns:a16="http://schemas.microsoft.com/office/drawing/2014/main" val="637503006"/>
                    </a:ext>
                  </a:extLst>
                </a:gridCol>
              </a:tblGrid>
              <a:tr h="405255">
                <a:tc>
                  <a:txBody>
                    <a:bodyPr/>
                    <a:lstStyle/>
                    <a:p>
                      <a:r>
                        <a:rPr lang="en-JP" sz="1800" dirty="0">
                          <a:solidFill>
                            <a:schemeClr val="bg1"/>
                          </a:solidFill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ユーザ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solidFill>
                            <a:schemeClr val="bg1"/>
                          </a:solidFill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商品名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solidFill>
                            <a:schemeClr val="bg1"/>
                          </a:solidFill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単価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solidFill>
                            <a:schemeClr val="bg1"/>
                          </a:solidFill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数量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480211"/>
                  </a:ext>
                </a:extLst>
              </a:tr>
              <a:tr h="405255"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U1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はーいお茶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130</a:t>
                      </a:r>
                      <a:endParaRPr lang="en-JP" sz="1800" dirty="0">
                        <a:latin typeface="IPAPGothic" panose="020B0500000000000000" pitchFamily="34" charset="-128"/>
                        <a:ea typeface="IPAPGothic" panose="020B0500000000000000" pitchFamily="34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3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39910441"/>
                  </a:ext>
                </a:extLst>
              </a:tr>
              <a:tr h="405255"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U1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きのこの里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230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2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14501746"/>
                  </a:ext>
                </a:extLst>
              </a:tr>
              <a:tr h="477118"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U2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のど飴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130</a:t>
                      </a:r>
                      <a:endParaRPr lang="en-JP" sz="1800" dirty="0">
                        <a:latin typeface="IPAPGothic" panose="020B0500000000000000" pitchFamily="34" charset="-128"/>
                        <a:ea typeface="IPAPGothic" panose="020B0500000000000000" pitchFamily="34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1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53867983"/>
                  </a:ext>
                </a:extLst>
              </a:tr>
              <a:tr h="477118"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U2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きのこの里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230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1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80110813"/>
                  </a:ext>
                </a:extLst>
              </a:tr>
              <a:tr h="477118"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U3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 err="1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はーいお茶</a:t>
                      </a:r>
                      <a:endParaRPr lang="en-JP" sz="1800" dirty="0">
                        <a:latin typeface="IPAPGothic" panose="020B0500000000000000" pitchFamily="34" charset="-128"/>
                        <a:ea typeface="IPAPGothic" panose="020B0500000000000000" pitchFamily="34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170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1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12437338"/>
                  </a:ext>
                </a:extLst>
              </a:tr>
              <a:tr h="477118"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U4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タケノコの山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200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1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1047392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81B54676-6877-1236-B185-AAB1E867148B}"/>
              </a:ext>
            </a:extLst>
          </p:cNvPr>
          <p:cNvSpPr txBox="1"/>
          <p:nvPr/>
        </p:nvSpPr>
        <p:spPr>
          <a:xfrm>
            <a:off x="953194" y="823818"/>
            <a:ext cx="308610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4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（注文を{注文ID, ユーザ}上に射影）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8C96B47-544F-3DAE-7638-5D29EBF16A52}"/>
              </a:ext>
            </a:extLst>
          </p:cNvPr>
          <p:cNvSpPr txBox="1"/>
          <p:nvPr/>
        </p:nvSpPr>
        <p:spPr>
          <a:xfrm>
            <a:off x="4139958" y="823819"/>
            <a:ext cx="398698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4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（注文を{ユーザ, 商品名, 単価, 数量}上に射影）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677922B-B826-2EE2-09C2-92336655D95D}"/>
              </a:ext>
            </a:extLst>
          </p:cNvPr>
          <p:cNvSpPr txBox="1"/>
          <p:nvPr/>
        </p:nvSpPr>
        <p:spPr>
          <a:xfrm>
            <a:off x="4283975" y="521834"/>
            <a:ext cx="840295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注文2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D94AC23-43E5-D3FE-DFCA-ECE6E194E44D}"/>
              </a:ext>
            </a:extLst>
          </p:cNvPr>
          <p:cNvSpPr txBox="1"/>
          <p:nvPr/>
        </p:nvSpPr>
        <p:spPr>
          <a:xfrm>
            <a:off x="1025204" y="521832"/>
            <a:ext cx="840295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注文1</a:t>
            </a:r>
          </a:p>
        </p:txBody>
      </p:sp>
    </p:spTree>
    <p:extLst>
      <p:ext uri="{BB962C8B-B14F-4D97-AF65-F5344CB8AC3E}">
        <p14:creationId xmlns:p14="http://schemas.microsoft.com/office/powerpoint/2010/main" val="1264287645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0508173E-7EF7-7408-1F2C-D36591651FE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28844040"/>
              </p:ext>
            </p:extLst>
          </p:nvPr>
        </p:nvGraphicFramePr>
        <p:xfrm>
          <a:off x="1529259" y="1131594"/>
          <a:ext cx="1845092" cy="31427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5034">
                  <a:extLst>
                    <a:ext uri="{9D8B030D-6E8A-4147-A177-3AD203B41FA5}">
                      <a16:colId xmlns:a16="http://schemas.microsoft.com/office/drawing/2014/main" val="3952751086"/>
                    </a:ext>
                  </a:extLst>
                </a:gridCol>
                <a:gridCol w="930058">
                  <a:extLst>
                    <a:ext uri="{9D8B030D-6E8A-4147-A177-3AD203B41FA5}">
                      <a16:colId xmlns:a16="http://schemas.microsoft.com/office/drawing/2014/main" val="2450533959"/>
                    </a:ext>
                  </a:extLst>
                </a:gridCol>
              </a:tblGrid>
              <a:tr h="389723">
                <a:tc>
                  <a:txBody>
                    <a:bodyPr/>
                    <a:lstStyle/>
                    <a:p>
                      <a:r>
                        <a:rPr lang="en-JP" sz="1800" dirty="0">
                          <a:solidFill>
                            <a:schemeClr val="bg1"/>
                          </a:solidFill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注文ID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 err="1">
                          <a:solidFill>
                            <a:schemeClr val="bg1"/>
                          </a:solidFill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ユーザ</a:t>
                      </a:r>
                      <a:endParaRPr lang="en-JP" sz="1800" dirty="0">
                        <a:solidFill>
                          <a:schemeClr val="bg1"/>
                        </a:solidFill>
                        <a:latin typeface="IPAPGothic" panose="020B0500000000000000" pitchFamily="34" charset="-128"/>
                        <a:ea typeface="IPAPGothic" panose="020B0500000000000000" pitchFamily="34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480211"/>
                  </a:ext>
                </a:extLst>
              </a:tr>
              <a:tr h="458833"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O1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U1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53867983"/>
                  </a:ext>
                </a:extLst>
              </a:tr>
              <a:tr h="458833"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O2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U1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80110813"/>
                  </a:ext>
                </a:extLst>
              </a:tr>
              <a:tr h="458833"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O3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U2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12437338"/>
                  </a:ext>
                </a:extLst>
              </a:tr>
              <a:tr h="458833"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O4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U2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57189008"/>
                  </a:ext>
                </a:extLst>
              </a:tr>
              <a:tr h="458833"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O5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U3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93764845"/>
                  </a:ext>
                </a:extLst>
              </a:tr>
              <a:tr h="458833"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O6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U4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1047392"/>
                  </a:ext>
                </a:extLst>
              </a:tr>
            </a:tbl>
          </a:graphicData>
        </a:graphic>
      </p:graphicFrame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DA1EE233-6CBF-4014-7851-84B042E9E15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47870849"/>
              </p:ext>
            </p:extLst>
          </p:nvPr>
        </p:nvGraphicFramePr>
        <p:xfrm>
          <a:off x="4392915" y="1150074"/>
          <a:ext cx="3580769" cy="312423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59473">
                  <a:extLst>
                    <a:ext uri="{9D8B030D-6E8A-4147-A177-3AD203B41FA5}">
                      <a16:colId xmlns:a16="http://schemas.microsoft.com/office/drawing/2014/main" val="3779495400"/>
                    </a:ext>
                  </a:extLst>
                </a:gridCol>
                <a:gridCol w="1389698">
                  <a:extLst>
                    <a:ext uri="{9D8B030D-6E8A-4147-A177-3AD203B41FA5}">
                      <a16:colId xmlns:a16="http://schemas.microsoft.com/office/drawing/2014/main" val="2398856022"/>
                    </a:ext>
                  </a:extLst>
                </a:gridCol>
                <a:gridCol w="665799">
                  <a:extLst>
                    <a:ext uri="{9D8B030D-6E8A-4147-A177-3AD203B41FA5}">
                      <a16:colId xmlns:a16="http://schemas.microsoft.com/office/drawing/2014/main" val="534813226"/>
                    </a:ext>
                  </a:extLst>
                </a:gridCol>
                <a:gridCol w="665799">
                  <a:extLst>
                    <a:ext uri="{9D8B030D-6E8A-4147-A177-3AD203B41FA5}">
                      <a16:colId xmlns:a16="http://schemas.microsoft.com/office/drawing/2014/main" val="637503006"/>
                    </a:ext>
                  </a:extLst>
                </a:gridCol>
              </a:tblGrid>
              <a:tr h="405255">
                <a:tc>
                  <a:txBody>
                    <a:bodyPr/>
                    <a:lstStyle/>
                    <a:p>
                      <a:r>
                        <a:rPr lang="en-JP" sz="1800" dirty="0">
                          <a:solidFill>
                            <a:schemeClr val="bg1"/>
                          </a:solidFill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ユーザ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solidFill>
                            <a:schemeClr val="bg1"/>
                          </a:solidFill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商品名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solidFill>
                            <a:schemeClr val="bg1"/>
                          </a:solidFill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単価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solidFill>
                            <a:schemeClr val="bg1"/>
                          </a:solidFill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数量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480211"/>
                  </a:ext>
                </a:extLst>
              </a:tr>
              <a:tr h="405255"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U1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はーいお茶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130</a:t>
                      </a:r>
                      <a:endParaRPr lang="en-JP" sz="1800" dirty="0">
                        <a:latin typeface="IPAPGothic" panose="020B0500000000000000" pitchFamily="34" charset="-128"/>
                        <a:ea typeface="IPAPGothic" panose="020B0500000000000000" pitchFamily="34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3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39910441"/>
                  </a:ext>
                </a:extLst>
              </a:tr>
              <a:tr h="405255"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U1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きのこの里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230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2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14501746"/>
                  </a:ext>
                </a:extLst>
              </a:tr>
              <a:tr h="477118"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U2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のど飴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130</a:t>
                      </a:r>
                      <a:endParaRPr lang="en-JP" sz="1800" dirty="0">
                        <a:latin typeface="IPAPGothic" panose="020B0500000000000000" pitchFamily="34" charset="-128"/>
                        <a:ea typeface="IPAPGothic" panose="020B0500000000000000" pitchFamily="34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1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53867983"/>
                  </a:ext>
                </a:extLst>
              </a:tr>
              <a:tr h="477118"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U2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きのこの里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230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1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80110813"/>
                  </a:ext>
                </a:extLst>
              </a:tr>
              <a:tr h="477118"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U3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 err="1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はーいお茶</a:t>
                      </a:r>
                      <a:endParaRPr lang="en-JP" sz="1800" dirty="0">
                        <a:latin typeface="IPAPGothic" panose="020B0500000000000000" pitchFamily="34" charset="-128"/>
                        <a:ea typeface="IPAPGothic" panose="020B0500000000000000" pitchFamily="34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170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1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12437338"/>
                  </a:ext>
                </a:extLst>
              </a:tr>
              <a:tr h="477118"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U4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タケノコの山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200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1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1047392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81B54676-6877-1236-B185-AAB1E867148B}"/>
              </a:ext>
            </a:extLst>
          </p:cNvPr>
          <p:cNvSpPr txBox="1"/>
          <p:nvPr/>
        </p:nvSpPr>
        <p:spPr>
          <a:xfrm>
            <a:off x="953194" y="823818"/>
            <a:ext cx="308610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4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（注文を{注文ID, ユーザ}上に射影）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8C96B47-544F-3DAE-7638-5D29EBF16A52}"/>
              </a:ext>
            </a:extLst>
          </p:cNvPr>
          <p:cNvSpPr txBox="1"/>
          <p:nvPr/>
        </p:nvSpPr>
        <p:spPr>
          <a:xfrm>
            <a:off x="4139958" y="823819"/>
            <a:ext cx="398698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4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（注文を{ユーザ, 商品名, 単価, 数量}上に射影）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677922B-B826-2EE2-09C2-92336655D95D}"/>
              </a:ext>
            </a:extLst>
          </p:cNvPr>
          <p:cNvSpPr txBox="1"/>
          <p:nvPr/>
        </p:nvSpPr>
        <p:spPr>
          <a:xfrm>
            <a:off x="4283975" y="521834"/>
            <a:ext cx="840295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注文2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D94AC23-43E5-D3FE-DFCA-ECE6E194E44D}"/>
              </a:ext>
            </a:extLst>
          </p:cNvPr>
          <p:cNvSpPr txBox="1"/>
          <p:nvPr/>
        </p:nvSpPr>
        <p:spPr>
          <a:xfrm>
            <a:off x="1025204" y="521832"/>
            <a:ext cx="840295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注文1</a:t>
            </a:r>
          </a:p>
        </p:txBody>
      </p:sp>
    </p:spTree>
    <p:extLst>
      <p:ext uri="{BB962C8B-B14F-4D97-AF65-F5344CB8AC3E}">
        <p14:creationId xmlns:p14="http://schemas.microsoft.com/office/powerpoint/2010/main" val="880387078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69D4A926-F461-ABBF-8045-B10F7E1DFB6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81314549"/>
              </p:ext>
            </p:extLst>
          </p:nvPr>
        </p:nvGraphicFramePr>
        <p:xfrm>
          <a:off x="1547670" y="334638"/>
          <a:ext cx="4596639" cy="46599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49351">
                  <a:extLst>
                    <a:ext uri="{9D8B030D-6E8A-4147-A177-3AD203B41FA5}">
                      <a16:colId xmlns:a16="http://schemas.microsoft.com/office/drawing/2014/main" val="3952751086"/>
                    </a:ext>
                  </a:extLst>
                </a:gridCol>
                <a:gridCol w="916810">
                  <a:extLst>
                    <a:ext uri="{9D8B030D-6E8A-4147-A177-3AD203B41FA5}">
                      <a16:colId xmlns:a16="http://schemas.microsoft.com/office/drawing/2014/main" val="2450533959"/>
                    </a:ext>
                  </a:extLst>
                </a:gridCol>
                <a:gridCol w="1351868">
                  <a:extLst>
                    <a:ext uri="{9D8B030D-6E8A-4147-A177-3AD203B41FA5}">
                      <a16:colId xmlns:a16="http://schemas.microsoft.com/office/drawing/2014/main" val="637503006"/>
                    </a:ext>
                  </a:extLst>
                </a:gridCol>
                <a:gridCol w="689305">
                  <a:extLst>
                    <a:ext uri="{9D8B030D-6E8A-4147-A177-3AD203B41FA5}">
                      <a16:colId xmlns:a16="http://schemas.microsoft.com/office/drawing/2014/main" val="3612789214"/>
                    </a:ext>
                  </a:extLst>
                </a:gridCol>
                <a:gridCol w="689305">
                  <a:extLst>
                    <a:ext uri="{9D8B030D-6E8A-4147-A177-3AD203B41FA5}">
                      <a16:colId xmlns:a16="http://schemas.microsoft.com/office/drawing/2014/main" val="3002757581"/>
                    </a:ext>
                  </a:extLst>
                </a:gridCol>
              </a:tblGrid>
              <a:tr h="364824">
                <a:tc>
                  <a:txBody>
                    <a:bodyPr/>
                    <a:lstStyle/>
                    <a:p>
                      <a:r>
                        <a:rPr lang="en-JP" sz="1800" dirty="0">
                          <a:solidFill>
                            <a:schemeClr val="bg1"/>
                          </a:solidFill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注文ID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 err="1">
                          <a:solidFill>
                            <a:schemeClr val="bg1"/>
                          </a:solidFill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ユーザ</a:t>
                      </a:r>
                      <a:endParaRPr lang="en-JP" sz="1800" dirty="0">
                        <a:solidFill>
                          <a:schemeClr val="bg1"/>
                        </a:solidFill>
                        <a:latin typeface="IPAPGothic" panose="020B0500000000000000" pitchFamily="34" charset="-128"/>
                        <a:ea typeface="IPAPGothic" panose="020B0500000000000000" pitchFamily="34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solidFill>
                            <a:schemeClr val="bg1"/>
                          </a:solidFill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商品名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solidFill>
                            <a:schemeClr val="bg1"/>
                          </a:solidFill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単価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solidFill>
                            <a:schemeClr val="bg1"/>
                          </a:solidFill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数量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480211"/>
                  </a:ext>
                </a:extLst>
              </a:tr>
              <a:tr h="429516"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O1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U1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はーいお茶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130</a:t>
                      </a:r>
                      <a:endParaRPr lang="en-JP" sz="1800" dirty="0">
                        <a:latin typeface="IPAPGothic" panose="020B0500000000000000" pitchFamily="34" charset="-128"/>
                        <a:ea typeface="IPAPGothic" panose="020B0500000000000000" pitchFamily="34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3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53867983"/>
                  </a:ext>
                </a:extLst>
              </a:tr>
              <a:tr h="429516"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O1</a:t>
                      </a:r>
                    </a:p>
                  </a:txBody>
                  <a:tcPr marL="68580" marR="68580" marT="34291" marB="34291" anchor="ctr">
                    <a:solidFill>
                      <a:srgbClr val="BA1C47">
                        <a:alpha val="29804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U1</a:t>
                      </a:r>
                    </a:p>
                  </a:txBody>
                  <a:tcPr marL="68580" marR="68580" marT="34291" marB="34291" anchor="ctr">
                    <a:solidFill>
                      <a:srgbClr val="BA1C47">
                        <a:alpha val="29804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きのこの里</a:t>
                      </a:r>
                    </a:p>
                  </a:txBody>
                  <a:tcPr marL="68580" marR="68580" marT="34291" marB="34291" anchor="ctr">
                    <a:solidFill>
                      <a:srgbClr val="BA1C47">
                        <a:alpha val="29804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230</a:t>
                      </a:r>
                    </a:p>
                  </a:txBody>
                  <a:tcPr marL="68580" marR="68580" marT="34291" marB="34291" anchor="ctr">
                    <a:solidFill>
                      <a:srgbClr val="BA1C47">
                        <a:alpha val="29804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2</a:t>
                      </a:r>
                    </a:p>
                  </a:txBody>
                  <a:tcPr marL="68580" marR="68580" marT="34291" marB="34291" anchor="ctr">
                    <a:solidFill>
                      <a:srgbClr val="BA1C47">
                        <a:alpha val="2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80110813"/>
                  </a:ext>
                </a:extLst>
              </a:tr>
              <a:tr h="429516"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O2</a:t>
                      </a:r>
                    </a:p>
                  </a:txBody>
                  <a:tcPr marL="68580" marR="68580" marT="34291" marB="34291" anchor="ctr">
                    <a:solidFill>
                      <a:srgbClr val="BA1C47">
                        <a:alpha val="29804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U1</a:t>
                      </a:r>
                    </a:p>
                  </a:txBody>
                  <a:tcPr marL="68580" marR="68580" marT="34291" marB="34291" anchor="ctr">
                    <a:solidFill>
                      <a:srgbClr val="BA1C47">
                        <a:alpha val="29804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はーいお茶</a:t>
                      </a:r>
                    </a:p>
                  </a:txBody>
                  <a:tcPr marL="68580" marR="68580" marT="34291" marB="34291" anchor="ctr">
                    <a:solidFill>
                      <a:srgbClr val="BA1C47">
                        <a:alpha val="29804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130</a:t>
                      </a:r>
                    </a:p>
                  </a:txBody>
                  <a:tcPr marL="68580" marR="68580" marT="34291" marB="34291" anchor="ctr">
                    <a:solidFill>
                      <a:srgbClr val="BA1C47">
                        <a:alpha val="29804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3</a:t>
                      </a:r>
                    </a:p>
                  </a:txBody>
                  <a:tcPr marL="68580" marR="68580" marT="34291" marB="34291" anchor="ctr">
                    <a:solidFill>
                      <a:srgbClr val="BA1C47">
                        <a:alpha val="2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12437338"/>
                  </a:ext>
                </a:extLst>
              </a:tr>
              <a:tr h="429516"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O2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U1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きのこの里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230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2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5704309"/>
                  </a:ext>
                </a:extLst>
              </a:tr>
              <a:tr h="429516"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O3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U2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のど飴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130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1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5552402"/>
                  </a:ext>
                </a:extLst>
              </a:tr>
              <a:tr h="429516"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O3</a:t>
                      </a:r>
                    </a:p>
                  </a:txBody>
                  <a:tcPr marL="68580" marR="68580" marT="34291" marB="34291" anchor="ctr">
                    <a:solidFill>
                      <a:srgbClr val="BA1C47">
                        <a:alpha val="29804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U2</a:t>
                      </a:r>
                    </a:p>
                  </a:txBody>
                  <a:tcPr marL="68580" marR="68580" marT="34291" marB="34291" anchor="ctr">
                    <a:solidFill>
                      <a:srgbClr val="BA1C47">
                        <a:alpha val="29804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きのこの里</a:t>
                      </a:r>
                    </a:p>
                  </a:txBody>
                  <a:tcPr marL="68580" marR="68580" marT="34291" marB="34291" anchor="ctr">
                    <a:solidFill>
                      <a:srgbClr val="BA1C47">
                        <a:alpha val="29804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230</a:t>
                      </a:r>
                    </a:p>
                  </a:txBody>
                  <a:tcPr marL="68580" marR="68580" marT="34291" marB="34291" anchor="ctr">
                    <a:solidFill>
                      <a:srgbClr val="BA1C47">
                        <a:alpha val="29804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1</a:t>
                      </a:r>
                    </a:p>
                  </a:txBody>
                  <a:tcPr marL="68580" marR="68580" marT="34291" marB="34291" anchor="ctr">
                    <a:solidFill>
                      <a:srgbClr val="BA1C47">
                        <a:alpha val="2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01312639"/>
                  </a:ext>
                </a:extLst>
              </a:tr>
              <a:tr h="429516"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O4</a:t>
                      </a:r>
                    </a:p>
                  </a:txBody>
                  <a:tcPr marL="68580" marR="68580" marT="34291" marB="34291" anchor="ctr">
                    <a:solidFill>
                      <a:srgbClr val="BA1C47">
                        <a:alpha val="29804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U2</a:t>
                      </a:r>
                    </a:p>
                  </a:txBody>
                  <a:tcPr marL="68580" marR="68580" marT="34291" marB="34291" anchor="ctr">
                    <a:solidFill>
                      <a:srgbClr val="BA1C47">
                        <a:alpha val="29804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のど飴</a:t>
                      </a:r>
                    </a:p>
                  </a:txBody>
                  <a:tcPr marL="68580" marR="68580" marT="34291" marB="34291" anchor="ctr">
                    <a:solidFill>
                      <a:srgbClr val="BA1C47">
                        <a:alpha val="29804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130</a:t>
                      </a:r>
                    </a:p>
                  </a:txBody>
                  <a:tcPr marL="68580" marR="68580" marT="34291" marB="34291" anchor="ctr">
                    <a:solidFill>
                      <a:srgbClr val="BA1C47">
                        <a:alpha val="29804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1</a:t>
                      </a:r>
                    </a:p>
                  </a:txBody>
                  <a:tcPr marL="68580" marR="68580" marT="34291" marB="34291" anchor="ctr">
                    <a:solidFill>
                      <a:srgbClr val="BA1C47">
                        <a:alpha val="2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13251743"/>
                  </a:ext>
                </a:extLst>
              </a:tr>
              <a:tr h="429516"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O4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U2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きのこの里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230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1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50698639"/>
                  </a:ext>
                </a:extLst>
              </a:tr>
              <a:tr h="429516"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O5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U3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 err="1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はーいお茶</a:t>
                      </a:r>
                      <a:endParaRPr lang="en-JP" sz="1800" dirty="0">
                        <a:latin typeface="IPAPGothic" panose="020B0500000000000000" pitchFamily="34" charset="-128"/>
                        <a:ea typeface="IPAPGothic" panose="020B0500000000000000" pitchFamily="34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130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1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93764845"/>
                  </a:ext>
                </a:extLst>
              </a:tr>
              <a:tr h="429516"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O6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U4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タケノコの山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200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1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1047392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ABB9A2FD-1961-C9B6-2AF2-39FE56EA567D}"/>
              </a:ext>
            </a:extLst>
          </p:cNvPr>
          <p:cNvSpPr txBox="1"/>
          <p:nvPr/>
        </p:nvSpPr>
        <p:spPr>
          <a:xfrm>
            <a:off x="1539571" y="-20538"/>
            <a:ext cx="4570482" cy="3692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注文1 と 注文2</a:t>
            </a:r>
            <a:r>
              <a:rPr lang="en-US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 </a:t>
            </a:r>
            <a:r>
              <a: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を 「ユーザ」で結合した表</a:t>
            </a:r>
          </a:p>
        </p:txBody>
      </p:sp>
      <p:cxnSp>
        <p:nvCxnSpPr>
          <p:cNvPr id="5" name="Elbow Connector 4">
            <a:extLst>
              <a:ext uri="{FF2B5EF4-FFF2-40B4-BE49-F238E27FC236}">
                <a16:creationId xmlns:a16="http://schemas.microsoft.com/office/drawing/2014/main" id="{983AABE2-1F17-97F3-6FC2-9DF2EB849518}"/>
              </a:ext>
            </a:extLst>
          </p:cNvPr>
          <p:cNvCxnSpPr>
            <a:cxnSpLocks/>
          </p:cNvCxnSpPr>
          <p:nvPr/>
        </p:nvCxnSpPr>
        <p:spPr>
          <a:xfrm>
            <a:off x="6110055" y="1738410"/>
            <a:ext cx="2922" cy="1722227"/>
          </a:xfrm>
          <a:prstGeom prst="bentConnector3">
            <a:avLst>
              <a:gd name="adj1" fmla="val 7923409"/>
            </a:avLst>
          </a:prstGeom>
          <a:ln w="31750">
            <a:solidFill>
              <a:srgbClr val="BA1C4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Elbow Connector 14">
            <a:extLst>
              <a:ext uri="{FF2B5EF4-FFF2-40B4-BE49-F238E27FC236}">
                <a16:creationId xmlns:a16="http://schemas.microsoft.com/office/drawing/2014/main" id="{B8CB8C8F-984E-7434-1BD2-802CFCFAF8A6}"/>
              </a:ext>
            </a:extLst>
          </p:cNvPr>
          <p:cNvCxnSpPr>
            <a:cxnSpLocks/>
          </p:cNvCxnSpPr>
          <p:nvPr/>
        </p:nvCxnSpPr>
        <p:spPr>
          <a:xfrm flipH="1">
            <a:off x="6121931" y="1342746"/>
            <a:ext cx="828" cy="1692690"/>
          </a:xfrm>
          <a:prstGeom prst="bentConnector3">
            <a:avLst>
              <a:gd name="adj1" fmla="val -25829504"/>
            </a:avLst>
          </a:prstGeom>
          <a:ln w="31750">
            <a:solidFill>
              <a:srgbClr val="BA1C4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354E0FDB-152D-CB27-258D-0FBC9F124CCF}"/>
              </a:ext>
            </a:extLst>
          </p:cNvPr>
          <p:cNvCxnSpPr/>
          <p:nvPr/>
        </p:nvCxnSpPr>
        <p:spPr>
          <a:xfrm>
            <a:off x="6336002" y="2422866"/>
            <a:ext cx="360040" cy="0"/>
          </a:xfrm>
          <a:prstGeom prst="straightConnector1">
            <a:avLst/>
          </a:prstGeom>
          <a:ln w="38100">
            <a:solidFill>
              <a:srgbClr val="BA1C47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02E2AB17-5911-5C08-6B3F-F2B673EB2E36}"/>
              </a:ext>
            </a:extLst>
          </p:cNvPr>
          <p:cNvSpPr txBox="1"/>
          <p:nvPr/>
        </p:nvSpPr>
        <p:spPr>
          <a:xfrm>
            <a:off x="6727978" y="1915036"/>
            <a:ext cx="2236510" cy="101527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BA1C47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関係「購買」には</a:t>
            </a:r>
          </a:p>
          <a:p>
            <a:pPr algn="l"/>
            <a:r>
              <a:rPr lang="en-JP" sz="1999" dirty="0">
                <a:solidFill>
                  <a:srgbClr val="BA1C47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なかったレコード</a:t>
            </a:r>
          </a:p>
          <a:p>
            <a:pPr algn="l"/>
            <a:r>
              <a:rPr lang="en-JP" sz="1999" dirty="0">
                <a:solidFill>
                  <a:srgbClr val="BA1C47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が増えている</a:t>
            </a:r>
          </a:p>
        </p:txBody>
      </p:sp>
    </p:spTree>
    <p:extLst>
      <p:ext uri="{BB962C8B-B14F-4D97-AF65-F5344CB8AC3E}">
        <p14:creationId xmlns:p14="http://schemas.microsoft.com/office/powerpoint/2010/main" val="3729809238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DACCA109-D94E-1C16-BE6E-499DA5C9CC4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66167350"/>
              </p:ext>
            </p:extLst>
          </p:nvPr>
        </p:nvGraphicFramePr>
        <p:xfrm>
          <a:off x="1049293" y="843562"/>
          <a:ext cx="7045423" cy="385881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60913">
                  <a:extLst>
                    <a:ext uri="{9D8B030D-6E8A-4147-A177-3AD203B41FA5}">
                      <a16:colId xmlns:a16="http://schemas.microsoft.com/office/drawing/2014/main" val="125743691"/>
                    </a:ext>
                  </a:extLst>
                </a:gridCol>
                <a:gridCol w="1527043">
                  <a:extLst>
                    <a:ext uri="{9D8B030D-6E8A-4147-A177-3AD203B41FA5}">
                      <a16:colId xmlns:a16="http://schemas.microsoft.com/office/drawing/2014/main" val="637503006"/>
                    </a:ext>
                  </a:extLst>
                </a:gridCol>
                <a:gridCol w="968363">
                  <a:extLst>
                    <a:ext uri="{9D8B030D-6E8A-4147-A177-3AD203B41FA5}">
                      <a16:colId xmlns:a16="http://schemas.microsoft.com/office/drawing/2014/main" val="3612789214"/>
                    </a:ext>
                  </a:extLst>
                </a:gridCol>
                <a:gridCol w="1507489">
                  <a:extLst>
                    <a:ext uri="{9D8B030D-6E8A-4147-A177-3AD203B41FA5}">
                      <a16:colId xmlns:a16="http://schemas.microsoft.com/office/drawing/2014/main" val="4099287404"/>
                    </a:ext>
                  </a:extLst>
                </a:gridCol>
                <a:gridCol w="1881615">
                  <a:extLst>
                    <a:ext uri="{9D8B030D-6E8A-4147-A177-3AD203B41FA5}">
                      <a16:colId xmlns:a16="http://schemas.microsoft.com/office/drawing/2014/main" val="4289330315"/>
                    </a:ext>
                  </a:extLst>
                </a:gridCol>
              </a:tblGrid>
              <a:tr h="482375">
                <a:tc>
                  <a:txBody>
                    <a:bodyPr/>
                    <a:lstStyle/>
                    <a:p>
                      <a:r>
                        <a:rPr lang="en-JP" sz="2200" dirty="0">
                          <a:solidFill>
                            <a:schemeClr val="bg1"/>
                          </a:solidFill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学生ID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2200" dirty="0">
                          <a:solidFill>
                            <a:schemeClr val="bg1"/>
                          </a:solidFill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名前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2200" dirty="0">
                          <a:solidFill>
                            <a:schemeClr val="bg1"/>
                          </a:solidFill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学年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2200" dirty="0">
                          <a:solidFill>
                            <a:schemeClr val="bg1"/>
                          </a:solidFill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郵便番号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2200" dirty="0">
                          <a:solidFill>
                            <a:schemeClr val="bg1"/>
                          </a:solidFill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自宅住所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480211"/>
                  </a:ext>
                </a:extLst>
              </a:tr>
              <a:tr h="562740">
                <a:tc>
                  <a:txBody>
                    <a:bodyPr/>
                    <a:lstStyle/>
                    <a:p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S1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川澄 桜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4</a:t>
                      </a:r>
                      <a:endParaRPr lang="en-JP" sz="2200" b="0" i="0" dirty="0">
                        <a:latin typeface="IPAPGothic" panose="020B0500000000000000" pitchFamily="34" charset="-128"/>
                        <a:ea typeface="IPAPGothic" panose="020B0500000000000000" pitchFamily="34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450-xxxx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名古屋市xxx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53867983"/>
                  </a:ext>
                </a:extLst>
              </a:tr>
              <a:tr h="562740">
                <a:tc>
                  <a:txBody>
                    <a:bodyPr/>
                    <a:lstStyle/>
                    <a:p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S2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山畑 滝子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3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444-xxxx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岡崎市xxx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80110813"/>
                  </a:ext>
                </a:extLst>
              </a:tr>
              <a:tr h="562740">
                <a:tc>
                  <a:txBody>
                    <a:bodyPr/>
                    <a:lstStyle/>
                    <a:p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S3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田辺 通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3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488-xxxx</a:t>
                      </a:r>
                      <a:endParaRPr lang="en-JP" sz="2200" b="0" i="0" dirty="0">
                        <a:latin typeface="IPAPGothic" panose="020B0500000000000000" pitchFamily="34" charset="-128"/>
                        <a:ea typeface="IPAPGothic" panose="020B0500000000000000" pitchFamily="34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尾張旭市xxx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12437338"/>
                  </a:ext>
                </a:extLst>
              </a:tr>
              <a:tr h="562740">
                <a:tc>
                  <a:txBody>
                    <a:bodyPr/>
                    <a:lstStyle/>
                    <a:p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S4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3429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田辺 瑞穂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1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488-yyyy</a:t>
                      </a:r>
                      <a:endParaRPr lang="en-JP" sz="2200" b="0" i="0" dirty="0">
                        <a:latin typeface="IPAPGothic" panose="020B0500000000000000" pitchFamily="34" charset="-128"/>
                        <a:ea typeface="IPAPGothic" panose="020B0500000000000000" pitchFamily="34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3429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尾張旭市xxx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57189008"/>
                  </a:ext>
                </a:extLst>
              </a:tr>
              <a:tr h="562740">
                <a:tc>
                  <a:txBody>
                    <a:bodyPr/>
                    <a:lstStyle/>
                    <a:p>
                      <a:endParaRPr lang="en-JP" sz="2200" b="0" i="0" dirty="0">
                        <a:latin typeface="IPAPGothic" panose="020B0500000000000000" pitchFamily="34" charset="-128"/>
                        <a:ea typeface="IPAPGothic" panose="020B0500000000000000" pitchFamily="34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JP" sz="2200" b="0" i="0" dirty="0">
                        <a:latin typeface="IPAPGothic" panose="020B0500000000000000" pitchFamily="34" charset="-128"/>
                        <a:ea typeface="IPAPGothic" panose="020B0500000000000000" pitchFamily="34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JP" sz="2200" b="0" i="0" dirty="0">
                        <a:latin typeface="IPAPGothic" panose="020B0500000000000000" pitchFamily="34" charset="-128"/>
                        <a:ea typeface="IPAPGothic" panose="020B0500000000000000" pitchFamily="34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JP" sz="2200" b="0" i="0" dirty="0">
                        <a:latin typeface="IPAPGothic" panose="020B0500000000000000" pitchFamily="34" charset="-128"/>
                        <a:ea typeface="IPAPGothic" panose="020B0500000000000000" pitchFamily="34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JP" sz="2200" b="0" i="0" dirty="0">
                        <a:latin typeface="IPAPGothic" panose="020B0500000000000000" pitchFamily="34" charset="-128"/>
                        <a:ea typeface="IPAPGothic" panose="020B0500000000000000" pitchFamily="34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60357127"/>
                  </a:ext>
                </a:extLst>
              </a:tr>
              <a:tr h="562740">
                <a:tc>
                  <a:txBody>
                    <a:bodyPr/>
                    <a:lstStyle/>
                    <a:p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S1000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北 千種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2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450-yyyy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名古屋市xxx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1047392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7FF49355-3653-8390-1AAE-34B4584CB1E6}"/>
              </a:ext>
            </a:extLst>
          </p:cNvPr>
          <p:cNvSpPr txBox="1"/>
          <p:nvPr/>
        </p:nvSpPr>
        <p:spPr>
          <a:xfrm rot="5400000">
            <a:off x="2684953" y="3608671"/>
            <a:ext cx="441146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…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73F7EC8-4785-C53D-807B-9C61E39D2959}"/>
              </a:ext>
            </a:extLst>
          </p:cNvPr>
          <p:cNvSpPr txBox="1"/>
          <p:nvPr/>
        </p:nvSpPr>
        <p:spPr>
          <a:xfrm>
            <a:off x="977281" y="381897"/>
            <a:ext cx="1107996" cy="46153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23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連絡先</a:t>
            </a:r>
          </a:p>
        </p:txBody>
      </p:sp>
    </p:spTree>
    <p:extLst>
      <p:ext uri="{BB962C8B-B14F-4D97-AF65-F5344CB8AC3E}">
        <p14:creationId xmlns:p14="http://schemas.microsoft.com/office/powerpoint/2010/main" val="3494694085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D43818A7-E9AC-8995-73BE-96B0C695C61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4585155"/>
              </p:ext>
            </p:extLst>
          </p:nvPr>
        </p:nvGraphicFramePr>
        <p:xfrm>
          <a:off x="175496" y="657157"/>
          <a:ext cx="8793013" cy="442155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84176">
                  <a:extLst>
                    <a:ext uri="{9D8B030D-6E8A-4147-A177-3AD203B41FA5}">
                      <a16:colId xmlns:a16="http://schemas.microsoft.com/office/drawing/2014/main" val="125743691"/>
                    </a:ext>
                  </a:extLst>
                </a:gridCol>
                <a:gridCol w="1356360">
                  <a:extLst>
                    <a:ext uri="{9D8B030D-6E8A-4147-A177-3AD203B41FA5}">
                      <a16:colId xmlns:a16="http://schemas.microsoft.com/office/drawing/2014/main" val="4103309805"/>
                    </a:ext>
                  </a:extLst>
                </a:gridCol>
                <a:gridCol w="1918335">
                  <a:extLst>
                    <a:ext uri="{9D8B030D-6E8A-4147-A177-3AD203B41FA5}">
                      <a16:colId xmlns:a16="http://schemas.microsoft.com/office/drawing/2014/main" val="637503006"/>
                    </a:ext>
                  </a:extLst>
                </a:gridCol>
                <a:gridCol w="1221423">
                  <a:extLst>
                    <a:ext uri="{9D8B030D-6E8A-4147-A177-3AD203B41FA5}">
                      <a16:colId xmlns:a16="http://schemas.microsoft.com/office/drawing/2014/main" val="3612789214"/>
                    </a:ext>
                  </a:extLst>
                </a:gridCol>
                <a:gridCol w="1356360">
                  <a:extLst>
                    <a:ext uri="{9D8B030D-6E8A-4147-A177-3AD203B41FA5}">
                      <a16:colId xmlns:a16="http://schemas.microsoft.com/office/drawing/2014/main" val="4099287404"/>
                    </a:ext>
                  </a:extLst>
                </a:gridCol>
                <a:gridCol w="1356360">
                  <a:extLst>
                    <a:ext uri="{9D8B030D-6E8A-4147-A177-3AD203B41FA5}">
                      <a16:colId xmlns:a16="http://schemas.microsoft.com/office/drawing/2014/main" val="4289330315"/>
                    </a:ext>
                  </a:extLst>
                </a:gridCol>
              </a:tblGrid>
              <a:tr h="482375">
                <a:tc>
                  <a:txBody>
                    <a:bodyPr/>
                    <a:lstStyle/>
                    <a:p>
                      <a:r>
                        <a:rPr lang="en-JP" sz="2200" dirty="0">
                          <a:solidFill>
                            <a:schemeClr val="bg1"/>
                          </a:solidFill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ユーザ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2200" dirty="0">
                          <a:solidFill>
                            <a:schemeClr val="bg1"/>
                          </a:solidFill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連絡先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2200" dirty="0">
                          <a:solidFill>
                            <a:schemeClr val="bg1"/>
                          </a:solidFill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商品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2200" dirty="0">
                          <a:solidFill>
                            <a:schemeClr val="bg1"/>
                          </a:solidFill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メーカー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2200" dirty="0">
                          <a:solidFill>
                            <a:schemeClr val="bg1"/>
                          </a:solidFill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営業担当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2200" dirty="0">
                          <a:solidFill>
                            <a:schemeClr val="bg1"/>
                          </a:solidFill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営業成績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480211"/>
                  </a:ext>
                </a:extLst>
              </a:tr>
              <a:tr h="562740">
                <a:tc>
                  <a:txBody>
                    <a:bodyPr/>
                    <a:lstStyle/>
                    <a:p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kawasumi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kawa@...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ソファベッド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200" b="0" i="0" dirty="0" err="1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A社</a:t>
                      </a:r>
                      <a:endParaRPr lang="en-JP" sz="2200" b="0" i="0" dirty="0">
                        <a:latin typeface="IPAPGothic" panose="020B0500000000000000" pitchFamily="34" charset="-128"/>
                        <a:ea typeface="IPAPGothic" panose="020B0500000000000000" pitchFamily="34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岡崎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A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53867983"/>
                  </a:ext>
                </a:extLst>
              </a:tr>
              <a:tr h="562740">
                <a:tc>
                  <a:txBody>
                    <a:bodyPr/>
                    <a:lstStyle/>
                    <a:p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kawasumi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3429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kawa@...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本棚(大) 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B社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豊田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S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80110813"/>
                  </a:ext>
                </a:extLst>
              </a:tr>
              <a:tr h="562740">
                <a:tc>
                  <a:txBody>
                    <a:bodyPr/>
                    <a:lstStyle/>
                    <a:p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yamabata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yb@...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観葉植物（大）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C社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200" b="0" i="0" dirty="0" err="1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春日井</a:t>
                      </a:r>
                      <a:endParaRPr lang="en-JP" sz="2200" b="0" i="0" dirty="0">
                        <a:latin typeface="IPAPGothic" panose="020B0500000000000000" pitchFamily="34" charset="-128"/>
                        <a:ea typeface="IPAPGothic" panose="020B0500000000000000" pitchFamily="34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C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12437338"/>
                  </a:ext>
                </a:extLst>
              </a:tr>
              <a:tr h="562740">
                <a:tc>
                  <a:txBody>
                    <a:bodyPr/>
                    <a:lstStyle/>
                    <a:p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tanabee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3429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t</a:t>
                      </a:r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anab@..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3429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オフィスデスク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D社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尾張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3429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A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57189008"/>
                  </a:ext>
                </a:extLst>
              </a:tr>
              <a:tr h="562740">
                <a:tc>
                  <a:txBody>
                    <a:bodyPr/>
                    <a:lstStyle/>
                    <a:p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tanabee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3429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t</a:t>
                      </a:r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anab@..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本棚（大）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B社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西尾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B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60357127"/>
                  </a:ext>
                </a:extLst>
              </a:tr>
              <a:tr h="562740">
                <a:tc>
                  <a:txBody>
                    <a:bodyPr/>
                    <a:lstStyle/>
                    <a:p>
                      <a:r>
                        <a:rPr lang="en-US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north1000</a:t>
                      </a:r>
                      <a:endParaRPr lang="en-JP" sz="2200" b="0" i="0" dirty="0">
                        <a:latin typeface="IPAPGothic" panose="020B0500000000000000" pitchFamily="34" charset="-128"/>
                        <a:ea typeface="IPAPGothic" panose="020B0500000000000000" pitchFamily="34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kita@..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ロッカー大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C社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豊田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S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1047392"/>
                  </a:ext>
                </a:extLst>
              </a:tr>
              <a:tr h="562740">
                <a:tc>
                  <a:txBody>
                    <a:bodyPr/>
                    <a:lstStyle/>
                    <a:p>
                      <a:endParaRPr lang="en-JP" sz="2200" b="0" i="0" dirty="0">
                        <a:latin typeface="IPAPGothic" panose="020B0500000000000000" pitchFamily="34" charset="-128"/>
                        <a:ea typeface="IPAPGothic" panose="020B0500000000000000" pitchFamily="34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JP" sz="2200" b="0" i="0" dirty="0">
                        <a:latin typeface="IPAPGothic" panose="020B0500000000000000" pitchFamily="34" charset="-128"/>
                        <a:ea typeface="IPAPGothic" panose="020B0500000000000000" pitchFamily="34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JP" sz="2200" b="0" i="0" dirty="0">
                        <a:latin typeface="IPAPGothic" panose="020B0500000000000000" pitchFamily="34" charset="-128"/>
                        <a:ea typeface="IPAPGothic" panose="020B0500000000000000" pitchFamily="34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JP" sz="2200" b="0" i="0" dirty="0">
                        <a:latin typeface="IPAPGothic" panose="020B0500000000000000" pitchFamily="34" charset="-128"/>
                        <a:ea typeface="IPAPGothic" panose="020B0500000000000000" pitchFamily="34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JP" sz="2200" b="0" i="0" dirty="0">
                        <a:latin typeface="IPAPGothic" panose="020B0500000000000000" pitchFamily="34" charset="-128"/>
                        <a:ea typeface="IPAPGothic" panose="020B0500000000000000" pitchFamily="34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JP" sz="2200" b="0" i="0" dirty="0">
                        <a:latin typeface="IPAPGothic" panose="020B0500000000000000" pitchFamily="34" charset="-128"/>
                        <a:ea typeface="IPAPGothic" panose="020B0500000000000000" pitchFamily="34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9007024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B0919663-195B-4141-13B8-42AFC78E83B6}"/>
              </a:ext>
            </a:extLst>
          </p:cNvPr>
          <p:cNvSpPr txBox="1"/>
          <p:nvPr/>
        </p:nvSpPr>
        <p:spPr>
          <a:xfrm>
            <a:off x="107503" y="195491"/>
            <a:ext cx="1415772" cy="46153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23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営業記録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D49C3B3-BA4E-4427-CC9B-95AFF6CA0BF3}"/>
              </a:ext>
            </a:extLst>
          </p:cNvPr>
          <p:cNvSpPr txBox="1"/>
          <p:nvPr/>
        </p:nvSpPr>
        <p:spPr>
          <a:xfrm rot="5400000">
            <a:off x="2175218" y="4620701"/>
            <a:ext cx="441146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1978153655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D43818A7-E9AC-8995-73BE-96B0C695C61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96216082"/>
              </p:ext>
            </p:extLst>
          </p:nvPr>
        </p:nvGraphicFramePr>
        <p:xfrm>
          <a:off x="175495" y="657156"/>
          <a:ext cx="7436653" cy="442155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84176">
                  <a:extLst>
                    <a:ext uri="{9D8B030D-6E8A-4147-A177-3AD203B41FA5}">
                      <a16:colId xmlns:a16="http://schemas.microsoft.com/office/drawing/2014/main" val="125743691"/>
                    </a:ext>
                  </a:extLst>
                </a:gridCol>
                <a:gridCol w="1356360">
                  <a:extLst>
                    <a:ext uri="{9D8B030D-6E8A-4147-A177-3AD203B41FA5}">
                      <a16:colId xmlns:a16="http://schemas.microsoft.com/office/drawing/2014/main" val="4103309805"/>
                    </a:ext>
                  </a:extLst>
                </a:gridCol>
                <a:gridCol w="1918335">
                  <a:extLst>
                    <a:ext uri="{9D8B030D-6E8A-4147-A177-3AD203B41FA5}">
                      <a16:colId xmlns:a16="http://schemas.microsoft.com/office/drawing/2014/main" val="637503006"/>
                    </a:ext>
                  </a:extLst>
                </a:gridCol>
                <a:gridCol w="1221423">
                  <a:extLst>
                    <a:ext uri="{9D8B030D-6E8A-4147-A177-3AD203B41FA5}">
                      <a16:colId xmlns:a16="http://schemas.microsoft.com/office/drawing/2014/main" val="3612789214"/>
                    </a:ext>
                  </a:extLst>
                </a:gridCol>
                <a:gridCol w="1356360">
                  <a:extLst>
                    <a:ext uri="{9D8B030D-6E8A-4147-A177-3AD203B41FA5}">
                      <a16:colId xmlns:a16="http://schemas.microsoft.com/office/drawing/2014/main" val="4099287404"/>
                    </a:ext>
                  </a:extLst>
                </a:gridCol>
              </a:tblGrid>
              <a:tr h="482375">
                <a:tc>
                  <a:txBody>
                    <a:bodyPr/>
                    <a:lstStyle/>
                    <a:p>
                      <a:r>
                        <a:rPr lang="en-JP" sz="2200" dirty="0">
                          <a:solidFill>
                            <a:schemeClr val="bg1"/>
                          </a:solidFill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ユーザ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2200" dirty="0">
                          <a:solidFill>
                            <a:schemeClr val="bg1"/>
                          </a:solidFill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連絡先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2200" dirty="0">
                          <a:solidFill>
                            <a:schemeClr val="bg1"/>
                          </a:solidFill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商品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2200" dirty="0">
                          <a:solidFill>
                            <a:schemeClr val="bg1"/>
                          </a:solidFill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メーカー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2200" dirty="0">
                          <a:solidFill>
                            <a:schemeClr val="bg1"/>
                          </a:solidFill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営業担当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480211"/>
                  </a:ext>
                </a:extLst>
              </a:tr>
              <a:tr h="562740">
                <a:tc>
                  <a:txBody>
                    <a:bodyPr/>
                    <a:lstStyle/>
                    <a:p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kawasumi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kawa@...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ソファベッド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200" b="0" i="0" dirty="0" err="1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A社</a:t>
                      </a:r>
                      <a:endParaRPr lang="en-JP" sz="2200" b="0" i="0" dirty="0">
                        <a:latin typeface="IPAPGothic" panose="020B0500000000000000" pitchFamily="34" charset="-128"/>
                        <a:ea typeface="IPAPGothic" panose="020B0500000000000000" pitchFamily="34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岡崎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53867983"/>
                  </a:ext>
                </a:extLst>
              </a:tr>
              <a:tr h="562740">
                <a:tc>
                  <a:txBody>
                    <a:bodyPr/>
                    <a:lstStyle/>
                    <a:p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kawasumi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3429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kawa@...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本棚(大) 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B社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豊田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80110813"/>
                  </a:ext>
                </a:extLst>
              </a:tr>
              <a:tr h="562740">
                <a:tc>
                  <a:txBody>
                    <a:bodyPr/>
                    <a:lstStyle/>
                    <a:p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yamabata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yb@...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観葉植物（大）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C社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200" b="0" i="0" dirty="0" err="1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春日井</a:t>
                      </a:r>
                      <a:endParaRPr lang="en-JP" sz="2200" b="0" i="0" dirty="0">
                        <a:latin typeface="IPAPGothic" panose="020B0500000000000000" pitchFamily="34" charset="-128"/>
                        <a:ea typeface="IPAPGothic" panose="020B0500000000000000" pitchFamily="34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12437338"/>
                  </a:ext>
                </a:extLst>
              </a:tr>
              <a:tr h="562740">
                <a:tc>
                  <a:txBody>
                    <a:bodyPr/>
                    <a:lstStyle/>
                    <a:p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tanabee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3429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t</a:t>
                      </a:r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anab@..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3429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オフィスデスク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D社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尾張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57189008"/>
                  </a:ext>
                </a:extLst>
              </a:tr>
              <a:tr h="562740">
                <a:tc>
                  <a:txBody>
                    <a:bodyPr/>
                    <a:lstStyle/>
                    <a:p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tanabee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3429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t</a:t>
                      </a:r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anab@..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本棚（大）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B社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西尾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60357127"/>
                  </a:ext>
                </a:extLst>
              </a:tr>
              <a:tr h="562740">
                <a:tc>
                  <a:txBody>
                    <a:bodyPr/>
                    <a:lstStyle/>
                    <a:p>
                      <a:r>
                        <a:rPr lang="en-US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north1000</a:t>
                      </a:r>
                      <a:endParaRPr lang="en-JP" sz="2200" b="0" i="0" dirty="0">
                        <a:latin typeface="IPAPGothic" panose="020B0500000000000000" pitchFamily="34" charset="-128"/>
                        <a:ea typeface="IPAPGothic" panose="020B0500000000000000" pitchFamily="34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kita@..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ロッカー大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C社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豊田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1047392"/>
                  </a:ext>
                </a:extLst>
              </a:tr>
              <a:tr h="562740">
                <a:tc>
                  <a:txBody>
                    <a:bodyPr/>
                    <a:lstStyle/>
                    <a:p>
                      <a:endParaRPr lang="en-JP" sz="2200" b="0" i="0" dirty="0">
                        <a:latin typeface="IPAPGothic" panose="020B0500000000000000" pitchFamily="34" charset="-128"/>
                        <a:ea typeface="IPAPGothic" panose="020B0500000000000000" pitchFamily="34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JP" sz="2200" b="0" i="0" dirty="0">
                        <a:latin typeface="IPAPGothic" panose="020B0500000000000000" pitchFamily="34" charset="-128"/>
                        <a:ea typeface="IPAPGothic" panose="020B0500000000000000" pitchFamily="34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JP" sz="2200" b="0" i="0" dirty="0">
                        <a:latin typeface="IPAPGothic" panose="020B0500000000000000" pitchFamily="34" charset="-128"/>
                        <a:ea typeface="IPAPGothic" panose="020B0500000000000000" pitchFamily="34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JP" sz="2200" b="0" i="0" dirty="0">
                        <a:latin typeface="IPAPGothic" panose="020B0500000000000000" pitchFamily="34" charset="-128"/>
                        <a:ea typeface="IPAPGothic" panose="020B0500000000000000" pitchFamily="34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JP" sz="2200" b="0" i="0" dirty="0">
                        <a:latin typeface="IPAPGothic" panose="020B0500000000000000" pitchFamily="34" charset="-128"/>
                        <a:ea typeface="IPAPGothic" panose="020B0500000000000000" pitchFamily="34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9007024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B0919663-195B-4141-13B8-42AFC78E83B6}"/>
              </a:ext>
            </a:extLst>
          </p:cNvPr>
          <p:cNvSpPr txBox="1"/>
          <p:nvPr/>
        </p:nvSpPr>
        <p:spPr>
          <a:xfrm>
            <a:off x="107503" y="195491"/>
            <a:ext cx="1415772" cy="46153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23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営業記録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D49C3B3-BA4E-4427-CC9B-95AFF6CA0BF3}"/>
              </a:ext>
            </a:extLst>
          </p:cNvPr>
          <p:cNvSpPr txBox="1"/>
          <p:nvPr/>
        </p:nvSpPr>
        <p:spPr>
          <a:xfrm rot="5400000">
            <a:off x="2175218" y="4620701"/>
            <a:ext cx="441146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81802185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D43818A7-E9AC-8995-73BE-96B0C695C61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2299282"/>
              </p:ext>
            </p:extLst>
          </p:nvPr>
        </p:nvGraphicFramePr>
        <p:xfrm>
          <a:off x="175494" y="657156"/>
          <a:ext cx="6080293" cy="442155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84176">
                  <a:extLst>
                    <a:ext uri="{9D8B030D-6E8A-4147-A177-3AD203B41FA5}">
                      <a16:colId xmlns:a16="http://schemas.microsoft.com/office/drawing/2014/main" val="125743691"/>
                    </a:ext>
                  </a:extLst>
                </a:gridCol>
                <a:gridCol w="1918335">
                  <a:extLst>
                    <a:ext uri="{9D8B030D-6E8A-4147-A177-3AD203B41FA5}">
                      <a16:colId xmlns:a16="http://schemas.microsoft.com/office/drawing/2014/main" val="637503006"/>
                    </a:ext>
                  </a:extLst>
                </a:gridCol>
                <a:gridCol w="1221423">
                  <a:extLst>
                    <a:ext uri="{9D8B030D-6E8A-4147-A177-3AD203B41FA5}">
                      <a16:colId xmlns:a16="http://schemas.microsoft.com/office/drawing/2014/main" val="3612789214"/>
                    </a:ext>
                  </a:extLst>
                </a:gridCol>
                <a:gridCol w="1356360">
                  <a:extLst>
                    <a:ext uri="{9D8B030D-6E8A-4147-A177-3AD203B41FA5}">
                      <a16:colId xmlns:a16="http://schemas.microsoft.com/office/drawing/2014/main" val="4099287404"/>
                    </a:ext>
                  </a:extLst>
                </a:gridCol>
              </a:tblGrid>
              <a:tr h="482375">
                <a:tc>
                  <a:txBody>
                    <a:bodyPr/>
                    <a:lstStyle/>
                    <a:p>
                      <a:r>
                        <a:rPr lang="en-JP" sz="2200" dirty="0">
                          <a:solidFill>
                            <a:schemeClr val="bg1"/>
                          </a:solidFill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ユーザ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2200" dirty="0">
                          <a:solidFill>
                            <a:schemeClr val="bg1"/>
                          </a:solidFill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商品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2200" dirty="0">
                          <a:solidFill>
                            <a:schemeClr val="bg1"/>
                          </a:solidFill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メーカー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2200" dirty="0">
                          <a:solidFill>
                            <a:schemeClr val="bg1"/>
                          </a:solidFill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営業担当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480211"/>
                  </a:ext>
                </a:extLst>
              </a:tr>
              <a:tr h="562740">
                <a:tc>
                  <a:txBody>
                    <a:bodyPr/>
                    <a:lstStyle/>
                    <a:p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kawasumi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ソファベッド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200" b="0" i="0" dirty="0" err="1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A社</a:t>
                      </a:r>
                      <a:endParaRPr lang="en-JP" sz="2200" b="0" i="0" dirty="0">
                        <a:latin typeface="IPAPGothic" panose="020B0500000000000000" pitchFamily="34" charset="-128"/>
                        <a:ea typeface="IPAPGothic" panose="020B0500000000000000" pitchFamily="34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岡崎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53867983"/>
                  </a:ext>
                </a:extLst>
              </a:tr>
              <a:tr h="562740">
                <a:tc>
                  <a:txBody>
                    <a:bodyPr/>
                    <a:lstStyle/>
                    <a:p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kawasumi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本棚(大) 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B社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豊田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80110813"/>
                  </a:ext>
                </a:extLst>
              </a:tr>
              <a:tr h="562740">
                <a:tc>
                  <a:txBody>
                    <a:bodyPr/>
                    <a:lstStyle/>
                    <a:p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yamabata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観葉植物（大）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C社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200" b="0" i="0" dirty="0" err="1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春日井</a:t>
                      </a:r>
                      <a:endParaRPr lang="en-JP" sz="2200" b="0" i="0" dirty="0">
                        <a:latin typeface="IPAPGothic" panose="020B0500000000000000" pitchFamily="34" charset="-128"/>
                        <a:ea typeface="IPAPGothic" panose="020B0500000000000000" pitchFamily="34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12437338"/>
                  </a:ext>
                </a:extLst>
              </a:tr>
              <a:tr h="562740">
                <a:tc>
                  <a:txBody>
                    <a:bodyPr/>
                    <a:lstStyle/>
                    <a:p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tanabee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3429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オフィスデスク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D社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尾張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57189008"/>
                  </a:ext>
                </a:extLst>
              </a:tr>
              <a:tr h="562740">
                <a:tc>
                  <a:txBody>
                    <a:bodyPr/>
                    <a:lstStyle/>
                    <a:p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tanabee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本棚（大）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B社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西尾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60357127"/>
                  </a:ext>
                </a:extLst>
              </a:tr>
              <a:tr h="562740">
                <a:tc>
                  <a:txBody>
                    <a:bodyPr/>
                    <a:lstStyle/>
                    <a:p>
                      <a:r>
                        <a:rPr lang="en-US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north1000</a:t>
                      </a:r>
                      <a:endParaRPr lang="en-JP" sz="2200" b="0" i="0" dirty="0">
                        <a:latin typeface="IPAPGothic" panose="020B0500000000000000" pitchFamily="34" charset="-128"/>
                        <a:ea typeface="IPAPGothic" panose="020B0500000000000000" pitchFamily="34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ロッカー大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C社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豊田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1047392"/>
                  </a:ext>
                </a:extLst>
              </a:tr>
              <a:tr h="562740">
                <a:tc>
                  <a:txBody>
                    <a:bodyPr/>
                    <a:lstStyle/>
                    <a:p>
                      <a:endParaRPr lang="en-JP" sz="2200" b="0" i="0" dirty="0">
                        <a:latin typeface="IPAPGothic" panose="020B0500000000000000" pitchFamily="34" charset="-128"/>
                        <a:ea typeface="IPAPGothic" panose="020B0500000000000000" pitchFamily="34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JP" sz="2200" b="0" i="0" dirty="0">
                        <a:latin typeface="IPAPGothic" panose="020B0500000000000000" pitchFamily="34" charset="-128"/>
                        <a:ea typeface="IPAPGothic" panose="020B0500000000000000" pitchFamily="34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JP" sz="2200" b="0" i="0" dirty="0">
                        <a:latin typeface="IPAPGothic" panose="020B0500000000000000" pitchFamily="34" charset="-128"/>
                        <a:ea typeface="IPAPGothic" panose="020B0500000000000000" pitchFamily="34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JP" sz="2200" b="0" i="0" dirty="0">
                        <a:latin typeface="IPAPGothic" panose="020B0500000000000000" pitchFamily="34" charset="-128"/>
                        <a:ea typeface="IPAPGothic" panose="020B0500000000000000" pitchFamily="34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9007024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B0919663-195B-4141-13B8-42AFC78E83B6}"/>
              </a:ext>
            </a:extLst>
          </p:cNvPr>
          <p:cNvSpPr txBox="1"/>
          <p:nvPr/>
        </p:nvSpPr>
        <p:spPr>
          <a:xfrm>
            <a:off x="107503" y="195491"/>
            <a:ext cx="1415772" cy="46153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23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営業記録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D49C3B3-BA4E-4427-CC9B-95AFF6CA0BF3}"/>
              </a:ext>
            </a:extLst>
          </p:cNvPr>
          <p:cNvSpPr txBox="1"/>
          <p:nvPr/>
        </p:nvSpPr>
        <p:spPr>
          <a:xfrm rot="5400000">
            <a:off x="2175218" y="4620701"/>
            <a:ext cx="441146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3357451496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D43818A7-E9AC-8995-73BE-96B0C695C61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59412037"/>
              </p:ext>
            </p:extLst>
          </p:nvPr>
        </p:nvGraphicFramePr>
        <p:xfrm>
          <a:off x="175495" y="657155"/>
          <a:ext cx="5204106" cy="38588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40325">
                  <a:extLst>
                    <a:ext uri="{9D8B030D-6E8A-4147-A177-3AD203B41FA5}">
                      <a16:colId xmlns:a16="http://schemas.microsoft.com/office/drawing/2014/main" val="125743691"/>
                    </a:ext>
                  </a:extLst>
                </a:gridCol>
                <a:gridCol w="2107421">
                  <a:extLst>
                    <a:ext uri="{9D8B030D-6E8A-4147-A177-3AD203B41FA5}">
                      <a16:colId xmlns:a16="http://schemas.microsoft.com/office/drawing/2014/main" val="637503006"/>
                    </a:ext>
                  </a:extLst>
                </a:gridCol>
                <a:gridCol w="1356360">
                  <a:extLst>
                    <a:ext uri="{9D8B030D-6E8A-4147-A177-3AD203B41FA5}">
                      <a16:colId xmlns:a16="http://schemas.microsoft.com/office/drawing/2014/main" val="4099287404"/>
                    </a:ext>
                  </a:extLst>
                </a:gridCol>
              </a:tblGrid>
              <a:tr h="482375">
                <a:tc>
                  <a:txBody>
                    <a:bodyPr/>
                    <a:lstStyle/>
                    <a:p>
                      <a:r>
                        <a:rPr lang="en-JP" sz="2200" dirty="0">
                          <a:solidFill>
                            <a:schemeClr val="bg1"/>
                          </a:solidFill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ユーザ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2200" dirty="0">
                          <a:solidFill>
                            <a:schemeClr val="bg1"/>
                          </a:solidFill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商品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2200" dirty="0">
                          <a:solidFill>
                            <a:schemeClr val="bg1"/>
                          </a:solidFill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営業担当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480211"/>
                  </a:ext>
                </a:extLst>
              </a:tr>
              <a:tr h="562740">
                <a:tc>
                  <a:txBody>
                    <a:bodyPr/>
                    <a:lstStyle/>
                    <a:p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kawasumi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ソファベッド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岡崎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53867983"/>
                  </a:ext>
                </a:extLst>
              </a:tr>
              <a:tr h="562740">
                <a:tc>
                  <a:txBody>
                    <a:bodyPr/>
                    <a:lstStyle/>
                    <a:p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kawasumi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本棚(大) 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豊田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80110813"/>
                  </a:ext>
                </a:extLst>
              </a:tr>
              <a:tr h="562740">
                <a:tc>
                  <a:txBody>
                    <a:bodyPr/>
                    <a:lstStyle/>
                    <a:p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yamabata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観葉植物（大）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200" b="0" i="0" dirty="0" err="1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春日井</a:t>
                      </a:r>
                      <a:endParaRPr lang="en-JP" sz="2200" b="0" i="0" dirty="0">
                        <a:latin typeface="IPAPGothic" panose="020B0500000000000000" pitchFamily="34" charset="-128"/>
                        <a:ea typeface="IPAPGothic" panose="020B0500000000000000" pitchFamily="34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12437338"/>
                  </a:ext>
                </a:extLst>
              </a:tr>
              <a:tr h="562740">
                <a:tc>
                  <a:txBody>
                    <a:bodyPr/>
                    <a:lstStyle/>
                    <a:p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tanabee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3429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オフィスデスク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尾張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57189008"/>
                  </a:ext>
                </a:extLst>
              </a:tr>
              <a:tr h="562740">
                <a:tc>
                  <a:txBody>
                    <a:bodyPr/>
                    <a:lstStyle/>
                    <a:p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tanabee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本棚（大）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西尾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60357127"/>
                  </a:ext>
                </a:extLst>
              </a:tr>
              <a:tr h="562740">
                <a:tc>
                  <a:txBody>
                    <a:bodyPr/>
                    <a:lstStyle/>
                    <a:p>
                      <a:r>
                        <a:rPr lang="en-US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north1000</a:t>
                      </a:r>
                      <a:endParaRPr lang="en-JP" sz="2200" b="0" i="0" dirty="0">
                        <a:latin typeface="IPAPGothic" panose="020B0500000000000000" pitchFamily="34" charset="-128"/>
                        <a:ea typeface="IPAPGothic" panose="020B0500000000000000" pitchFamily="34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ロッカー大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豊田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1047392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B0919663-195B-4141-13B8-42AFC78E83B6}"/>
              </a:ext>
            </a:extLst>
          </p:cNvPr>
          <p:cNvSpPr txBox="1"/>
          <p:nvPr/>
        </p:nvSpPr>
        <p:spPr>
          <a:xfrm>
            <a:off x="107503" y="195491"/>
            <a:ext cx="1415772" cy="46153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23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営業記録</a:t>
            </a:r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34BA076C-B08D-CE30-4A69-9A56B217AAE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5647281"/>
              </p:ext>
            </p:extLst>
          </p:nvPr>
        </p:nvGraphicFramePr>
        <p:xfrm>
          <a:off x="5828748" y="657156"/>
          <a:ext cx="3139758" cy="329607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8335">
                  <a:extLst>
                    <a:ext uri="{9D8B030D-6E8A-4147-A177-3AD203B41FA5}">
                      <a16:colId xmlns:a16="http://schemas.microsoft.com/office/drawing/2014/main" val="637503006"/>
                    </a:ext>
                  </a:extLst>
                </a:gridCol>
                <a:gridCol w="1221423">
                  <a:extLst>
                    <a:ext uri="{9D8B030D-6E8A-4147-A177-3AD203B41FA5}">
                      <a16:colId xmlns:a16="http://schemas.microsoft.com/office/drawing/2014/main" val="3612789214"/>
                    </a:ext>
                  </a:extLst>
                </a:gridCol>
              </a:tblGrid>
              <a:tr h="482375">
                <a:tc>
                  <a:txBody>
                    <a:bodyPr/>
                    <a:lstStyle/>
                    <a:p>
                      <a:r>
                        <a:rPr lang="en-JP" sz="2200" dirty="0">
                          <a:solidFill>
                            <a:schemeClr val="bg1"/>
                          </a:solidFill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商品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2200" dirty="0">
                          <a:solidFill>
                            <a:schemeClr val="bg1"/>
                          </a:solidFill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メーカー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480211"/>
                  </a:ext>
                </a:extLst>
              </a:tr>
              <a:tr h="562740">
                <a:tc>
                  <a:txBody>
                    <a:bodyPr/>
                    <a:lstStyle/>
                    <a:p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ソファベッド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200" b="0" i="0" dirty="0" err="1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A社</a:t>
                      </a:r>
                      <a:endParaRPr lang="en-JP" sz="2200" b="0" i="0" dirty="0">
                        <a:latin typeface="IPAPGothic" panose="020B0500000000000000" pitchFamily="34" charset="-128"/>
                        <a:ea typeface="IPAPGothic" panose="020B0500000000000000" pitchFamily="34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53867983"/>
                  </a:ext>
                </a:extLst>
              </a:tr>
              <a:tr h="562740">
                <a:tc>
                  <a:txBody>
                    <a:bodyPr/>
                    <a:lstStyle/>
                    <a:p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本棚(大) 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B社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80110813"/>
                  </a:ext>
                </a:extLst>
              </a:tr>
              <a:tr h="562740">
                <a:tc>
                  <a:txBody>
                    <a:bodyPr/>
                    <a:lstStyle/>
                    <a:p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観葉植物（大）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C社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12437338"/>
                  </a:ext>
                </a:extLst>
              </a:tr>
              <a:tr h="562740">
                <a:tc>
                  <a:txBody>
                    <a:bodyPr/>
                    <a:lstStyle/>
                    <a:p>
                      <a:pPr marL="0" marR="0" lvl="0" indent="0" algn="l" defTabSz="3429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オフィスデスク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D社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57189008"/>
                  </a:ext>
                </a:extLst>
              </a:tr>
              <a:tr h="562740">
                <a:tc>
                  <a:txBody>
                    <a:bodyPr/>
                    <a:lstStyle/>
                    <a:p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ロッカー大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C社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91047392"/>
                  </a:ext>
                </a:extLst>
              </a:tr>
            </a:tbl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7082D0A4-115A-0658-0BD6-C8ACFFCA1761}"/>
              </a:ext>
            </a:extLst>
          </p:cNvPr>
          <p:cNvSpPr txBox="1"/>
          <p:nvPr/>
        </p:nvSpPr>
        <p:spPr>
          <a:xfrm>
            <a:off x="5719416" y="195491"/>
            <a:ext cx="800219" cy="46153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2399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商品</a:t>
            </a:r>
            <a:endParaRPr lang="en-JP" sz="2399" dirty="0">
              <a:solidFill>
                <a:srgbClr val="2B3348"/>
              </a:solidFill>
              <a:latin typeface="Noto Sans CJK JP Regular" panose="020B0500000000000000" pitchFamily="34" charset="-128"/>
              <a:ea typeface="Noto Sans CJK JP Regular" panose="020B0500000000000000" pitchFamily="34" charset="-128"/>
              <a:cs typeface="IPAPGothic"/>
            </a:endParaRPr>
          </a:p>
        </p:txBody>
      </p:sp>
    </p:spTree>
    <p:extLst>
      <p:ext uri="{BB962C8B-B14F-4D97-AF65-F5344CB8AC3E}">
        <p14:creationId xmlns:p14="http://schemas.microsoft.com/office/powerpoint/2010/main" val="2504876780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1174FF7-2E0A-0DA7-5F64-A48CAFC20365}"/>
              </a:ext>
            </a:extLst>
          </p:cNvPr>
          <p:cNvSpPr txBox="1"/>
          <p:nvPr/>
        </p:nvSpPr>
        <p:spPr>
          <a:xfrm>
            <a:off x="1078750" y="1659919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2800" dirty="0">
                <a:solidFill>
                  <a:srgbClr val="00205B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商品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0B54B0C-AA89-4B58-9D45-AC8DC916A295}"/>
              </a:ext>
            </a:extLst>
          </p:cNvPr>
          <p:cNvSpPr txBox="1"/>
          <p:nvPr/>
        </p:nvSpPr>
        <p:spPr>
          <a:xfrm>
            <a:off x="899208" y="2915548"/>
            <a:ext cx="126188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2800" dirty="0">
                <a:solidFill>
                  <a:srgbClr val="00205B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ユーザ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3F762EB-2CBF-57FC-CD97-B3F1253E48CE}"/>
              </a:ext>
            </a:extLst>
          </p:cNvPr>
          <p:cNvSpPr txBox="1"/>
          <p:nvPr/>
        </p:nvSpPr>
        <p:spPr>
          <a:xfrm>
            <a:off x="3637886" y="3795886"/>
            <a:ext cx="126188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2800" dirty="0">
                <a:solidFill>
                  <a:srgbClr val="00205B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連絡先</a:t>
            </a:r>
            <a:endParaRPr lang="en-JP" sz="3200" dirty="0">
              <a:solidFill>
                <a:srgbClr val="00205B"/>
              </a:solidFill>
              <a:latin typeface="Noto Sans CJK JP Regular" panose="020B0500000000000000" pitchFamily="34" charset="-128"/>
              <a:ea typeface="Noto Sans CJK JP Regular" panose="020B0500000000000000" pitchFamily="34" charset="-128"/>
              <a:cs typeface="IPAPGothic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54DAB0E-0232-0BBA-9B35-D52C57B7DF58}"/>
              </a:ext>
            </a:extLst>
          </p:cNvPr>
          <p:cNvSpPr txBox="1"/>
          <p:nvPr/>
        </p:nvSpPr>
        <p:spPr>
          <a:xfrm>
            <a:off x="3923933" y="2313945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2800" dirty="0">
                <a:solidFill>
                  <a:srgbClr val="00205B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営業担当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625B77D-F180-0199-4EFE-737572969B56}"/>
              </a:ext>
            </a:extLst>
          </p:cNvPr>
          <p:cNvSpPr txBox="1"/>
          <p:nvPr/>
        </p:nvSpPr>
        <p:spPr>
          <a:xfrm>
            <a:off x="6660238" y="231014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2800" dirty="0">
                <a:solidFill>
                  <a:srgbClr val="00205B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営業成績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8AAD2AB-9088-DDF2-F9C1-CC1406B60ECB}"/>
              </a:ext>
            </a:extLst>
          </p:cNvPr>
          <p:cNvSpPr txBox="1"/>
          <p:nvPr/>
        </p:nvSpPr>
        <p:spPr>
          <a:xfrm>
            <a:off x="3526793" y="824394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2800" dirty="0">
                <a:solidFill>
                  <a:srgbClr val="00205B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メーカー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C7B8E601-63AB-66CA-C424-D6065D9A2109}"/>
              </a:ext>
            </a:extLst>
          </p:cNvPr>
          <p:cNvSpPr/>
          <p:nvPr/>
        </p:nvSpPr>
        <p:spPr>
          <a:xfrm>
            <a:off x="425681" y="1002826"/>
            <a:ext cx="2212277" cy="3168352"/>
          </a:xfrm>
          <a:prstGeom prst="ellipse">
            <a:avLst/>
          </a:prstGeom>
          <a:noFill/>
          <a:ln w="34925">
            <a:solidFill>
              <a:srgbClr val="0020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 dirty="0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3E9D7463-9E8E-4437-DE8D-2985312D83BD}"/>
              </a:ext>
            </a:extLst>
          </p:cNvPr>
          <p:cNvCxnSpPr>
            <a:cxnSpLocks/>
            <a:stCxn id="2" idx="3"/>
            <a:endCxn id="7" idx="1"/>
          </p:cNvCxnSpPr>
          <p:nvPr/>
        </p:nvCxnSpPr>
        <p:spPr>
          <a:xfrm flipV="1">
            <a:off x="1981560" y="1086005"/>
            <a:ext cx="1545232" cy="835525"/>
          </a:xfrm>
          <a:prstGeom prst="straightConnector1">
            <a:avLst/>
          </a:prstGeom>
          <a:ln w="34925">
            <a:solidFill>
              <a:srgbClr val="00205B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495F4E39-5F2D-DD19-6ABE-6CFCA84233FE}"/>
              </a:ext>
            </a:extLst>
          </p:cNvPr>
          <p:cNvCxnSpPr>
            <a:cxnSpLocks/>
            <a:stCxn id="9" idx="6"/>
            <a:endCxn id="5" idx="1"/>
          </p:cNvCxnSpPr>
          <p:nvPr/>
        </p:nvCxnSpPr>
        <p:spPr>
          <a:xfrm flipV="1">
            <a:off x="2637958" y="2575556"/>
            <a:ext cx="1285975" cy="11447"/>
          </a:xfrm>
          <a:prstGeom prst="straightConnector1">
            <a:avLst/>
          </a:prstGeom>
          <a:ln w="34925">
            <a:solidFill>
              <a:srgbClr val="00205B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ED366073-B38F-FC61-682A-FB45605429DD}"/>
              </a:ext>
            </a:extLst>
          </p:cNvPr>
          <p:cNvCxnSpPr>
            <a:cxnSpLocks/>
            <a:stCxn id="5" idx="3"/>
            <a:endCxn id="6" idx="1"/>
          </p:cNvCxnSpPr>
          <p:nvPr/>
        </p:nvCxnSpPr>
        <p:spPr>
          <a:xfrm flipV="1">
            <a:off x="5544889" y="2571751"/>
            <a:ext cx="1115348" cy="3805"/>
          </a:xfrm>
          <a:prstGeom prst="straightConnector1">
            <a:avLst/>
          </a:prstGeom>
          <a:ln w="34925">
            <a:solidFill>
              <a:srgbClr val="00205B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38F1CA4F-FE2C-94BD-429A-FC7294F028EF}"/>
              </a:ext>
            </a:extLst>
          </p:cNvPr>
          <p:cNvCxnSpPr>
            <a:cxnSpLocks/>
            <a:stCxn id="3" idx="3"/>
            <a:endCxn id="4" idx="1"/>
          </p:cNvCxnSpPr>
          <p:nvPr/>
        </p:nvCxnSpPr>
        <p:spPr>
          <a:xfrm>
            <a:off x="2161092" y="3177158"/>
            <a:ext cx="1476794" cy="880338"/>
          </a:xfrm>
          <a:prstGeom prst="straightConnector1">
            <a:avLst/>
          </a:prstGeom>
          <a:ln w="34925">
            <a:solidFill>
              <a:srgbClr val="00205B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B579A6CC-BA2B-836D-50F7-D2B3038077E8}"/>
              </a:ext>
            </a:extLst>
          </p:cNvPr>
          <p:cNvSpPr txBox="1"/>
          <p:nvPr/>
        </p:nvSpPr>
        <p:spPr>
          <a:xfrm>
            <a:off x="5762561" y="2066892"/>
            <a:ext cx="679994" cy="46153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23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FD</a:t>
            </a:r>
            <a:r>
              <a:rPr lang="en-JP" sz="2399" baseline="-250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60CA404-E26F-6F7E-3A4C-DE18FBD83DFD}"/>
              </a:ext>
            </a:extLst>
          </p:cNvPr>
          <p:cNvSpPr txBox="1"/>
          <p:nvPr/>
        </p:nvSpPr>
        <p:spPr>
          <a:xfrm>
            <a:off x="2767747" y="3177165"/>
            <a:ext cx="679994" cy="46153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23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FD</a:t>
            </a:r>
            <a:r>
              <a:rPr lang="en-JP" sz="2399" baseline="-250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2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29BFE18-FF1D-DD06-E047-86C11C536CBD}"/>
              </a:ext>
            </a:extLst>
          </p:cNvPr>
          <p:cNvSpPr txBox="1"/>
          <p:nvPr/>
        </p:nvSpPr>
        <p:spPr>
          <a:xfrm>
            <a:off x="2457925" y="904400"/>
            <a:ext cx="679994" cy="46153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23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FD</a:t>
            </a:r>
            <a:r>
              <a:rPr lang="en-JP" sz="2399" baseline="-250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3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99E6DF9-8D46-22B0-050B-B31C1B080765}"/>
              </a:ext>
            </a:extLst>
          </p:cNvPr>
          <p:cNvSpPr txBox="1"/>
          <p:nvPr/>
        </p:nvSpPr>
        <p:spPr>
          <a:xfrm>
            <a:off x="2927536" y="2064312"/>
            <a:ext cx="679994" cy="46153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23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FD</a:t>
            </a:r>
            <a:r>
              <a:rPr lang="en-JP" sz="2399" baseline="-250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2765830681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>
            <a:extLst>
              <a:ext uri="{FF2B5EF4-FFF2-40B4-BE49-F238E27FC236}">
                <a16:creationId xmlns:a16="http://schemas.microsoft.com/office/drawing/2014/main" id="{CA2EF553-9AA0-473A-021E-8EBA7E2687E4}"/>
              </a:ext>
            </a:extLst>
          </p:cNvPr>
          <p:cNvGrpSpPr/>
          <p:nvPr/>
        </p:nvGrpSpPr>
        <p:grpSpPr>
          <a:xfrm>
            <a:off x="1624521" y="114278"/>
            <a:ext cx="5721637" cy="2550021"/>
            <a:chOff x="406219" y="668752"/>
            <a:chExt cx="7907667" cy="3524290"/>
          </a:xfrm>
        </p:grpSpPr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51174FF7-2E0A-0DA7-5F64-A48CAFC20365}"/>
                </a:ext>
              </a:extLst>
            </p:cNvPr>
            <p:cNvSpPr txBox="1"/>
            <p:nvPr/>
          </p:nvSpPr>
          <p:spPr>
            <a:xfrm>
              <a:off x="1059290" y="1504278"/>
              <a:ext cx="964165" cy="5527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JP" sz="1999" dirty="0">
                  <a:solidFill>
                    <a:srgbClr val="00205B"/>
                  </a:solidFill>
                  <a:latin typeface="Noto Sans CJK JP Regular" panose="020B0500000000000000" pitchFamily="34" charset="-128"/>
                  <a:ea typeface="Noto Sans CJK JP Regular" panose="020B0500000000000000" pitchFamily="34" charset="-128"/>
                  <a:cs typeface="IPAPGothic"/>
                </a:rPr>
                <a:t>商品</a:t>
              </a:r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90B54B0C-AA89-4B58-9D45-AC8DC916A295}"/>
                </a:ext>
              </a:extLst>
            </p:cNvPr>
            <p:cNvSpPr txBox="1"/>
            <p:nvPr/>
          </p:nvSpPr>
          <p:spPr>
            <a:xfrm>
              <a:off x="879753" y="2759908"/>
              <a:ext cx="1318637" cy="5527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JP" sz="1999" dirty="0">
                  <a:solidFill>
                    <a:srgbClr val="00205B"/>
                  </a:solidFill>
                  <a:latin typeface="Noto Sans CJK JP Regular" panose="020B0500000000000000" pitchFamily="34" charset="-128"/>
                  <a:ea typeface="Noto Sans CJK JP Regular" panose="020B0500000000000000" pitchFamily="34" charset="-128"/>
                  <a:cs typeface="IPAPGothic"/>
                </a:rPr>
                <a:t>ユーザ</a:t>
              </a:r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E3F762EB-2CBF-57FC-CD97-B3F1253E48CE}"/>
                </a:ext>
              </a:extLst>
            </p:cNvPr>
            <p:cNvSpPr txBox="1"/>
            <p:nvPr/>
          </p:nvSpPr>
          <p:spPr>
            <a:xfrm>
              <a:off x="3618431" y="3640243"/>
              <a:ext cx="1318637" cy="5527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JP" sz="1999" dirty="0">
                  <a:solidFill>
                    <a:srgbClr val="00205B"/>
                  </a:solidFill>
                  <a:latin typeface="Noto Sans CJK JP Regular" panose="020B0500000000000000" pitchFamily="34" charset="-128"/>
                  <a:ea typeface="Noto Sans CJK JP Regular" panose="020B0500000000000000" pitchFamily="34" charset="-128"/>
                  <a:cs typeface="IPAPGothic"/>
                </a:rPr>
                <a:t>連絡先</a:t>
              </a:r>
              <a:endParaRPr lang="en-JP" sz="2399" dirty="0">
                <a:solidFill>
                  <a:srgbClr val="00205B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endParaRPr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754DAB0E-0232-0BBA-9B35-D52C57B7DF58}"/>
                </a:ext>
              </a:extLst>
            </p:cNvPr>
            <p:cNvSpPr txBox="1"/>
            <p:nvPr/>
          </p:nvSpPr>
          <p:spPr>
            <a:xfrm>
              <a:off x="3904472" y="2158302"/>
              <a:ext cx="1673110" cy="5527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JP" sz="1999" dirty="0">
                  <a:solidFill>
                    <a:srgbClr val="00205B"/>
                  </a:solidFill>
                  <a:latin typeface="Noto Sans CJK JP Regular" panose="020B0500000000000000" pitchFamily="34" charset="-128"/>
                  <a:ea typeface="Noto Sans CJK JP Regular" panose="020B0500000000000000" pitchFamily="34" charset="-128"/>
                  <a:cs typeface="IPAPGothic"/>
                </a:rPr>
                <a:t>営業担当</a:t>
              </a: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4625B77D-F180-0199-4EFE-737572969B56}"/>
                </a:ext>
              </a:extLst>
            </p:cNvPr>
            <p:cNvSpPr txBox="1"/>
            <p:nvPr/>
          </p:nvSpPr>
          <p:spPr>
            <a:xfrm>
              <a:off x="6640776" y="2154498"/>
              <a:ext cx="1673110" cy="5527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JP" sz="1999" dirty="0">
                  <a:solidFill>
                    <a:srgbClr val="00205B"/>
                  </a:solidFill>
                  <a:latin typeface="Noto Sans CJK JP Regular" panose="020B0500000000000000" pitchFamily="34" charset="-128"/>
                  <a:ea typeface="Noto Sans CJK JP Regular" panose="020B0500000000000000" pitchFamily="34" charset="-128"/>
                  <a:cs typeface="IPAPGothic"/>
                </a:rPr>
                <a:t>営業成績</a:t>
              </a: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E8AAD2AB-9088-DDF2-F9C1-CC1406B60ECB}"/>
                </a:ext>
              </a:extLst>
            </p:cNvPr>
            <p:cNvSpPr txBox="1"/>
            <p:nvPr/>
          </p:nvSpPr>
          <p:spPr>
            <a:xfrm>
              <a:off x="3507332" y="668752"/>
              <a:ext cx="1673110" cy="5527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JP" sz="1999" dirty="0">
                  <a:solidFill>
                    <a:srgbClr val="00205B"/>
                  </a:solidFill>
                  <a:latin typeface="Noto Sans CJK JP Regular" panose="020B0500000000000000" pitchFamily="34" charset="-128"/>
                  <a:ea typeface="Noto Sans CJK JP Regular" panose="020B0500000000000000" pitchFamily="34" charset="-128"/>
                  <a:cs typeface="IPAPGothic"/>
                </a:rPr>
                <a:t>メーカー</a:t>
              </a:r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C7B8E601-63AB-66CA-C424-D6065D9A2109}"/>
                </a:ext>
              </a:extLst>
            </p:cNvPr>
            <p:cNvSpPr/>
            <p:nvPr/>
          </p:nvSpPr>
          <p:spPr>
            <a:xfrm>
              <a:off x="406219" y="847184"/>
              <a:ext cx="2212277" cy="3168352"/>
            </a:xfrm>
            <a:prstGeom prst="ellipse">
              <a:avLst/>
            </a:prstGeom>
            <a:noFill/>
            <a:ln w="34925">
              <a:solidFill>
                <a:srgbClr val="00205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 sz="1400" dirty="0"/>
            </a:p>
          </p:txBody>
        </p: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3E9D7463-9E8E-4437-DE8D-2985312D83BD}"/>
                </a:ext>
              </a:extLst>
            </p:cNvPr>
            <p:cNvCxnSpPr>
              <a:cxnSpLocks/>
              <a:stCxn id="2" idx="3"/>
              <a:endCxn id="7" idx="1"/>
            </p:cNvCxnSpPr>
            <p:nvPr/>
          </p:nvCxnSpPr>
          <p:spPr>
            <a:xfrm flipV="1">
              <a:off x="2023455" y="945152"/>
              <a:ext cx="1483878" cy="835526"/>
            </a:xfrm>
            <a:prstGeom prst="straightConnector1">
              <a:avLst/>
            </a:prstGeom>
            <a:ln w="34925">
              <a:solidFill>
                <a:srgbClr val="00205B"/>
              </a:solidFill>
              <a:tailEnd type="arrow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495F4E39-5F2D-DD19-6ABE-6CFCA84233FE}"/>
                </a:ext>
              </a:extLst>
            </p:cNvPr>
            <p:cNvCxnSpPr>
              <a:cxnSpLocks/>
              <a:stCxn id="9" idx="6"/>
              <a:endCxn id="5" idx="1"/>
            </p:cNvCxnSpPr>
            <p:nvPr/>
          </p:nvCxnSpPr>
          <p:spPr>
            <a:xfrm>
              <a:off x="2618497" y="2431361"/>
              <a:ext cx="1285976" cy="3342"/>
            </a:xfrm>
            <a:prstGeom prst="straightConnector1">
              <a:avLst/>
            </a:prstGeom>
            <a:ln w="34925">
              <a:solidFill>
                <a:srgbClr val="00205B"/>
              </a:solidFill>
              <a:tailEnd type="arrow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ED366073-B38F-FC61-682A-FB45605429DD}"/>
                </a:ext>
              </a:extLst>
            </p:cNvPr>
            <p:cNvCxnSpPr>
              <a:cxnSpLocks/>
              <a:stCxn id="5" idx="3"/>
              <a:endCxn id="6" idx="1"/>
            </p:cNvCxnSpPr>
            <p:nvPr/>
          </p:nvCxnSpPr>
          <p:spPr>
            <a:xfrm flipV="1">
              <a:off x="5577582" y="2430898"/>
              <a:ext cx="1063194" cy="3805"/>
            </a:xfrm>
            <a:prstGeom prst="straightConnector1">
              <a:avLst/>
            </a:prstGeom>
            <a:ln w="34925">
              <a:solidFill>
                <a:srgbClr val="00205B"/>
              </a:solidFill>
              <a:tailEnd type="arrow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Arrow Connector 27">
              <a:extLst>
                <a:ext uri="{FF2B5EF4-FFF2-40B4-BE49-F238E27FC236}">
                  <a16:creationId xmlns:a16="http://schemas.microsoft.com/office/drawing/2014/main" id="{38F1CA4F-FE2C-94BD-429A-FC7294F028EF}"/>
                </a:ext>
              </a:extLst>
            </p:cNvPr>
            <p:cNvCxnSpPr>
              <a:cxnSpLocks/>
              <a:stCxn id="3" idx="3"/>
              <a:endCxn id="4" idx="1"/>
            </p:cNvCxnSpPr>
            <p:nvPr/>
          </p:nvCxnSpPr>
          <p:spPr>
            <a:xfrm>
              <a:off x="2198389" y="3036308"/>
              <a:ext cx="1420041" cy="880336"/>
            </a:xfrm>
            <a:prstGeom prst="straightConnector1">
              <a:avLst/>
            </a:prstGeom>
            <a:ln w="34925">
              <a:solidFill>
                <a:srgbClr val="00205B"/>
              </a:solidFill>
              <a:tailEnd type="arrow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B579A6CC-BA2B-836D-50F7-D2B3038077E8}"/>
                </a:ext>
              </a:extLst>
            </p:cNvPr>
            <p:cNvSpPr txBox="1"/>
            <p:nvPr/>
          </p:nvSpPr>
          <p:spPr>
            <a:xfrm>
              <a:off x="5743104" y="1911242"/>
              <a:ext cx="766990" cy="51026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JP" sz="1799" dirty="0">
                  <a:solidFill>
                    <a:srgbClr val="2B3348"/>
                  </a:solidFill>
                  <a:latin typeface="Noto Sans CJK JP Regular" panose="020B0500000000000000" pitchFamily="34" charset="-128"/>
                  <a:ea typeface="Noto Sans CJK JP Regular" panose="020B0500000000000000" pitchFamily="34" charset="-128"/>
                  <a:cs typeface="IPAPGothic"/>
                </a:rPr>
                <a:t>FD</a:t>
              </a:r>
              <a:r>
                <a:rPr lang="en-JP" sz="1799" baseline="-25000" dirty="0">
                  <a:solidFill>
                    <a:srgbClr val="2B3348"/>
                  </a:solidFill>
                  <a:latin typeface="Noto Sans CJK JP Regular" panose="020B0500000000000000" pitchFamily="34" charset="-128"/>
                  <a:ea typeface="Noto Sans CJK JP Regular" panose="020B0500000000000000" pitchFamily="34" charset="-128"/>
                  <a:cs typeface="IPAPGothic"/>
                </a:rPr>
                <a:t>4</a:t>
              </a: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660CA404-E26F-6F7E-3A4C-DE18FBD83DFD}"/>
                </a:ext>
              </a:extLst>
            </p:cNvPr>
            <p:cNvSpPr txBox="1"/>
            <p:nvPr/>
          </p:nvSpPr>
          <p:spPr>
            <a:xfrm>
              <a:off x="2748290" y="3021518"/>
              <a:ext cx="766990" cy="51026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JP" sz="1799" dirty="0">
                  <a:solidFill>
                    <a:srgbClr val="2B3348"/>
                  </a:solidFill>
                  <a:latin typeface="Noto Sans CJK JP Regular" panose="020B0500000000000000" pitchFamily="34" charset="-128"/>
                  <a:ea typeface="Noto Sans CJK JP Regular" panose="020B0500000000000000" pitchFamily="34" charset="-128"/>
                  <a:cs typeface="IPAPGothic"/>
                </a:rPr>
                <a:t>FD</a:t>
              </a:r>
              <a:r>
                <a:rPr lang="en-JP" sz="1799" baseline="-25000" dirty="0">
                  <a:solidFill>
                    <a:srgbClr val="2B3348"/>
                  </a:solidFill>
                  <a:latin typeface="Noto Sans CJK JP Regular" panose="020B0500000000000000" pitchFamily="34" charset="-128"/>
                  <a:ea typeface="Noto Sans CJK JP Regular" panose="020B0500000000000000" pitchFamily="34" charset="-128"/>
                  <a:cs typeface="IPAPGothic"/>
                </a:rPr>
                <a:t>2</a:t>
              </a: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F29BFE18-FF1D-DD06-E047-86C11C536CBD}"/>
                </a:ext>
              </a:extLst>
            </p:cNvPr>
            <p:cNvSpPr txBox="1"/>
            <p:nvPr/>
          </p:nvSpPr>
          <p:spPr>
            <a:xfrm>
              <a:off x="2351472" y="733669"/>
              <a:ext cx="766990" cy="51026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JP" sz="1799" dirty="0">
                  <a:solidFill>
                    <a:srgbClr val="2B3348"/>
                  </a:solidFill>
                  <a:latin typeface="Noto Sans CJK JP Regular" panose="020B0500000000000000" pitchFamily="34" charset="-128"/>
                  <a:ea typeface="Noto Sans CJK JP Regular" panose="020B0500000000000000" pitchFamily="34" charset="-128"/>
                  <a:cs typeface="IPAPGothic"/>
                </a:rPr>
                <a:t>FD</a:t>
              </a:r>
              <a:r>
                <a:rPr lang="en-JP" sz="1799" baseline="-25000" dirty="0">
                  <a:solidFill>
                    <a:srgbClr val="2B3348"/>
                  </a:solidFill>
                  <a:latin typeface="Noto Sans CJK JP Regular" panose="020B0500000000000000" pitchFamily="34" charset="-128"/>
                  <a:ea typeface="Noto Sans CJK JP Regular" panose="020B0500000000000000" pitchFamily="34" charset="-128"/>
                  <a:cs typeface="IPAPGothic"/>
                </a:rPr>
                <a:t>3</a:t>
              </a: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999E6DF9-8D46-22B0-050B-B31C1B080765}"/>
                </a:ext>
              </a:extLst>
            </p:cNvPr>
            <p:cNvSpPr txBox="1"/>
            <p:nvPr/>
          </p:nvSpPr>
          <p:spPr>
            <a:xfrm>
              <a:off x="2908079" y="1908663"/>
              <a:ext cx="766990" cy="51026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JP" sz="1799" dirty="0">
                  <a:solidFill>
                    <a:srgbClr val="2B3348"/>
                  </a:solidFill>
                  <a:latin typeface="Noto Sans CJK JP Regular" panose="020B0500000000000000" pitchFamily="34" charset="-128"/>
                  <a:ea typeface="Noto Sans CJK JP Regular" panose="020B0500000000000000" pitchFamily="34" charset="-128"/>
                  <a:cs typeface="IPAPGothic"/>
                </a:rPr>
                <a:t>FD</a:t>
              </a:r>
              <a:r>
                <a:rPr lang="en-JP" sz="1799" baseline="-25000" dirty="0">
                  <a:solidFill>
                    <a:srgbClr val="2B3348"/>
                  </a:solidFill>
                  <a:latin typeface="Noto Sans CJK JP Regular" panose="020B0500000000000000" pitchFamily="34" charset="-128"/>
                  <a:ea typeface="Noto Sans CJK JP Regular" panose="020B0500000000000000" pitchFamily="34" charset="-128"/>
                  <a:cs typeface="IPAPGothic"/>
                </a:rPr>
                <a:t>1</a:t>
              </a:r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A5B3083E-369F-2FE4-C40B-BBF2D16953FD}"/>
              </a:ext>
            </a:extLst>
          </p:cNvPr>
          <p:cNvGrpSpPr/>
          <p:nvPr/>
        </p:nvGrpSpPr>
        <p:grpSpPr>
          <a:xfrm>
            <a:off x="244295" y="3528783"/>
            <a:ext cx="3630940" cy="695209"/>
            <a:chOff x="3904470" y="1865984"/>
            <a:chExt cx="4104924" cy="688356"/>
          </a:xfrm>
        </p:grpSpPr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86EA67CF-C9FF-0CD0-0BC6-C2A1D81BE6C6}"/>
                </a:ext>
              </a:extLst>
            </p:cNvPr>
            <p:cNvSpPr txBox="1"/>
            <p:nvPr/>
          </p:nvSpPr>
          <p:spPr>
            <a:xfrm>
              <a:off x="3904470" y="2158302"/>
              <a:ext cx="1368618" cy="39603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JP" sz="1999" dirty="0">
                  <a:solidFill>
                    <a:srgbClr val="00205B"/>
                  </a:solidFill>
                  <a:latin typeface="Noto Sans CJK JP Regular" panose="020B0500000000000000" pitchFamily="34" charset="-128"/>
                  <a:ea typeface="Noto Sans CJK JP Regular" panose="020B0500000000000000" pitchFamily="34" charset="-128"/>
                  <a:cs typeface="IPAPGothic"/>
                </a:rPr>
                <a:t>営業担当</a:t>
              </a: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67E239C0-7C92-51AD-5588-A1B6D19C6A50}"/>
                </a:ext>
              </a:extLst>
            </p:cNvPr>
            <p:cNvSpPr txBox="1"/>
            <p:nvPr/>
          </p:nvSpPr>
          <p:spPr>
            <a:xfrm>
              <a:off x="6640776" y="2154497"/>
              <a:ext cx="1368618" cy="39603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JP" sz="1999" dirty="0">
                  <a:solidFill>
                    <a:srgbClr val="00205B"/>
                  </a:solidFill>
                  <a:latin typeface="Noto Sans CJK JP Regular" panose="020B0500000000000000" pitchFamily="34" charset="-128"/>
                  <a:ea typeface="Noto Sans CJK JP Regular" panose="020B0500000000000000" pitchFamily="34" charset="-128"/>
                  <a:cs typeface="IPAPGothic"/>
                </a:rPr>
                <a:t>営業成績</a:t>
              </a:r>
            </a:p>
          </p:txBody>
        </p:sp>
        <p:cxnSp>
          <p:nvCxnSpPr>
            <p:cNvPr id="27" name="Straight Arrow Connector 26">
              <a:extLst>
                <a:ext uri="{FF2B5EF4-FFF2-40B4-BE49-F238E27FC236}">
                  <a16:creationId xmlns:a16="http://schemas.microsoft.com/office/drawing/2014/main" id="{495B052E-F8CA-B083-2559-0F020AE585AA}"/>
                </a:ext>
              </a:extLst>
            </p:cNvPr>
            <p:cNvCxnSpPr>
              <a:cxnSpLocks/>
              <a:stCxn id="20" idx="3"/>
              <a:endCxn id="21" idx="1"/>
            </p:cNvCxnSpPr>
            <p:nvPr/>
          </p:nvCxnSpPr>
          <p:spPr>
            <a:xfrm flipV="1">
              <a:off x="5273089" y="2352516"/>
              <a:ext cx="1367687" cy="3805"/>
            </a:xfrm>
            <a:prstGeom prst="straightConnector1">
              <a:avLst/>
            </a:prstGeom>
            <a:ln w="34925">
              <a:solidFill>
                <a:srgbClr val="00205B"/>
              </a:solidFill>
              <a:tailEnd type="arrow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7701E5A6-7CD7-49D0-BBC8-97755BD6D880}"/>
                </a:ext>
              </a:extLst>
            </p:cNvPr>
            <p:cNvSpPr txBox="1"/>
            <p:nvPr/>
          </p:nvSpPr>
          <p:spPr>
            <a:xfrm>
              <a:off x="5725681" y="1865984"/>
              <a:ext cx="627405" cy="3655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JP" sz="1799" dirty="0">
                  <a:solidFill>
                    <a:srgbClr val="2B3348"/>
                  </a:solidFill>
                  <a:latin typeface="Noto Sans CJK JP Regular" panose="020B0500000000000000" pitchFamily="34" charset="-128"/>
                  <a:ea typeface="Noto Sans CJK JP Regular" panose="020B0500000000000000" pitchFamily="34" charset="-128"/>
                  <a:cs typeface="IPAPGothic"/>
                </a:rPr>
                <a:t>FD</a:t>
              </a:r>
              <a:r>
                <a:rPr lang="en-JP" sz="1799" baseline="-25000" dirty="0">
                  <a:solidFill>
                    <a:srgbClr val="2B3348"/>
                  </a:solidFill>
                  <a:latin typeface="Noto Sans CJK JP Regular" panose="020B0500000000000000" pitchFamily="34" charset="-128"/>
                  <a:ea typeface="Noto Sans CJK JP Regular" panose="020B0500000000000000" pitchFamily="34" charset="-128"/>
                  <a:cs typeface="IPAPGothic"/>
                </a:rPr>
                <a:t>4</a:t>
              </a:r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D4C632BB-64DF-4CD6-6420-77D3480493B5}"/>
              </a:ext>
            </a:extLst>
          </p:cNvPr>
          <p:cNvGrpSpPr/>
          <p:nvPr/>
        </p:nvGrpSpPr>
        <p:grpSpPr>
          <a:xfrm>
            <a:off x="5116960" y="2571753"/>
            <a:ext cx="3741766" cy="2550021"/>
            <a:chOff x="406219" y="668752"/>
            <a:chExt cx="5171359" cy="3524290"/>
          </a:xfrm>
        </p:grpSpPr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887C9AA2-D6E8-F2F6-840F-A0FA9D801E7B}"/>
                </a:ext>
              </a:extLst>
            </p:cNvPr>
            <p:cNvSpPr txBox="1"/>
            <p:nvPr/>
          </p:nvSpPr>
          <p:spPr>
            <a:xfrm>
              <a:off x="1059290" y="1504278"/>
              <a:ext cx="964165" cy="5527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JP" sz="1999" dirty="0">
                  <a:solidFill>
                    <a:srgbClr val="00205B"/>
                  </a:solidFill>
                  <a:latin typeface="Noto Sans CJK JP Regular" panose="020B0500000000000000" pitchFamily="34" charset="-128"/>
                  <a:ea typeface="Noto Sans CJK JP Regular" panose="020B0500000000000000" pitchFamily="34" charset="-128"/>
                  <a:cs typeface="IPAPGothic"/>
                </a:rPr>
                <a:t>商品</a:t>
              </a:r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7D32301A-AEC8-70E5-CE72-0E4D373A4F8B}"/>
                </a:ext>
              </a:extLst>
            </p:cNvPr>
            <p:cNvSpPr txBox="1"/>
            <p:nvPr/>
          </p:nvSpPr>
          <p:spPr>
            <a:xfrm>
              <a:off x="879753" y="2759908"/>
              <a:ext cx="1318637" cy="5527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JP" sz="1999" dirty="0">
                  <a:solidFill>
                    <a:srgbClr val="00205B"/>
                  </a:solidFill>
                  <a:latin typeface="Noto Sans CJK JP Regular" panose="020B0500000000000000" pitchFamily="34" charset="-128"/>
                  <a:ea typeface="Noto Sans CJK JP Regular" panose="020B0500000000000000" pitchFamily="34" charset="-128"/>
                  <a:cs typeface="IPAPGothic"/>
                </a:rPr>
                <a:t>ユーザ</a:t>
              </a:r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917779C2-60FE-0F9E-9E8F-18B651028C5C}"/>
                </a:ext>
              </a:extLst>
            </p:cNvPr>
            <p:cNvSpPr txBox="1"/>
            <p:nvPr/>
          </p:nvSpPr>
          <p:spPr>
            <a:xfrm>
              <a:off x="3618432" y="3640243"/>
              <a:ext cx="1318637" cy="5527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JP" sz="1999" dirty="0">
                  <a:solidFill>
                    <a:srgbClr val="00205B"/>
                  </a:solidFill>
                  <a:latin typeface="Noto Sans CJK JP Regular" panose="020B0500000000000000" pitchFamily="34" charset="-128"/>
                  <a:ea typeface="Noto Sans CJK JP Regular" panose="020B0500000000000000" pitchFamily="34" charset="-128"/>
                  <a:cs typeface="IPAPGothic"/>
                </a:rPr>
                <a:t>連絡先</a:t>
              </a:r>
              <a:endParaRPr lang="en-JP" sz="2399" dirty="0">
                <a:solidFill>
                  <a:srgbClr val="00205B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endParaRPr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1F2A3AC4-0EEF-187A-299C-E0EA2A394257}"/>
                </a:ext>
              </a:extLst>
            </p:cNvPr>
            <p:cNvSpPr txBox="1"/>
            <p:nvPr/>
          </p:nvSpPr>
          <p:spPr>
            <a:xfrm>
              <a:off x="3904468" y="2158302"/>
              <a:ext cx="1673110" cy="5527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JP" sz="1999" dirty="0">
                  <a:solidFill>
                    <a:srgbClr val="00205B"/>
                  </a:solidFill>
                  <a:latin typeface="Noto Sans CJK JP Regular" panose="020B0500000000000000" pitchFamily="34" charset="-128"/>
                  <a:ea typeface="Noto Sans CJK JP Regular" panose="020B0500000000000000" pitchFamily="34" charset="-128"/>
                  <a:cs typeface="IPAPGothic"/>
                </a:rPr>
                <a:t>営業担当</a:t>
              </a:r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44DAF694-859F-6ED6-3399-BA8DB20C5E80}"/>
                </a:ext>
              </a:extLst>
            </p:cNvPr>
            <p:cNvSpPr txBox="1"/>
            <p:nvPr/>
          </p:nvSpPr>
          <p:spPr>
            <a:xfrm>
              <a:off x="3507332" y="668752"/>
              <a:ext cx="1673110" cy="5527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JP" sz="1999" dirty="0">
                  <a:solidFill>
                    <a:srgbClr val="00205B"/>
                  </a:solidFill>
                  <a:latin typeface="Noto Sans CJK JP Regular" panose="020B0500000000000000" pitchFamily="34" charset="-128"/>
                  <a:ea typeface="Noto Sans CJK JP Regular" panose="020B0500000000000000" pitchFamily="34" charset="-128"/>
                  <a:cs typeface="IPAPGothic"/>
                </a:rPr>
                <a:t>メーカー</a:t>
              </a:r>
            </a:p>
          </p:txBody>
        </p:sp>
        <p:sp>
          <p:nvSpPr>
            <p:cNvPr id="41" name="Oval 40">
              <a:extLst>
                <a:ext uri="{FF2B5EF4-FFF2-40B4-BE49-F238E27FC236}">
                  <a16:creationId xmlns:a16="http://schemas.microsoft.com/office/drawing/2014/main" id="{CDEFAE1C-C772-8A07-DD14-7B36B69EEA9D}"/>
                </a:ext>
              </a:extLst>
            </p:cNvPr>
            <p:cNvSpPr/>
            <p:nvPr/>
          </p:nvSpPr>
          <p:spPr>
            <a:xfrm>
              <a:off x="406219" y="847184"/>
              <a:ext cx="2212277" cy="3168352"/>
            </a:xfrm>
            <a:prstGeom prst="ellipse">
              <a:avLst/>
            </a:prstGeom>
            <a:noFill/>
            <a:ln w="34925">
              <a:solidFill>
                <a:srgbClr val="00205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 sz="1400" dirty="0"/>
            </a:p>
          </p:txBody>
        </p:sp>
        <p:cxnSp>
          <p:nvCxnSpPr>
            <p:cNvPr id="42" name="Straight Arrow Connector 41">
              <a:extLst>
                <a:ext uri="{FF2B5EF4-FFF2-40B4-BE49-F238E27FC236}">
                  <a16:creationId xmlns:a16="http://schemas.microsoft.com/office/drawing/2014/main" id="{1F360322-1C47-B5DC-4D60-C3516DCEDC75}"/>
                </a:ext>
              </a:extLst>
            </p:cNvPr>
            <p:cNvCxnSpPr>
              <a:cxnSpLocks/>
              <a:stCxn id="35" idx="3"/>
              <a:endCxn id="40" idx="1"/>
            </p:cNvCxnSpPr>
            <p:nvPr/>
          </p:nvCxnSpPr>
          <p:spPr>
            <a:xfrm flipV="1">
              <a:off x="2023455" y="945152"/>
              <a:ext cx="1483878" cy="835526"/>
            </a:xfrm>
            <a:prstGeom prst="straightConnector1">
              <a:avLst/>
            </a:prstGeom>
            <a:ln w="34925">
              <a:solidFill>
                <a:srgbClr val="00205B"/>
              </a:solidFill>
              <a:tailEnd type="arrow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Arrow Connector 42">
              <a:extLst>
                <a:ext uri="{FF2B5EF4-FFF2-40B4-BE49-F238E27FC236}">
                  <a16:creationId xmlns:a16="http://schemas.microsoft.com/office/drawing/2014/main" id="{56AD1BBE-F79A-89C8-1721-0ECD7F38B259}"/>
                </a:ext>
              </a:extLst>
            </p:cNvPr>
            <p:cNvCxnSpPr>
              <a:cxnSpLocks/>
              <a:stCxn id="41" idx="6"/>
              <a:endCxn id="38" idx="1"/>
            </p:cNvCxnSpPr>
            <p:nvPr/>
          </p:nvCxnSpPr>
          <p:spPr>
            <a:xfrm>
              <a:off x="2618497" y="2431361"/>
              <a:ext cx="1285972" cy="3342"/>
            </a:xfrm>
            <a:prstGeom prst="straightConnector1">
              <a:avLst/>
            </a:prstGeom>
            <a:ln w="34925">
              <a:solidFill>
                <a:srgbClr val="00205B"/>
              </a:solidFill>
              <a:tailEnd type="arrow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844B9995-66B0-AD3B-B0A8-9E8A04949064}"/>
                </a:ext>
              </a:extLst>
            </p:cNvPr>
            <p:cNvCxnSpPr>
              <a:cxnSpLocks/>
              <a:stCxn id="36" idx="3"/>
              <a:endCxn id="37" idx="1"/>
            </p:cNvCxnSpPr>
            <p:nvPr/>
          </p:nvCxnSpPr>
          <p:spPr>
            <a:xfrm>
              <a:off x="2198389" y="3036308"/>
              <a:ext cx="1420043" cy="880336"/>
            </a:xfrm>
            <a:prstGeom prst="straightConnector1">
              <a:avLst/>
            </a:prstGeom>
            <a:ln w="34925">
              <a:solidFill>
                <a:srgbClr val="00205B"/>
              </a:solidFill>
              <a:tailEnd type="arrow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7FA1223F-F323-9CE6-F6F1-2C0DBD736C41}"/>
                </a:ext>
              </a:extLst>
            </p:cNvPr>
            <p:cNvSpPr txBox="1"/>
            <p:nvPr/>
          </p:nvSpPr>
          <p:spPr>
            <a:xfrm>
              <a:off x="2748290" y="3021518"/>
              <a:ext cx="766990" cy="51026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JP" sz="1799" dirty="0">
                  <a:solidFill>
                    <a:srgbClr val="2B3348"/>
                  </a:solidFill>
                  <a:latin typeface="Noto Sans CJK JP Regular" panose="020B0500000000000000" pitchFamily="34" charset="-128"/>
                  <a:ea typeface="Noto Sans CJK JP Regular" panose="020B0500000000000000" pitchFamily="34" charset="-128"/>
                  <a:cs typeface="IPAPGothic"/>
                </a:rPr>
                <a:t>FD</a:t>
              </a:r>
              <a:r>
                <a:rPr lang="en-JP" sz="1799" baseline="-25000" dirty="0">
                  <a:solidFill>
                    <a:srgbClr val="2B3348"/>
                  </a:solidFill>
                  <a:latin typeface="Noto Sans CJK JP Regular" panose="020B0500000000000000" pitchFamily="34" charset="-128"/>
                  <a:ea typeface="Noto Sans CJK JP Regular" panose="020B0500000000000000" pitchFamily="34" charset="-128"/>
                  <a:cs typeface="IPAPGothic"/>
                </a:rPr>
                <a:t>2</a:t>
              </a:r>
            </a:p>
          </p:txBody>
        </p: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1C9EEDA3-3F95-22B1-1000-BC4AA4F8EF21}"/>
                </a:ext>
              </a:extLst>
            </p:cNvPr>
            <p:cNvSpPr txBox="1"/>
            <p:nvPr/>
          </p:nvSpPr>
          <p:spPr>
            <a:xfrm>
              <a:off x="2351472" y="733669"/>
              <a:ext cx="766990" cy="51026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JP" sz="1799" dirty="0">
                  <a:solidFill>
                    <a:srgbClr val="2B3348"/>
                  </a:solidFill>
                  <a:latin typeface="Noto Sans CJK JP Regular" panose="020B0500000000000000" pitchFamily="34" charset="-128"/>
                  <a:ea typeface="Noto Sans CJK JP Regular" panose="020B0500000000000000" pitchFamily="34" charset="-128"/>
                  <a:cs typeface="IPAPGothic"/>
                </a:rPr>
                <a:t>FD</a:t>
              </a:r>
              <a:r>
                <a:rPr lang="en-JP" sz="1799" baseline="-25000" dirty="0">
                  <a:solidFill>
                    <a:srgbClr val="2B3348"/>
                  </a:solidFill>
                  <a:latin typeface="Noto Sans CJK JP Regular" panose="020B0500000000000000" pitchFamily="34" charset="-128"/>
                  <a:ea typeface="Noto Sans CJK JP Regular" panose="020B0500000000000000" pitchFamily="34" charset="-128"/>
                  <a:cs typeface="IPAPGothic"/>
                </a:rPr>
                <a:t>3</a:t>
              </a:r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B861D1EF-7AD7-80EA-A6FD-9410C7F11958}"/>
                </a:ext>
              </a:extLst>
            </p:cNvPr>
            <p:cNvSpPr txBox="1"/>
            <p:nvPr/>
          </p:nvSpPr>
          <p:spPr>
            <a:xfrm>
              <a:off x="2908079" y="1908663"/>
              <a:ext cx="766990" cy="51026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JP" sz="1799" dirty="0">
                  <a:solidFill>
                    <a:srgbClr val="2B3348"/>
                  </a:solidFill>
                  <a:latin typeface="Noto Sans CJK JP Regular" panose="020B0500000000000000" pitchFamily="34" charset="-128"/>
                  <a:ea typeface="Noto Sans CJK JP Regular" panose="020B0500000000000000" pitchFamily="34" charset="-128"/>
                  <a:cs typeface="IPAPGothic"/>
                </a:rPr>
                <a:t>FD</a:t>
              </a:r>
              <a:r>
                <a:rPr lang="en-JP" sz="1799" baseline="-25000" dirty="0">
                  <a:solidFill>
                    <a:srgbClr val="2B3348"/>
                  </a:solidFill>
                  <a:latin typeface="Noto Sans CJK JP Regular" panose="020B0500000000000000" pitchFamily="34" charset="-128"/>
                  <a:ea typeface="Noto Sans CJK JP Regular" panose="020B0500000000000000" pitchFamily="34" charset="-128"/>
                  <a:cs typeface="IPAPGothic"/>
                </a:rPr>
                <a:t>1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035884479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1174FF7-2E0A-0DA7-5F64-A48CAFC20365}"/>
              </a:ext>
            </a:extLst>
          </p:cNvPr>
          <p:cNvSpPr txBox="1"/>
          <p:nvPr/>
        </p:nvSpPr>
        <p:spPr>
          <a:xfrm>
            <a:off x="1078750" y="1659919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2800" dirty="0">
                <a:solidFill>
                  <a:srgbClr val="00205B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商品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0B54B0C-AA89-4B58-9D45-AC8DC916A295}"/>
              </a:ext>
            </a:extLst>
          </p:cNvPr>
          <p:cNvSpPr txBox="1"/>
          <p:nvPr/>
        </p:nvSpPr>
        <p:spPr>
          <a:xfrm>
            <a:off x="899208" y="2915548"/>
            <a:ext cx="126188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2800" dirty="0">
                <a:solidFill>
                  <a:srgbClr val="00205B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ユーザ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54DAB0E-0232-0BBA-9B35-D52C57B7DF58}"/>
              </a:ext>
            </a:extLst>
          </p:cNvPr>
          <p:cNvSpPr txBox="1"/>
          <p:nvPr/>
        </p:nvSpPr>
        <p:spPr>
          <a:xfrm>
            <a:off x="3923933" y="2313945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2800" dirty="0">
                <a:solidFill>
                  <a:srgbClr val="00205B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営業担当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625B77D-F180-0199-4EFE-737572969B56}"/>
              </a:ext>
            </a:extLst>
          </p:cNvPr>
          <p:cNvSpPr txBox="1"/>
          <p:nvPr/>
        </p:nvSpPr>
        <p:spPr>
          <a:xfrm>
            <a:off x="6660238" y="231014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2800" dirty="0">
                <a:solidFill>
                  <a:srgbClr val="00205B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営業成績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C7B8E601-63AB-66CA-C424-D6065D9A2109}"/>
              </a:ext>
            </a:extLst>
          </p:cNvPr>
          <p:cNvSpPr/>
          <p:nvPr/>
        </p:nvSpPr>
        <p:spPr>
          <a:xfrm>
            <a:off x="425681" y="1002826"/>
            <a:ext cx="2212277" cy="3168352"/>
          </a:xfrm>
          <a:prstGeom prst="ellipse">
            <a:avLst/>
          </a:prstGeom>
          <a:noFill/>
          <a:ln w="34925">
            <a:solidFill>
              <a:srgbClr val="0020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 dirty="0"/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495F4E39-5F2D-DD19-6ABE-6CFCA84233FE}"/>
              </a:ext>
            </a:extLst>
          </p:cNvPr>
          <p:cNvCxnSpPr>
            <a:cxnSpLocks/>
            <a:stCxn id="9" idx="6"/>
            <a:endCxn id="5" idx="1"/>
          </p:cNvCxnSpPr>
          <p:nvPr/>
        </p:nvCxnSpPr>
        <p:spPr>
          <a:xfrm flipV="1">
            <a:off x="2637958" y="2575556"/>
            <a:ext cx="1285975" cy="11447"/>
          </a:xfrm>
          <a:prstGeom prst="straightConnector1">
            <a:avLst/>
          </a:prstGeom>
          <a:ln w="34925">
            <a:solidFill>
              <a:srgbClr val="00205B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ED366073-B38F-FC61-682A-FB45605429DD}"/>
              </a:ext>
            </a:extLst>
          </p:cNvPr>
          <p:cNvCxnSpPr>
            <a:cxnSpLocks/>
            <a:stCxn id="5" idx="3"/>
            <a:endCxn id="6" idx="1"/>
          </p:cNvCxnSpPr>
          <p:nvPr/>
        </p:nvCxnSpPr>
        <p:spPr>
          <a:xfrm flipV="1">
            <a:off x="5544889" y="2571751"/>
            <a:ext cx="1115348" cy="3805"/>
          </a:xfrm>
          <a:prstGeom prst="straightConnector1">
            <a:avLst/>
          </a:prstGeom>
          <a:ln w="34925">
            <a:solidFill>
              <a:srgbClr val="00205B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B579A6CC-BA2B-836D-50F7-D2B3038077E8}"/>
              </a:ext>
            </a:extLst>
          </p:cNvPr>
          <p:cNvSpPr txBox="1"/>
          <p:nvPr/>
        </p:nvSpPr>
        <p:spPr>
          <a:xfrm>
            <a:off x="5762561" y="2066892"/>
            <a:ext cx="679994" cy="46153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23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FD</a:t>
            </a:r>
            <a:r>
              <a:rPr lang="en-JP" sz="2399" baseline="-250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4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99E6DF9-8D46-22B0-050B-B31C1B080765}"/>
              </a:ext>
            </a:extLst>
          </p:cNvPr>
          <p:cNvSpPr txBox="1"/>
          <p:nvPr/>
        </p:nvSpPr>
        <p:spPr>
          <a:xfrm>
            <a:off x="2927536" y="2064312"/>
            <a:ext cx="679994" cy="46153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23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FD</a:t>
            </a:r>
            <a:r>
              <a:rPr lang="en-JP" sz="2399" baseline="-250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3389958050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1174FF7-2E0A-0DA7-5F64-A48CAFC20365}"/>
              </a:ext>
            </a:extLst>
          </p:cNvPr>
          <p:cNvSpPr txBox="1"/>
          <p:nvPr/>
        </p:nvSpPr>
        <p:spPr>
          <a:xfrm>
            <a:off x="981479" y="1656115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2800" dirty="0">
                <a:solidFill>
                  <a:srgbClr val="00205B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商品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0B54B0C-AA89-4B58-9D45-AC8DC916A295}"/>
              </a:ext>
            </a:extLst>
          </p:cNvPr>
          <p:cNvSpPr txBox="1"/>
          <p:nvPr/>
        </p:nvSpPr>
        <p:spPr>
          <a:xfrm>
            <a:off x="801937" y="2911743"/>
            <a:ext cx="126188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2800" dirty="0">
                <a:solidFill>
                  <a:srgbClr val="00205B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ユーザ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3F762EB-2CBF-57FC-CD97-B3F1253E48CE}"/>
              </a:ext>
            </a:extLst>
          </p:cNvPr>
          <p:cNvSpPr txBox="1"/>
          <p:nvPr/>
        </p:nvSpPr>
        <p:spPr>
          <a:xfrm>
            <a:off x="3540615" y="3792080"/>
            <a:ext cx="126188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2800" dirty="0">
                <a:solidFill>
                  <a:srgbClr val="00205B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連絡先</a:t>
            </a:r>
            <a:endParaRPr lang="en-JP" sz="3200" dirty="0">
              <a:solidFill>
                <a:srgbClr val="00205B"/>
              </a:solidFill>
              <a:latin typeface="Noto Sans CJK JP Regular" panose="020B0500000000000000" pitchFamily="34" charset="-128"/>
              <a:ea typeface="Noto Sans CJK JP Regular" panose="020B0500000000000000" pitchFamily="34" charset="-128"/>
              <a:cs typeface="IPAPGothic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54DAB0E-0232-0BBA-9B35-D52C57B7DF58}"/>
              </a:ext>
            </a:extLst>
          </p:cNvPr>
          <p:cNvSpPr txBox="1"/>
          <p:nvPr/>
        </p:nvSpPr>
        <p:spPr>
          <a:xfrm>
            <a:off x="3826662" y="231014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2800" dirty="0">
                <a:solidFill>
                  <a:srgbClr val="00205B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営業担当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8AAD2AB-9088-DDF2-F9C1-CC1406B60ECB}"/>
              </a:ext>
            </a:extLst>
          </p:cNvPr>
          <p:cNvSpPr txBox="1"/>
          <p:nvPr/>
        </p:nvSpPr>
        <p:spPr>
          <a:xfrm>
            <a:off x="3429520" y="820589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2800" dirty="0">
                <a:solidFill>
                  <a:srgbClr val="00205B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メーカー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C7B8E601-63AB-66CA-C424-D6065D9A2109}"/>
              </a:ext>
            </a:extLst>
          </p:cNvPr>
          <p:cNvSpPr/>
          <p:nvPr/>
        </p:nvSpPr>
        <p:spPr>
          <a:xfrm>
            <a:off x="328408" y="999021"/>
            <a:ext cx="2212277" cy="3168352"/>
          </a:xfrm>
          <a:prstGeom prst="ellipse">
            <a:avLst/>
          </a:prstGeom>
          <a:noFill/>
          <a:ln w="34925">
            <a:solidFill>
              <a:srgbClr val="0020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 dirty="0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3E9D7463-9E8E-4437-DE8D-2985312D83BD}"/>
              </a:ext>
            </a:extLst>
          </p:cNvPr>
          <p:cNvCxnSpPr>
            <a:cxnSpLocks/>
            <a:stCxn id="2" idx="3"/>
            <a:endCxn id="7" idx="1"/>
          </p:cNvCxnSpPr>
          <p:nvPr/>
        </p:nvCxnSpPr>
        <p:spPr>
          <a:xfrm flipV="1">
            <a:off x="1884289" y="1082199"/>
            <a:ext cx="1545230" cy="835526"/>
          </a:xfrm>
          <a:prstGeom prst="straightConnector1">
            <a:avLst/>
          </a:prstGeom>
          <a:ln w="34925">
            <a:solidFill>
              <a:srgbClr val="00205B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495F4E39-5F2D-DD19-6ABE-6CFCA84233FE}"/>
              </a:ext>
            </a:extLst>
          </p:cNvPr>
          <p:cNvCxnSpPr>
            <a:cxnSpLocks/>
            <a:stCxn id="9" idx="6"/>
            <a:endCxn id="5" idx="1"/>
          </p:cNvCxnSpPr>
          <p:nvPr/>
        </p:nvCxnSpPr>
        <p:spPr>
          <a:xfrm flipV="1">
            <a:off x="2540685" y="2571751"/>
            <a:ext cx="1285977" cy="11447"/>
          </a:xfrm>
          <a:prstGeom prst="straightConnector1">
            <a:avLst/>
          </a:prstGeom>
          <a:ln w="34925">
            <a:solidFill>
              <a:srgbClr val="00205B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38F1CA4F-FE2C-94BD-429A-FC7294F028EF}"/>
              </a:ext>
            </a:extLst>
          </p:cNvPr>
          <p:cNvCxnSpPr>
            <a:cxnSpLocks/>
            <a:stCxn id="3" idx="3"/>
            <a:endCxn id="4" idx="1"/>
          </p:cNvCxnSpPr>
          <p:nvPr/>
        </p:nvCxnSpPr>
        <p:spPr>
          <a:xfrm>
            <a:off x="2063821" y="3173354"/>
            <a:ext cx="1476794" cy="880337"/>
          </a:xfrm>
          <a:prstGeom prst="straightConnector1">
            <a:avLst/>
          </a:prstGeom>
          <a:ln w="34925">
            <a:solidFill>
              <a:srgbClr val="00205B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660CA404-E26F-6F7E-3A4C-DE18FBD83DFD}"/>
              </a:ext>
            </a:extLst>
          </p:cNvPr>
          <p:cNvSpPr txBox="1"/>
          <p:nvPr/>
        </p:nvSpPr>
        <p:spPr>
          <a:xfrm>
            <a:off x="2670475" y="3173360"/>
            <a:ext cx="679994" cy="46153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23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FD</a:t>
            </a:r>
            <a:r>
              <a:rPr lang="en-JP" sz="2399" baseline="-250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2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29BFE18-FF1D-DD06-E047-86C11C536CBD}"/>
              </a:ext>
            </a:extLst>
          </p:cNvPr>
          <p:cNvSpPr txBox="1"/>
          <p:nvPr/>
        </p:nvSpPr>
        <p:spPr>
          <a:xfrm>
            <a:off x="2360653" y="900595"/>
            <a:ext cx="679994" cy="46153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23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FD</a:t>
            </a:r>
            <a:r>
              <a:rPr lang="en-JP" sz="2399" baseline="-250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3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99E6DF9-8D46-22B0-050B-B31C1B080765}"/>
              </a:ext>
            </a:extLst>
          </p:cNvPr>
          <p:cNvSpPr txBox="1"/>
          <p:nvPr/>
        </p:nvSpPr>
        <p:spPr>
          <a:xfrm>
            <a:off x="2830264" y="2060507"/>
            <a:ext cx="679994" cy="46153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23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FD</a:t>
            </a:r>
            <a:r>
              <a:rPr lang="en-JP" sz="2399" baseline="-250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3628663771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1174FF7-2E0A-0DA7-5F64-A48CAFC20365}"/>
              </a:ext>
            </a:extLst>
          </p:cNvPr>
          <p:cNvSpPr txBox="1"/>
          <p:nvPr/>
        </p:nvSpPr>
        <p:spPr>
          <a:xfrm>
            <a:off x="981479" y="1656115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2800" dirty="0">
                <a:solidFill>
                  <a:srgbClr val="00205B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商品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0B54B0C-AA89-4B58-9D45-AC8DC916A295}"/>
              </a:ext>
            </a:extLst>
          </p:cNvPr>
          <p:cNvSpPr txBox="1"/>
          <p:nvPr/>
        </p:nvSpPr>
        <p:spPr>
          <a:xfrm>
            <a:off x="801937" y="2911743"/>
            <a:ext cx="126188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2800" dirty="0">
                <a:solidFill>
                  <a:srgbClr val="00205B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ユーザ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54DAB0E-0232-0BBA-9B35-D52C57B7DF58}"/>
              </a:ext>
            </a:extLst>
          </p:cNvPr>
          <p:cNvSpPr txBox="1"/>
          <p:nvPr/>
        </p:nvSpPr>
        <p:spPr>
          <a:xfrm>
            <a:off x="3826662" y="231014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2800" dirty="0">
                <a:solidFill>
                  <a:srgbClr val="00205B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営業担当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C7B8E601-63AB-66CA-C424-D6065D9A2109}"/>
              </a:ext>
            </a:extLst>
          </p:cNvPr>
          <p:cNvSpPr/>
          <p:nvPr/>
        </p:nvSpPr>
        <p:spPr>
          <a:xfrm>
            <a:off x="328408" y="999021"/>
            <a:ext cx="2212277" cy="3168352"/>
          </a:xfrm>
          <a:prstGeom prst="ellipse">
            <a:avLst/>
          </a:prstGeom>
          <a:noFill/>
          <a:ln w="34925">
            <a:solidFill>
              <a:srgbClr val="0020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 dirty="0"/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495F4E39-5F2D-DD19-6ABE-6CFCA84233FE}"/>
              </a:ext>
            </a:extLst>
          </p:cNvPr>
          <p:cNvCxnSpPr>
            <a:cxnSpLocks/>
            <a:stCxn id="9" idx="6"/>
            <a:endCxn id="5" idx="1"/>
          </p:cNvCxnSpPr>
          <p:nvPr/>
        </p:nvCxnSpPr>
        <p:spPr>
          <a:xfrm flipV="1">
            <a:off x="2540685" y="2571751"/>
            <a:ext cx="1285977" cy="11447"/>
          </a:xfrm>
          <a:prstGeom prst="straightConnector1">
            <a:avLst/>
          </a:prstGeom>
          <a:ln w="34925">
            <a:solidFill>
              <a:srgbClr val="00205B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999E6DF9-8D46-22B0-050B-B31C1B080765}"/>
              </a:ext>
            </a:extLst>
          </p:cNvPr>
          <p:cNvSpPr txBox="1"/>
          <p:nvPr/>
        </p:nvSpPr>
        <p:spPr>
          <a:xfrm>
            <a:off x="2830264" y="2060507"/>
            <a:ext cx="679994" cy="46153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23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FD</a:t>
            </a:r>
            <a:r>
              <a:rPr lang="en-JP" sz="2399" baseline="-250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328064859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8886A1E-96F4-6A01-9755-D4289EF14BA4}"/>
              </a:ext>
            </a:extLst>
          </p:cNvPr>
          <p:cNvSpPr txBox="1"/>
          <p:nvPr/>
        </p:nvSpPr>
        <p:spPr>
          <a:xfrm>
            <a:off x="2940246" y="2475534"/>
            <a:ext cx="1223412" cy="523220"/>
          </a:xfrm>
          <a:prstGeom prst="rect">
            <a:avLst/>
          </a:prstGeom>
          <a:noFill/>
          <a:ln w="15875">
            <a:solidFill>
              <a:srgbClr val="00205B"/>
            </a:solidFill>
          </a:ln>
        </p:spPr>
        <p:txBody>
          <a:bodyPr wrap="none" rtlCol="0">
            <a:spAutoFit/>
          </a:bodyPr>
          <a:lstStyle/>
          <a:p>
            <a:pPr algn="l"/>
            <a:r>
              <a:rPr lang="en-US" sz="2800" dirty="0">
                <a:solidFill>
                  <a:srgbClr val="00205B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  </a:t>
            </a:r>
            <a:r>
              <a:rPr lang="en-JP" sz="2800" dirty="0">
                <a:solidFill>
                  <a:srgbClr val="00205B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商品  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9DAA982-AE32-48B1-EC84-BDDD0379804D}"/>
              </a:ext>
            </a:extLst>
          </p:cNvPr>
          <p:cNvSpPr txBox="1"/>
          <p:nvPr/>
        </p:nvSpPr>
        <p:spPr>
          <a:xfrm>
            <a:off x="95877" y="2475534"/>
            <a:ext cx="1582484" cy="523220"/>
          </a:xfrm>
          <a:prstGeom prst="rect">
            <a:avLst/>
          </a:prstGeom>
          <a:noFill/>
          <a:ln w="15875">
            <a:solidFill>
              <a:srgbClr val="00205B"/>
            </a:solidFill>
          </a:ln>
        </p:spPr>
        <p:txBody>
          <a:bodyPr wrap="none" rtlCol="0">
            <a:spAutoFit/>
          </a:bodyPr>
          <a:lstStyle/>
          <a:p>
            <a:pPr algn="l"/>
            <a:r>
              <a:rPr lang="en-JP" sz="2800" dirty="0">
                <a:solidFill>
                  <a:srgbClr val="00205B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  ユーザ 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2DBE49F-8B2C-E80D-EF83-64D0C58E7A57}"/>
              </a:ext>
            </a:extLst>
          </p:cNvPr>
          <p:cNvSpPr txBox="1"/>
          <p:nvPr/>
        </p:nvSpPr>
        <p:spPr>
          <a:xfrm>
            <a:off x="1678364" y="2475534"/>
            <a:ext cx="1261884" cy="523220"/>
          </a:xfrm>
          <a:prstGeom prst="rect">
            <a:avLst/>
          </a:prstGeom>
          <a:noFill/>
          <a:ln w="15875">
            <a:solidFill>
              <a:srgbClr val="00205B"/>
            </a:solidFill>
          </a:ln>
        </p:spPr>
        <p:txBody>
          <a:bodyPr wrap="none" rtlCol="0">
            <a:spAutoFit/>
          </a:bodyPr>
          <a:lstStyle/>
          <a:p>
            <a:pPr algn="l"/>
            <a:r>
              <a:rPr lang="en-JP" sz="2800" dirty="0">
                <a:solidFill>
                  <a:srgbClr val="00205B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連絡先</a:t>
            </a:r>
            <a:endParaRPr lang="en-JP" sz="3200" dirty="0">
              <a:solidFill>
                <a:srgbClr val="00205B"/>
              </a:solidFill>
              <a:latin typeface="Noto Sans CJK JP Regular" panose="020B0500000000000000" pitchFamily="34" charset="-128"/>
              <a:ea typeface="Noto Sans CJK JP Regular" panose="020B0500000000000000" pitchFamily="34" charset="-128"/>
              <a:cs typeface="IPAPGothic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49675B1-18E2-0D68-6EAC-60F9AF1AC8B1}"/>
              </a:ext>
            </a:extLst>
          </p:cNvPr>
          <p:cNvSpPr txBox="1"/>
          <p:nvPr/>
        </p:nvSpPr>
        <p:spPr>
          <a:xfrm>
            <a:off x="5784620" y="2475534"/>
            <a:ext cx="1620957" cy="523220"/>
          </a:xfrm>
          <a:prstGeom prst="rect">
            <a:avLst/>
          </a:prstGeom>
          <a:noFill/>
          <a:ln w="15875">
            <a:solidFill>
              <a:srgbClr val="00205B"/>
            </a:solidFill>
          </a:ln>
        </p:spPr>
        <p:txBody>
          <a:bodyPr wrap="none" rtlCol="0">
            <a:spAutoFit/>
          </a:bodyPr>
          <a:lstStyle/>
          <a:p>
            <a:pPr algn="l"/>
            <a:r>
              <a:rPr lang="en-JP" sz="2800" dirty="0">
                <a:solidFill>
                  <a:srgbClr val="00205B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営業担当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32C6E9F-F1CE-D5DF-87A1-1ABDA2E4449E}"/>
              </a:ext>
            </a:extLst>
          </p:cNvPr>
          <p:cNvSpPr txBox="1"/>
          <p:nvPr/>
        </p:nvSpPr>
        <p:spPr>
          <a:xfrm>
            <a:off x="7405577" y="2472627"/>
            <a:ext cx="1620957" cy="523220"/>
          </a:xfrm>
          <a:prstGeom prst="rect">
            <a:avLst/>
          </a:prstGeom>
          <a:noFill/>
          <a:ln w="15875">
            <a:solidFill>
              <a:srgbClr val="00205B"/>
            </a:solidFill>
          </a:ln>
        </p:spPr>
        <p:txBody>
          <a:bodyPr wrap="none" rtlCol="0">
            <a:spAutoFit/>
          </a:bodyPr>
          <a:lstStyle/>
          <a:p>
            <a:pPr algn="l"/>
            <a:r>
              <a:rPr lang="en-JP" sz="2800" dirty="0">
                <a:solidFill>
                  <a:srgbClr val="00205B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営業成績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C802178-DEBB-A212-678A-1503C849C24F}"/>
              </a:ext>
            </a:extLst>
          </p:cNvPr>
          <p:cNvSpPr txBox="1"/>
          <p:nvPr/>
        </p:nvSpPr>
        <p:spPr>
          <a:xfrm>
            <a:off x="4163663" y="2475534"/>
            <a:ext cx="1620957" cy="523220"/>
          </a:xfrm>
          <a:prstGeom prst="rect">
            <a:avLst/>
          </a:prstGeom>
          <a:noFill/>
          <a:ln w="15875">
            <a:solidFill>
              <a:srgbClr val="00205B"/>
            </a:solidFill>
          </a:ln>
        </p:spPr>
        <p:txBody>
          <a:bodyPr wrap="none" rtlCol="0">
            <a:spAutoFit/>
          </a:bodyPr>
          <a:lstStyle/>
          <a:p>
            <a:pPr algn="l"/>
            <a:r>
              <a:rPr lang="en-JP" sz="2800" dirty="0">
                <a:solidFill>
                  <a:srgbClr val="00205B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メーカー</a:t>
            </a:r>
          </a:p>
        </p:txBody>
      </p:sp>
      <p:cxnSp>
        <p:nvCxnSpPr>
          <p:cNvPr id="9" name="Elbow Connector 8">
            <a:extLst>
              <a:ext uri="{FF2B5EF4-FFF2-40B4-BE49-F238E27FC236}">
                <a16:creationId xmlns:a16="http://schemas.microsoft.com/office/drawing/2014/main" id="{532BADE8-FE0A-EFB8-D876-9EF2BB14378C}"/>
              </a:ext>
            </a:extLst>
          </p:cNvPr>
          <p:cNvCxnSpPr>
            <a:stCxn id="3" idx="2"/>
            <a:endCxn id="4" idx="2"/>
          </p:cNvCxnSpPr>
          <p:nvPr/>
        </p:nvCxnSpPr>
        <p:spPr>
          <a:xfrm rot="16200000" flipH="1">
            <a:off x="1598212" y="2287661"/>
            <a:ext cx="12700" cy="1422187"/>
          </a:xfrm>
          <a:prstGeom prst="bentConnector3">
            <a:avLst>
              <a:gd name="adj1" fmla="val 1800000"/>
            </a:avLst>
          </a:prstGeom>
          <a:ln>
            <a:solidFill>
              <a:srgbClr val="00205B"/>
            </a:solidFill>
            <a:tailEnd type="arrow" w="lg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Elbow Connector 10">
            <a:extLst>
              <a:ext uri="{FF2B5EF4-FFF2-40B4-BE49-F238E27FC236}">
                <a16:creationId xmlns:a16="http://schemas.microsoft.com/office/drawing/2014/main" id="{62B2D435-F137-FB5D-6E2E-9A0422ABFE21}"/>
              </a:ext>
            </a:extLst>
          </p:cNvPr>
          <p:cNvCxnSpPr>
            <a:cxnSpLocks/>
            <a:stCxn id="5" idx="2"/>
            <a:endCxn id="6" idx="2"/>
          </p:cNvCxnSpPr>
          <p:nvPr/>
        </p:nvCxnSpPr>
        <p:spPr>
          <a:xfrm rot="5400000" flipH="1" flipV="1">
            <a:off x="7404123" y="2186823"/>
            <a:ext cx="2907" cy="1620957"/>
          </a:xfrm>
          <a:prstGeom prst="bentConnector3">
            <a:avLst>
              <a:gd name="adj1" fmla="val -7863777"/>
            </a:avLst>
          </a:prstGeom>
          <a:ln>
            <a:solidFill>
              <a:srgbClr val="00205B"/>
            </a:solidFill>
            <a:tailEnd type="arrow" w="lg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Elbow Connector 14">
            <a:extLst>
              <a:ext uri="{FF2B5EF4-FFF2-40B4-BE49-F238E27FC236}">
                <a16:creationId xmlns:a16="http://schemas.microsoft.com/office/drawing/2014/main" id="{BC559091-B6AE-E1FC-C258-B70BA0268E37}"/>
              </a:ext>
            </a:extLst>
          </p:cNvPr>
          <p:cNvCxnSpPr>
            <a:cxnSpLocks/>
            <a:stCxn id="3" idx="0"/>
            <a:endCxn id="2" idx="0"/>
          </p:cNvCxnSpPr>
          <p:nvPr/>
        </p:nvCxnSpPr>
        <p:spPr>
          <a:xfrm rot="5400000" flipH="1" flipV="1">
            <a:off x="2219535" y="1143119"/>
            <a:ext cx="12700" cy="2664833"/>
          </a:xfrm>
          <a:prstGeom prst="bentConnector3">
            <a:avLst>
              <a:gd name="adj1" fmla="val 1800000"/>
            </a:avLst>
          </a:prstGeom>
          <a:ln>
            <a:solidFill>
              <a:srgbClr val="00205B"/>
            </a:solidFill>
            <a:tailEnd type="none" w="lg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Elbow Connector 18">
            <a:extLst>
              <a:ext uri="{FF2B5EF4-FFF2-40B4-BE49-F238E27FC236}">
                <a16:creationId xmlns:a16="http://schemas.microsoft.com/office/drawing/2014/main" id="{1624BAF5-CEE5-703C-4FE2-AC29D1742D58}"/>
              </a:ext>
            </a:extLst>
          </p:cNvPr>
          <p:cNvCxnSpPr>
            <a:cxnSpLocks/>
            <a:stCxn id="3" idx="0"/>
            <a:endCxn id="5" idx="0"/>
          </p:cNvCxnSpPr>
          <p:nvPr/>
        </p:nvCxnSpPr>
        <p:spPr>
          <a:xfrm rot="5400000" flipH="1" flipV="1">
            <a:off x="3741108" y="-378455"/>
            <a:ext cx="12700" cy="5707979"/>
          </a:xfrm>
          <a:prstGeom prst="bentConnector3">
            <a:avLst>
              <a:gd name="adj1" fmla="val 1800000"/>
            </a:avLst>
          </a:prstGeom>
          <a:ln>
            <a:solidFill>
              <a:srgbClr val="00205B"/>
            </a:solidFill>
            <a:tailEnd type="arrow" w="lg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Elbow Connector 22">
            <a:extLst>
              <a:ext uri="{FF2B5EF4-FFF2-40B4-BE49-F238E27FC236}">
                <a16:creationId xmlns:a16="http://schemas.microsoft.com/office/drawing/2014/main" id="{C5020FB0-38F4-F8D2-5416-8CD1A9B2230E}"/>
              </a:ext>
            </a:extLst>
          </p:cNvPr>
          <p:cNvCxnSpPr>
            <a:cxnSpLocks/>
            <a:stCxn id="2" idx="2"/>
            <a:endCxn id="7" idx="2"/>
          </p:cNvCxnSpPr>
          <p:nvPr/>
        </p:nvCxnSpPr>
        <p:spPr>
          <a:xfrm rot="16200000" flipH="1">
            <a:off x="4263046" y="2287660"/>
            <a:ext cx="12700" cy="1422189"/>
          </a:xfrm>
          <a:prstGeom prst="bentConnector3">
            <a:avLst>
              <a:gd name="adj1" fmla="val 1800000"/>
            </a:avLst>
          </a:prstGeom>
          <a:ln>
            <a:solidFill>
              <a:srgbClr val="00205B"/>
            </a:solidFill>
            <a:tailEnd type="arrow" w="lg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68253841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1174FF7-2E0A-0DA7-5F64-A48CAFC20365}"/>
              </a:ext>
            </a:extLst>
          </p:cNvPr>
          <p:cNvSpPr txBox="1"/>
          <p:nvPr/>
        </p:nvSpPr>
        <p:spPr>
          <a:xfrm>
            <a:off x="1078750" y="1659919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2800" dirty="0">
                <a:solidFill>
                  <a:srgbClr val="00205B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商品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0B54B0C-AA89-4B58-9D45-AC8DC916A295}"/>
              </a:ext>
            </a:extLst>
          </p:cNvPr>
          <p:cNvSpPr txBox="1"/>
          <p:nvPr/>
        </p:nvSpPr>
        <p:spPr>
          <a:xfrm>
            <a:off x="899208" y="2915548"/>
            <a:ext cx="126188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2800" dirty="0">
                <a:solidFill>
                  <a:srgbClr val="00205B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ユーザ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3F762EB-2CBF-57FC-CD97-B3F1253E48CE}"/>
              </a:ext>
            </a:extLst>
          </p:cNvPr>
          <p:cNvSpPr txBox="1"/>
          <p:nvPr/>
        </p:nvSpPr>
        <p:spPr>
          <a:xfrm>
            <a:off x="3995936" y="3397924"/>
            <a:ext cx="126188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2800" dirty="0">
                <a:solidFill>
                  <a:srgbClr val="00205B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連絡先</a:t>
            </a:r>
            <a:endParaRPr lang="en-JP" sz="3200" dirty="0">
              <a:solidFill>
                <a:srgbClr val="00205B"/>
              </a:solidFill>
              <a:latin typeface="Noto Sans CJK JP Regular" panose="020B0500000000000000" pitchFamily="34" charset="-128"/>
              <a:ea typeface="Noto Sans CJK JP Regular" panose="020B0500000000000000" pitchFamily="34" charset="-128"/>
              <a:cs typeface="IPAPGothic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54DAB0E-0232-0BBA-9B35-D52C57B7DF58}"/>
              </a:ext>
            </a:extLst>
          </p:cNvPr>
          <p:cNvSpPr txBox="1"/>
          <p:nvPr/>
        </p:nvSpPr>
        <p:spPr>
          <a:xfrm>
            <a:off x="3995942" y="2313945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2800" dirty="0">
                <a:solidFill>
                  <a:srgbClr val="00205B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営業担当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625B77D-F180-0199-4EFE-737572969B56}"/>
              </a:ext>
            </a:extLst>
          </p:cNvPr>
          <p:cNvSpPr txBox="1"/>
          <p:nvPr/>
        </p:nvSpPr>
        <p:spPr>
          <a:xfrm>
            <a:off x="6663618" y="231966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2800" dirty="0">
                <a:solidFill>
                  <a:srgbClr val="00205B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営業成績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C7B8E601-63AB-66CA-C424-D6065D9A2109}"/>
              </a:ext>
            </a:extLst>
          </p:cNvPr>
          <p:cNvSpPr/>
          <p:nvPr/>
        </p:nvSpPr>
        <p:spPr>
          <a:xfrm>
            <a:off x="425681" y="1002826"/>
            <a:ext cx="2212277" cy="3168352"/>
          </a:xfrm>
          <a:prstGeom prst="ellipse">
            <a:avLst/>
          </a:prstGeom>
          <a:noFill/>
          <a:ln w="34925">
            <a:solidFill>
              <a:srgbClr val="0020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 dirty="0"/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495F4E39-5F2D-DD19-6ABE-6CFCA84233FE}"/>
              </a:ext>
            </a:extLst>
          </p:cNvPr>
          <p:cNvCxnSpPr>
            <a:cxnSpLocks/>
            <a:stCxn id="9" idx="6"/>
            <a:endCxn id="5" idx="1"/>
          </p:cNvCxnSpPr>
          <p:nvPr/>
        </p:nvCxnSpPr>
        <p:spPr>
          <a:xfrm flipV="1">
            <a:off x="2637957" y="2575556"/>
            <a:ext cx="1357984" cy="11447"/>
          </a:xfrm>
          <a:prstGeom prst="straightConnector1">
            <a:avLst/>
          </a:prstGeom>
          <a:ln w="34925">
            <a:solidFill>
              <a:srgbClr val="00205B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ED366073-B38F-FC61-682A-FB45605429DD}"/>
              </a:ext>
            </a:extLst>
          </p:cNvPr>
          <p:cNvCxnSpPr>
            <a:cxnSpLocks/>
            <a:stCxn id="5" idx="3"/>
            <a:endCxn id="6" idx="1"/>
          </p:cNvCxnSpPr>
          <p:nvPr/>
        </p:nvCxnSpPr>
        <p:spPr>
          <a:xfrm>
            <a:off x="5616899" y="2575556"/>
            <a:ext cx="1046719" cy="5723"/>
          </a:xfrm>
          <a:prstGeom prst="straightConnector1">
            <a:avLst/>
          </a:prstGeom>
          <a:ln w="34925">
            <a:solidFill>
              <a:srgbClr val="00205B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38F1CA4F-FE2C-94BD-429A-FC7294F028EF}"/>
              </a:ext>
            </a:extLst>
          </p:cNvPr>
          <p:cNvCxnSpPr>
            <a:cxnSpLocks/>
            <a:stCxn id="3" idx="3"/>
          </p:cNvCxnSpPr>
          <p:nvPr/>
        </p:nvCxnSpPr>
        <p:spPr>
          <a:xfrm>
            <a:off x="2161093" y="3177159"/>
            <a:ext cx="1834845" cy="441533"/>
          </a:xfrm>
          <a:prstGeom prst="straightConnector1">
            <a:avLst/>
          </a:prstGeom>
          <a:ln w="34925">
            <a:solidFill>
              <a:srgbClr val="00205B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8DAC399E-8571-472E-034E-C90078453899}"/>
              </a:ext>
            </a:extLst>
          </p:cNvPr>
          <p:cNvCxnSpPr>
            <a:cxnSpLocks/>
            <a:endCxn id="2" idx="3"/>
          </p:cNvCxnSpPr>
          <p:nvPr/>
        </p:nvCxnSpPr>
        <p:spPr>
          <a:xfrm flipH="1" flipV="1">
            <a:off x="1981560" y="1921530"/>
            <a:ext cx="2014378" cy="441533"/>
          </a:xfrm>
          <a:prstGeom prst="straightConnector1">
            <a:avLst/>
          </a:prstGeom>
          <a:ln w="34925">
            <a:solidFill>
              <a:srgbClr val="BA1C47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C1DF03BF-EE81-DDEE-45F4-330EB27E681D}"/>
              </a:ext>
            </a:extLst>
          </p:cNvPr>
          <p:cNvSpPr txBox="1"/>
          <p:nvPr/>
        </p:nvSpPr>
        <p:spPr>
          <a:xfrm>
            <a:off x="5800255" y="2083118"/>
            <a:ext cx="679994" cy="46153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23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FD</a:t>
            </a:r>
            <a:r>
              <a:rPr lang="en-JP" sz="2399" baseline="-250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4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6C52AD4C-8395-AE0F-B8A7-84B104FC9056}"/>
              </a:ext>
            </a:extLst>
          </p:cNvPr>
          <p:cNvSpPr txBox="1"/>
          <p:nvPr/>
        </p:nvSpPr>
        <p:spPr>
          <a:xfrm>
            <a:off x="2788231" y="3442318"/>
            <a:ext cx="679994" cy="46153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23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FD</a:t>
            </a:r>
            <a:r>
              <a:rPr lang="en-JP" sz="2399" baseline="-250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2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DBFAD264-1EE3-7BD0-C565-709440ECEE1D}"/>
              </a:ext>
            </a:extLst>
          </p:cNvPr>
          <p:cNvSpPr txBox="1"/>
          <p:nvPr/>
        </p:nvSpPr>
        <p:spPr>
          <a:xfrm>
            <a:off x="2966014" y="2602533"/>
            <a:ext cx="679994" cy="46153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23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FD</a:t>
            </a:r>
            <a:r>
              <a:rPr lang="en-JP" sz="2399" baseline="-250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1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AA003D6F-2531-FD78-565D-79DB56593072}"/>
              </a:ext>
            </a:extLst>
          </p:cNvPr>
          <p:cNvSpPr txBox="1"/>
          <p:nvPr/>
        </p:nvSpPr>
        <p:spPr>
          <a:xfrm>
            <a:off x="2915480" y="1699218"/>
            <a:ext cx="708848" cy="46153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2399" dirty="0">
                <a:solidFill>
                  <a:srgbClr val="BA1C47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FD</a:t>
            </a:r>
            <a:r>
              <a:rPr lang="en-JP" sz="1999" dirty="0">
                <a:solidFill>
                  <a:srgbClr val="BA1C47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5</a:t>
            </a:r>
            <a:endParaRPr lang="en-JP" sz="2399" baseline="-25000" dirty="0">
              <a:solidFill>
                <a:srgbClr val="BA1C47"/>
              </a:solidFill>
              <a:latin typeface="Noto Sans CJK JP Regular" panose="020B0500000000000000" pitchFamily="34" charset="-128"/>
              <a:ea typeface="Noto Sans CJK JP Regular" panose="020B0500000000000000" pitchFamily="34" charset="-128"/>
              <a:cs typeface="IPAPGothic"/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634E567-658C-5182-408F-E891790226D2}"/>
              </a:ext>
            </a:extLst>
          </p:cNvPr>
          <p:cNvSpPr txBox="1"/>
          <p:nvPr/>
        </p:nvSpPr>
        <p:spPr>
          <a:xfrm>
            <a:off x="3526793" y="753504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2800" dirty="0">
                <a:solidFill>
                  <a:srgbClr val="00205B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メーカー</a:t>
            </a:r>
          </a:p>
        </p:txBody>
      </p: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6724F22E-9931-5A24-7DDF-13D95CA63614}"/>
              </a:ext>
            </a:extLst>
          </p:cNvPr>
          <p:cNvCxnSpPr>
            <a:cxnSpLocks/>
            <a:endCxn id="36" idx="1"/>
          </p:cNvCxnSpPr>
          <p:nvPr/>
        </p:nvCxnSpPr>
        <p:spPr>
          <a:xfrm flipV="1">
            <a:off x="1981562" y="1015115"/>
            <a:ext cx="1545231" cy="835529"/>
          </a:xfrm>
          <a:prstGeom prst="straightConnector1">
            <a:avLst/>
          </a:prstGeom>
          <a:ln w="34925">
            <a:solidFill>
              <a:srgbClr val="00205B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C7945FAE-2F7A-D394-5A4B-BD42EEF95B4C}"/>
              </a:ext>
            </a:extLst>
          </p:cNvPr>
          <p:cNvSpPr txBox="1"/>
          <p:nvPr/>
        </p:nvSpPr>
        <p:spPr>
          <a:xfrm>
            <a:off x="2457925" y="833510"/>
            <a:ext cx="679994" cy="46153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23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FD</a:t>
            </a:r>
            <a:r>
              <a:rPr lang="en-JP" sz="2399" baseline="-250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4245968108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1174FF7-2E0A-0DA7-5F64-A48CAFC20365}"/>
              </a:ext>
            </a:extLst>
          </p:cNvPr>
          <p:cNvSpPr txBox="1"/>
          <p:nvPr/>
        </p:nvSpPr>
        <p:spPr>
          <a:xfrm>
            <a:off x="1078750" y="1659919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2800" dirty="0">
                <a:solidFill>
                  <a:srgbClr val="00205B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商品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0B54B0C-AA89-4B58-9D45-AC8DC916A295}"/>
              </a:ext>
            </a:extLst>
          </p:cNvPr>
          <p:cNvSpPr txBox="1"/>
          <p:nvPr/>
        </p:nvSpPr>
        <p:spPr>
          <a:xfrm>
            <a:off x="899208" y="2915548"/>
            <a:ext cx="126188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2800" dirty="0">
                <a:solidFill>
                  <a:srgbClr val="00205B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ユーザ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54DAB0E-0232-0BBA-9B35-D52C57B7DF58}"/>
              </a:ext>
            </a:extLst>
          </p:cNvPr>
          <p:cNvSpPr txBox="1"/>
          <p:nvPr/>
        </p:nvSpPr>
        <p:spPr>
          <a:xfrm>
            <a:off x="3995942" y="2313945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2800" dirty="0">
                <a:solidFill>
                  <a:srgbClr val="00205B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営業担当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C7B8E601-63AB-66CA-C424-D6065D9A2109}"/>
              </a:ext>
            </a:extLst>
          </p:cNvPr>
          <p:cNvSpPr/>
          <p:nvPr/>
        </p:nvSpPr>
        <p:spPr>
          <a:xfrm>
            <a:off x="425681" y="1002826"/>
            <a:ext cx="2212277" cy="3168352"/>
          </a:xfrm>
          <a:prstGeom prst="ellipse">
            <a:avLst/>
          </a:prstGeom>
          <a:noFill/>
          <a:ln w="34925">
            <a:solidFill>
              <a:srgbClr val="0020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 dirty="0"/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495F4E39-5F2D-DD19-6ABE-6CFCA84233FE}"/>
              </a:ext>
            </a:extLst>
          </p:cNvPr>
          <p:cNvCxnSpPr>
            <a:cxnSpLocks/>
            <a:stCxn id="9" idx="6"/>
            <a:endCxn id="5" idx="1"/>
          </p:cNvCxnSpPr>
          <p:nvPr/>
        </p:nvCxnSpPr>
        <p:spPr>
          <a:xfrm flipV="1">
            <a:off x="2637957" y="2575556"/>
            <a:ext cx="1357984" cy="11447"/>
          </a:xfrm>
          <a:prstGeom prst="straightConnector1">
            <a:avLst/>
          </a:prstGeom>
          <a:ln w="34925">
            <a:solidFill>
              <a:srgbClr val="00205B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8DAC399E-8571-472E-034E-C90078453899}"/>
              </a:ext>
            </a:extLst>
          </p:cNvPr>
          <p:cNvCxnSpPr>
            <a:cxnSpLocks/>
            <a:endCxn id="2" idx="3"/>
          </p:cNvCxnSpPr>
          <p:nvPr/>
        </p:nvCxnSpPr>
        <p:spPr>
          <a:xfrm flipH="1" flipV="1">
            <a:off x="1981560" y="1921530"/>
            <a:ext cx="2014378" cy="441533"/>
          </a:xfrm>
          <a:prstGeom prst="straightConnector1">
            <a:avLst/>
          </a:prstGeom>
          <a:ln w="34925">
            <a:solidFill>
              <a:srgbClr val="BA1C47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DBFAD264-1EE3-7BD0-C565-709440ECEE1D}"/>
              </a:ext>
            </a:extLst>
          </p:cNvPr>
          <p:cNvSpPr txBox="1"/>
          <p:nvPr/>
        </p:nvSpPr>
        <p:spPr>
          <a:xfrm>
            <a:off x="2966014" y="2602533"/>
            <a:ext cx="679994" cy="46153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23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FD</a:t>
            </a:r>
            <a:r>
              <a:rPr lang="en-JP" sz="2399" baseline="-250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1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AA003D6F-2531-FD78-565D-79DB56593072}"/>
              </a:ext>
            </a:extLst>
          </p:cNvPr>
          <p:cNvSpPr txBox="1"/>
          <p:nvPr/>
        </p:nvSpPr>
        <p:spPr>
          <a:xfrm>
            <a:off x="2915480" y="1699218"/>
            <a:ext cx="708848" cy="46153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2399" dirty="0">
                <a:solidFill>
                  <a:srgbClr val="BA1C47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FD</a:t>
            </a:r>
            <a:r>
              <a:rPr lang="en-JP" sz="1999" dirty="0">
                <a:solidFill>
                  <a:srgbClr val="BA1C47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5</a:t>
            </a:r>
            <a:endParaRPr lang="en-JP" sz="2399" baseline="-25000" dirty="0">
              <a:solidFill>
                <a:srgbClr val="BA1C47"/>
              </a:solidFill>
              <a:latin typeface="Noto Sans CJK JP Regular" panose="020B0500000000000000" pitchFamily="34" charset="-128"/>
              <a:ea typeface="Noto Sans CJK JP Regular" panose="020B0500000000000000" pitchFamily="34" charset="-128"/>
              <a:cs typeface="IPAPGothic"/>
            </a:endParaRPr>
          </a:p>
        </p:txBody>
      </p:sp>
    </p:spTree>
    <p:extLst>
      <p:ext uri="{BB962C8B-B14F-4D97-AF65-F5344CB8AC3E}">
        <p14:creationId xmlns:p14="http://schemas.microsoft.com/office/powerpoint/2010/main" val="772159902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1174FF7-2E0A-0DA7-5F64-A48CAFC20365}"/>
              </a:ext>
            </a:extLst>
          </p:cNvPr>
          <p:cNvSpPr txBox="1"/>
          <p:nvPr/>
        </p:nvSpPr>
        <p:spPr>
          <a:xfrm>
            <a:off x="1078750" y="1659919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2800" dirty="0">
                <a:solidFill>
                  <a:srgbClr val="00205B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商品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0B54B0C-AA89-4B58-9D45-AC8DC916A295}"/>
              </a:ext>
            </a:extLst>
          </p:cNvPr>
          <p:cNvSpPr txBox="1"/>
          <p:nvPr/>
        </p:nvSpPr>
        <p:spPr>
          <a:xfrm>
            <a:off x="899208" y="2915548"/>
            <a:ext cx="126188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2800" dirty="0">
                <a:solidFill>
                  <a:srgbClr val="00205B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ユーザ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54DAB0E-0232-0BBA-9B35-D52C57B7DF58}"/>
              </a:ext>
            </a:extLst>
          </p:cNvPr>
          <p:cNvSpPr txBox="1"/>
          <p:nvPr/>
        </p:nvSpPr>
        <p:spPr>
          <a:xfrm>
            <a:off x="3995942" y="2313945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2800" dirty="0">
                <a:solidFill>
                  <a:srgbClr val="00205B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営業担当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C7B8E601-63AB-66CA-C424-D6065D9A2109}"/>
              </a:ext>
            </a:extLst>
          </p:cNvPr>
          <p:cNvSpPr/>
          <p:nvPr/>
        </p:nvSpPr>
        <p:spPr>
          <a:xfrm>
            <a:off x="425681" y="1002826"/>
            <a:ext cx="2212277" cy="3168352"/>
          </a:xfrm>
          <a:prstGeom prst="ellipse">
            <a:avLst/>
          </a:prstGeom>
          <a:noFill/>
          <a:ln w="34925">
            <a:solidFill>
              <a:srgbClr val="0020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 dirty="0"/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495F4E39-5F2D-DD19-6ABE-6CFCA84233FE}"/>
              </a:ext>
            </a:extLst>
          </p:cNvPr>
          <p:cNvCxnSpPr>
            <a:cxnSpLocks/>
            <a:stCxn id="9" idx="6"/>
            <a:endCxn id="5" idx="1"/>
          </p:cNvCxnSpPr>
          <p:nvPr/>
        </p:nvCxnSpPr>
        <p:spPr>
          <a:xfrm flipV="1">
            <a:off x="2637957" y="2575556"/>
            <a:ext cx="1357984" cy="11447"/>
          </a:xfrm>
          <a:prstGeom prst="straightConnector1">
            <a:avLst/>
          </a:prstGeom>
          <a:ln w="34925">
            <a:solidFill>
              <a:srgbClr val="00205B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8DAC399E-8571-472E-034E-C90078453899}"/>
              </a:ext>
            </a:extLst>
          </p:cNvPr>
          <p:cNvCxnSpPr>
            <a:cxnSpLocks/>
            <a:endCxn id="2" idx="3"/>
          </p:cNvCxnSpPr>
          <p:nvPr/>
        </p:nvCxnSpPr>
        <p:spPr>
          <a:xfrm flipH="1" flipV="1">
            <a:off x="1981560" y="1921530"/>
            <a:ext cx="2014378" cy="441533"/>
          </a:xfrm>
          <a:prstGeom prst="straightConnector1">
            <a:avLst/>
          </a:prstGeom>
          <a:ln w="34925">
            <a:solidFill>
              <a:srgbClr val="BA1C47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DBFAD264-1EE3-7BD0-C565-709440ECEE1D}"/>
              </a:ext>
            </a:extLst>
          </p:cNvPr>
          <p:cNvSpPr txBox="1"/>
          <p:nvPr/>
        </p:nvSpPr>
        <p:spPr>
          <a:xfrm>
            <a:off x="2966014" y="2602533"/>
            <a:ext cx="679994" cy="46153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23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FD</a:t>
            </a:r>
            <a:r>
              <a:rPr lang="en-JP" sz="2399" baseline="-250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1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AA003D6F-2531-FD78-565D-79DB56593072}"/>
              </a:ext>
            </a:extLst>
          </p:cNvPr>
          <p:cNvSpPr txBox="1"/>
          <p:nvPr/>
        </p:nvSpPr>
        <p:spPr>
          <a:xfrm>
            <a:off x="2915480" y="1699218"/>
            <a:ext cx="708848" cy="46153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2399" dirty="0">
                <a:solidFill>
                  <a:srgbClr val="BA1C47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FD</a:t>
            </a:r>
            <a:r>
              <a:rPr lang="en-JP" sz="1999" dirty="0">
                <a:solidFill>
                  <a:srgbClr val="BA1C47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5</a:t>
            </a:r>
            <a:endParaRPr lang="en-JP" sz="2399" baseline="-25000" dirty="0">
              <a:solidFill>
                <a:srgbClr val="BA1C47"/>
              </a:solidFill>
              <a:latin typeface="Noto Sans CJK JP Regular" panose="020B0500000000000000" pitchFamily="34" charset="-128"/>
              <a:ea typeface="Noto Sans CJK JP Regular" panose="020B0500000000000000" pitchFamily="34" charset="-128"/>
              <a:cs typeface="IPAPGothic"/>
            </a:endParaRPr>
          </a:p>
        </p:txBody>
      </p:sp>
    </p:spTree>
    <p:extLst>
      <p:ext uri="{BB962C8B-B14F-4D97-AF65-F5344CB8AC3E}">
        <p14:creationId xmlns:p14="http://schemas.microsoft.com/office/powerpoint/2010/main" val="4288389349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>
            <a:extLst>
              <a:ext uri="{FF2B5EF4-FFF2-40B4-BE49-F238E27FC236}">
                <a16:creationId xmlns:a16="http://schemas.microsoft.com/office/drawing/2014/main" id="{352B7319-193D-E42B-CDB3-FF69D215F007}"/>
              </a:ext>
            </a:extLst>
          </p:cNvPr>
          <p:cNvSpPr/>
          <p:nvPr/>
        </p:nvSpPr>
        <p:spPr>
          <a:xfrm>
            <a:off x="2542614" y="613721"/>
            <a:ext cx="4058777" cy="4055557"/>
          </a:xfrm>
          <a:prstGeom prst="ellipse">
            <a:avLst/>
          </a:prstGeom>
          <a:solidFill>
            <a:srgbClr val="00205B">
              <a:alpha val="14126"/>
            </a:srgbClr>
          </a:solidFill>
          <a:ln w="349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 dirty="0"/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E58B2E1E-B48E-DDE8-AB34-8F13CC8AC8AB}"/>
              </a:ext>
            </a:extLst>
          </p:cNvPr>
          <p:cNvSpPr/>
          <p:nvPr/>
        </p:nvSpPr>
        <p:spPr>
          <a:xfrm>
            <a:off x="3020998" y="1096800"/>
            <a:ext cx="3103734" cy="3101273"/>
          </a:xfrm>
          <a:prstGeom prst="ellipse">
            <a:avLst/>
          </a:prstGeom>
          <a:solidFill>
            <a:schemeClr val="bg1"/>
          </a:solidFill>
          <a:ln w="349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 dirty="0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29AA9C23-9B8E-F57F-6A15-5095CF99B32D}"/>
              </a:ext>
            </a:extLst>
          </p:cNvPr>
          <p:cNvSpPr/>
          <p:nvPr/>
        </p:nvSpPr>
        <p:spPr>
          <a:xfrm>
            <a:off x="3295093" y="1365599"/>
            <a:ext cx="2553824" cy="2551800"/>
          </a:xfrm>
          <a:prstGeom prst="ellipse">
            <a:avLst/>
          </a:prstGeom>
          <a:solidFill>
            <a:srgbClr val="BA1C47">
              <a:alpha val="31970"/>
            </a:srgbClr>
          </a:solidFill>
          <a:ln w="349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 dirty="0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B4EB8E8E-7C86-19EF-A128-4182A3F11A81}"/>
              </a:ext>
            </a:extLst>
          </p:cNvPr>
          <p:cNvSpPr/>
          <p:nvPr/>
        </p:nvSpPr>
        <p:spPr>
          <a:xfrm>
            <a:off x="3751184" y="1821339"/>
            <a:ext cx="1641630" cy="1640329"/>
          </a:xfrm>
          <a:prstGeom prst="ellipse">
            <a:avLst/>
          </a:prstGeom>
          <a:solidFill>
            <a:srgbClr val="BA1C47">
              <a:alpha val="60000"/>
            </a:srgbClr>
          </a:solidFill>
          <a:ln w="349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 dirty="0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FF48C9DD-B33F-5070-4083-9B943CE0307E}"/>
              </a:ext>
            </a:extLst>
          </p:cNvPr>
          <p:cNvSpPr/>
          <p:nvPr/>
        </p:nvSpPr>
        <p:spPr>
          <a:xfrm>
            <a:off x="4020316" y="2090253"/>
            <a:ext cx="1103366" cy="1102491"/>
          </a:xfrm>
          <a:prstGeom prst="ellipse">
            <a:avLst/>
          </a:prstGeom>
          <a:solidFill>
            <a:schemeClr val="bg1"/>
          </a:solidFill>
          <a:ln w="349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 dirty="0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A0C49017-B790-14F1-6A78-BD2EFA101A01}"/>
              </a:ext>
            </a:extLst>
          </p:cNvPr>
          <p:cNvSpPr/>
          <p:nvPr/>
        </p:nvSpPr>
        <p:spPr>
          <a:xfrm>
            <a:off x="4275877" y="2291272"/>
            <a:ext cx="592255" cy="591786"/>
          </a:xfrm>
          <a:prstGeom prst="ellipse">
            <a:avLst/>
          </a:prstGeom>
          <a:solidFill>
            <a:schemeClr val="tx1">
              <a:lumMod val="75000"/>
              <a:lumOff val="25000"/>
              <a:alpha val="52817"/>
            </a:schemeClr>
          </a:solidFill>
          <a:ln w="349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6319350-31E2-89E9-F695-939AF42B4386}"/>
              </a:ext>
            </a:extLst>
          </p:cNvPr>
          <p:cNvSpPr txBox="1"/>
          <p:nvPr/>
        </p:nvSpPr>
        <p:spPr>
          <a:xfrm>
            <a:off x="3966706" y="192833"/>
            <a:ext cx="1210588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00205B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非正規形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50623F6-D008-8A2E-7E0F-070BECE59F96}"/>
              </a:ext>
            </a:extLst>
          </p:cNvPr>
          <p:cNvSpPr txBox="1"/>
          <p:nvPr/>
        </p:nvSpPr>
        <p:spPr>
          <a:xfrm>
            <a:off x="3895371" y="675907"/>
            <a:ext cx="1353256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00205B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第1正規形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063CBAF-BC33-9875-A10A-8F4BDF55B207}"/>
              </a:ext>
            </a:extLst>
          </p:cNvPr>
          <p:cNvSpPr txBox="1"/>
          <p:nvPr/>
        </p:nvSpPr>
        <p:spPr>
          <a:xfrm>
            <a:off x="4004470" y="1084929"/>
            <a:ext cx="111921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600" dirty="0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第2正規形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AF1AD37-17AC-41E8-F155-576CB3FD75C3}"/>
              </a:ext>
            </a:extLst>
          </p:cNvPr>
          <p:cNvSpPr txBox="1"/>
          <p:nvPr/>
        </p:nvSpPr>
        <p:spPr>
          <a:xfrm>
            <a:off x="3911473" y="1432400"/>
            <a:ext cx="1353256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BA1C47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第3正規形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658E8DF-C5A1-F854-AEA5-D3B32FC9F30C}"/>
              </a:ext>
            </a:extLst>
          </p:cNvPr>
          <p:cNvSpPr txBox="1"/>
          <p:nvPr/>
        </p:nvSpPr>
        <p:spPr>
          <a:xfrm>
            <a:off x="5626426" y="1586549"/>
            <a:ext cx="2749471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BA1C47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ボイス・コッド正規形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6BF346F-9460-FD1E-7099-1A8A69296E1F}"/>
              </a:ext>
            </a:extLst>
          </p:cNvPr>
          <p:cNvSpPr txBox="1"/>
          <p:nvPr/>
        </p:nvSpPr>
        <p:spPr>
          <a:xfrm>
            <a:off x="5989840" y="2336267"/>
            <a:ext cx="1236236" cy="3692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799" dirty="0">
                <a:solidFill>
                  <a:srgbClr val="00205B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第4正規形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3734339-5C1E-0839-0DDC-FAB7D094F152}"/>
              </a:ext>
            </a:extLst>
          </p:cNvPr>
          <p:cNvSpPr txBox="1"/>
          <p:nvPr/>
        </p:nvSpPr>
        <p:spPr>
          <a:xfrm>
            <a:off x="5336995" y="3261608"/>
            <a:ext cx="1236236" cy="3692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799" dirty="0">
                <a:solidFill>
                  <a:srgbClr val="00205B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第5正規形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C793AB2E-2713-97E9-694E-4E81E017F7BA}"/>
              </a:ext>
            </a:extLst>
          </p:cNvPr>
          <p:cNvCxnSpPr/>
          <p:nvPr/>
        </p:nvCxnSpPr>
        <p:spPr>
          <a:xfrm>
            <a:off x="4573578" y="2591496"/>
            <a:ext cx="804712" cy="735711"/>
          </a:xfrm>
          <a:prstGeom prst="straightConnector1">
            <a:avLst/>
          </a:prstGeom>
          <a:ln>
            <a:solidFill>
              <a:srgbClr val="00205B"/>
            </a:solidFill>
            <a:headEnd type="oval" w="lg" len="lg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23FB816A-7768-5A11-3107-340BEF03FBD4}"/>
              </a:ext>
            </a:extLst>
          </p:cNvPr>
          <p:cNvCxnSpPr>
            <a:cxnSpLocks/>
          </p:cNvCxnSpPr>
          <p:nvPr/>
        </p:nvCxnSpPr>
        <p:spPr>
          <a:xfrm flipV="1">
            <a:off x="5038340" y="1821333"/>
            <a:ext cx="610035" cy="326690"/>
          </a:xfrm>
          <a:prstGeom prst="straightConnector1">
            <a:avLst/>
          </a:prstGeom>
          <a:ln>
            <a:solidFill>
              <a:srgbClr val="BA1C47"/>
            </a:solidFill>
            <a:headEnd type="oval" w="lg" len="lg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8975C197-D02E-E9F8-43F9-0CBC7167FBD3}"/>
              </a:ext>
            </a:extLst>
          </p:cNvPr>
          <p:cNvCxnSpPr>
            <a:cxnSpLocks/>
          </p:cNvCxnSpPr>
          <p:nvPr/>
        </p:nvCxnSpPr>
        <p:spPr>
          <a:xfrm flipV="1">
            <a:off x="4959656" y="2536965"/>
            <a:ext cx="1001050" cy="3961"/>
          </a:xfrm>
          <a:prstGeom prst="straightConnector1">
            <a:avLst/>
          </a:prstGeom>
          <a:ln>
            <a:solidFill>
              <a:srgbClr val="00205B"/>
            </a:solidFill>
            <a:headEnd type="oval" w="lg" len="lg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37961603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2520688-148F-7B86-4043-6A1E107BC02F}"/>
              </a:ext>
            </a:extLst>
          </p:cNvPr>
          <p:cNvSpPr txBox="1"/>
          <p:nvPr/>
        </p:nvSpPr>
        <p:spPr>
          <a:xfrm>
            <a:off x="333661" y="1193337"/>
            <a:ext cx="1595309" cy="76918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JP" sz="2199" dirty="0">
                <a:solidFill>
                  <a:srgbClr val="BA1C47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概念</a:t>
            </a:r>
          </a:p>
          <a:p>
            <a:pPr algn="ctr"/>
            <a:r>
              <a:rPr lang="en-JP" sz="2199" dirty="0">
                <a:solidFill>
                  <a:srgbClr val="BA1C47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モデリング</a:t>
            </a: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6115DC6D-CAE3-A006-3A2F-7FAA68A14F57}"/>
              </a:ext>
            </a:extLst>
          </p:cNvPr>
          <p:cNvSpPr/>
          <p:nvPr/>
        </p:nvSpPr>
        <p:spPr>
          <a:xfrm>
            <a:off x="2027511" y="1461933"/>
            <a:ext cx="2601820" cy="1281273"/>
          </a:xfrm>
          <a:prstGeom prst="roundRect">
            <a:avLst/>
          </a:prstGeom>
          <a:noFill/>
          <a:ln w="73025">
            <a:solidFill>
              <a:srgbClr val="BA1C47">
                <a:alpha val="39832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D1284DB-6195-5AC6-669F-4F059BD8AB61}"/>
              </a:ext>
            </a:extLst>
          </p:cNvPr>
          <p:cNvSpPr txBox="1"/>
          <p:nvPr/>
        </p:nvSpPr>
        <p:spPr>
          <a:xfrm>
            <a:off x="2338405" y="1840953"/>
            <a:ext cx="198002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2800" dirty="0">
                <a:solidFill>
                  <a:srgbClr val="2B3348"/>
                </a:solidFill>
                <a:latin typeface="IPAPGothic" panose="020B0500000000000000" pitchFamily="34" charset="-128"/>
                <a:ea typeface="IPAPGothic" panose="020B0500000000000000" pitchFamily="34" charset="-128"/>
                <a:cs typeface="IPAPGothic"/>
              </a:rPr>
              <a:t>実体関連図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C85C3F38-4501-26CF-1B8B-DD93720B37D5}"/>
              </a:ext>
            </a:extLst>
          </p:cNvPr>
          <p:cNvSpPr/>
          <p:nvPr/>
        </p:nvSpPr>
        <p:spPr>
          <a:xfrm>
            <a:off x="6505608" y="1461933"/>
            <a:ext cx="2601820" cy="1281273"/>
          </a:xfrm>
          <a:prstGeom prst="roundRect">
            <a:avLst/>
          </a:prstGeom>
          <a:solidFill>
            <a:srgbClr val="BA1C47">
              <a:alpha val="20000"/>
            </a:srgbClr>
          </a:solidFill>
          <a:ln w="6350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B225FEC-7B9B-2402-17E0-BE8B12E52127}"/>
              </a:ext>
            </a:extLst>
          </p:cNvPr>
          <p:cNvSpPr txBox="1"/>
          <p:nvPr/>
        </p:nvSpPr>
        <p:spPr>
          <a:xfrm>
            <a:off x="6702686" y="1701164"/>
            <a:ext cx="220765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2800" dirty="0">
                <a:solidFill>
                  <a:srgbClr val="2B3348"/>
                </a:solidFill>
                <a:latin typeface="IPAPGothic" panose="020B0500000000000000" pitchFamily="34" charset="-128"/>
                <a:ea typeface="IPAPGothic" panose="020B0500000000000000" pitchFamily="34" charset="-128"/>
                <a:cs typeface="IPAPGothic"/>
              </a:rPr>
              <a:t>関係スキーマ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1BCD735-2906-D888-0BD1-72D8DB6EF5B8}"/>
              </a:ext>
            </a:extLst>
          </p:cNvPr>
          <p:cNvSpPr txBox="1"/>
          <p:nvPr/>
        </p:nvSpPr>
        <p:spPr>
          <a:xfrm>
            <a:off x="6878214" y="2152935"/>
            <a:ext cx="1853392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(3NF or BCNF)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2865FDF0-ECF1-0844-03F5-279103731B68}"/>
              </a:ext>
            </a:extLst>
          </p:cNvPr>
          <p:cNvSpPr/>
          <p:nvPr/>
        </p:nvSpPr>
        <p:spPr>
          <a:xfrm>
            <a:off x="2027511" y="3551337"/>
            <a:ext cx="2601820" cy="1281273"/>
          </a:xfrm>
          <a:prstGeom prst="roundRect">
            <a:avLst/>
          </a:prstGeom>
          <a:noFill/>
          <a:ln w="73025">
            <a:solidFill>
              <a:srgbClr val="0070C0">
                <a:alpha val="4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27A0FD0-39A8-5C61-2827-20A4C0A810F7}"/>
              </a:ext>
            </a:extLst>
          </p:cNvPr>
          <p:cNvSpPr txBox="1"/>
          <p:nvPr/>
        </p:nvSpPr>
        <p:spPr>
          <a:xfrm>
            <a:off x="2307772" y="3714920"/>
            <a:ext cx="2052165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JP" sz="2800" dirty="0">
                <a:solidFill>
                  <a:srgbClr val="2B3348"/>
                </a:solidFill>
                <a:latin typeface="IPAPGothic" panose="020B0500000000000000" pitchFamily="34" charset="-128"/>
                <a:ea typeface="IPAPGothic" panose="020B0500000000000000" pitchFamily="34" charset="-128"/>
                <a:cs typeface="IPAPGothic"/>
              </a:rPr>
              <a:t>FD</a:t>
            </a:r>
          </a:p>
          <a:p>
            <a:pPr algn="ctr"/>
            <a:r>
              <a:rPr lang="en-JP" sz="2800" dirty="0">
                <a:solidFill>
                  <a:srgbClr val="2B3348"/>
                </a:solidFill>
                <a:latin typeface="IPAPGothic" panose="020B0500000000000000" pitchFamily="34" charset="-128"/>
                <a:ea typeface="IPAPGothic" panose="020B0500000000000000" pitchFamily="34" charset="-128"/>
                <a:cs typeface="IPAPGothic"/>
              </a:rPr>
              <a:t>ダイアグラム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6189B3D9-6FBB-997F-037D-A17CB3992E99}"/>
              </a:ext>
            </a:extLst>
          </p:cNvPr>
          <p:cNvCxnSpPr>
            <a:cxnSpLocks/>
            <a:stCxn id="3" idx="3"/>
            <a:endCxn id="8" idx="1"/>
          </p:cNvCxnSpPr>
          <p:nvPr/>
        </p:nvCxnSpPr>
        <p:spPr>
          <a:xfrm>
            <a:off x="4629326" y="2102565"/>
            <a:ext cx="1876278" cy="0"/>
          </a:xfrm>
          <a:prstGeom prst="straightConnector1">
            <a:avLst/>
          </a:prstGeom>
          <a:ln w="76200">
            <a:solidFill>
              <a:srgbClr val="BA1C47"/>
            </a:solidFill>
            <a:headEnd type="none" w="lg" len="lg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90DF2C4A-AB2D-5FCD-934F-88111459DF42}"/>
              </a:ext>
            </a:extLst>
          </p:cNvPr>
          <p:cNvSpPr txBox="1"/>
          <p:nvPr/>
        </p:nvSpPr>
        <p:spPr>
          <a:xfrm>
            <a:off x="4628752" y="1238049"/>
            <a:ext cx="1877437" cy="76918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JP" sz="2199" dirty="0">
                <a:solidFill>
                  <a:srgbClr val="BA1C47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スキーマ変換</a:t>
            </a:r>
          </a:p>
          <a:p>
            <a:r>
              <a:rPr lang="en-JP" sz="2199" dirty="0">
                <a:solidFill>
                  <a:srgbClr val="BA1C47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 </a:t>
            </a:r>
            <a:r>
              <a:rPr lang="en-US" sz="2199" dirty="0">
                <a:solidFill>
                  <a:srgbClr val="BA1C47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   </a:t>
            </a:r>
            <a:r>
              <a:rPr lang="en-JP" sz="2199" dirty="0">
                <a:solidFill>
                  <a:srgbClr val="BA1C47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+ 正規化</a:t>
            </a:r>
          </a:p>
        </p:txBody>
      </p:sp>
      <p:cxnSp>
        <p:nvCxnSpPr>
          <p:cNvPr id="20" name="Elbow Connector 19">
            <a:extLst>
              <a:ext uri="{FF2B5EF4-FFF2-40B4-BE49-F238E27FC236}">
                <a16:creationId xmlns:a16="http://schemas.microsoft.com/office/drawing/2014/main" id="{99D2D596-BF8C-537C-8F64-B3FF73316413}"/>
              </a:ext>
            </a:extLst>
          </p:cNvPr>
          <p:cNvCxnSpPr>
            <a:cxnSpLocks/>
            <a:stCxn id="11" idx="3"/>
            <a:endCxn id="8" idx="2"/>
          </p:cNvCxnSpPr>
          <p:nvPr/>
        </p:nvCxnSpPr>
        <p:spPr>
          <a:xfrm flipV="1">
            <a:off x="4629327" y="2743202"/>
            <a:ext cx="3177188" cy="1448769"/>
          </a:xfrm>
          <a:prstGeom prst="bentConnector2">
            <a:avLst/>
          </a:prstGeom>
          <a:ln w="63500">
            <a:solidFill>
              <a:schemeClr val="accent1">
                <a:alpha val="53846"/>
              </a:schemeClr>
            </a:solidFill>
            <a:prstDash val="sysDot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Elbow Connector 18">
            <a:extLst>
              <a:ext uri="{FF2B5EF4-FFF2-40B4-BE49-F238E27FC236}">
                <a16:creationId xmlns:a16="http://schemas.microsoft.com/office/drawing/2014/main" id="{75006B01-F74E-B043-8605-9F313CE2C0BF}"/>
              </a:ext>
            </a:extLst>
          </p:cNvPr>
          <p:cNvCxnSpPr>
            <a:cxnSpLocks/>
            <a:stCxn id="11" idx="3"/>
          </p:cNvCxnSpPr>
          <p:nvPr/>
        </p:nvCxnSpPr>
        <p:spPr>
          <a:xfrm flipV="1">
            <a:off x="4629330" y="2102566"/>
            <a:ext cx="837556" cy="2089406"/>
          </a:xfrm>
          <a:prstGeom prst="bentConnector2">
            <a:avLst/>
          </a:prstGeom>
          <a:ln w="63500">
            <a:solidFill>
              <a:schemeClr val="accent1">
                <a:alpha val="53846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DCE870EA-6251-1B68-E6C6-A9E68920196D}"/>
              </a:ext>
            </a:extLst>
          </p:cNvPr>
          <p:cNvSpPr txBox="1"/>
          <p:nvPr/>
        </p:nvSpPr>
        <p:spPr>
          <a:xfrm>
            <a:off x="5780142" y="4326069"/>
            <a:ext cx="2159567" cy="76918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JP" sz="2199" dirty="0">
                <a:solidFill>
                  <a:srgbClr val="0070C0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関係スキーマを</a:t>
            </a:r>
          </a:p>
          <a:p>
            <a:pPr algn="ctr"/>
            <a:r>
              <a:rPr lang="en-JP" sz="2199" dirty="0">
                <a:solidFill>
                  <a:srgbClr val="0070C0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直接求める</a:t>
            </a: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24B33D20-79C9-D264-CDD2-4E59C4406F60}"/>
              </a:ext>
            </a:extLst>
          </p:cNvPr>
          <p:cNvCxnSpPr>
            <a:cxnSpLocks/>
          </p:cNvCxnSpPr>
          <p:nvPr/>
        </p:nvCxnSpPr>
        <p:spPr>
          <a:xfrm>
            <a:off x="151230" y="2126391"/>
            <a:ext cx="1876278" cy="0"/>
          </a:xfrm>
          <a:prstGeom prst="straightConnector1">
            <a:avLst/>
          </a:prstGeom>
          <a:ln w="76200">
            <a:solidFill>
              <a:srgbClr val="BA1C47"/>
            </a:solidFill>
            <a:headEnd type="none" w="lg" len="lg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Elbow Connector 29">
            <a:extLst>
              <a:ext uri="{FF2B5EF4-FFF2-40B4-BE49-F238E27FC236}">
                <a16:creationId xmlns:a16="http://schemas.microsoft.com/office/drawing/2014/main" id="{312D092E-03BC-1037-775A-EA5D22D986E2}"/>
              </a:ext>
            </a:extLst>
          </p:cNvPr>
          <p:cNvCxnSpPr>
            <a:cxnSpLocks/>
            <a:stCxn id="3" idx="0"/>
            <a:endCxn id="8" idx="0"/>
          </p:cNvCxnSpPr>
          <p:nvPr/>
        </p:nvCxnSpPr>
        <p:spPr>
          <a:xfrm rot="5400000" flipH="1" flipV="1">
            <a:off x="5567465" y="-777121"/>
            <a:ext cx="12700" cy="4478097"/>
          </a:xfrm>
          <a:prstGeom prst="bentConnector3">
            <a:avLst>
              <a:gd name="adj1" fmla="val 6696000"/>
            </a:avLst>
          </a:prstGeom>
          <a:ln w="63500">
            <a:solidFill>
              <a:srgbClr val="BA1C47">
                <a:alpha val="54000"/>
              </a:srgbClr>
            </a:solidFill>
            <a:prstDash val="sysDot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68BA3228-56FF-98DA-2413-96C79080DF3E}"/>
              </a:ext>
            </a:extLst>
          </p:cNvPr>
          <p:cNvSpPr txBox="1"/>
          <p:nvPr/>
        </p:nvSpPr>
        <p:spPr>
          <a:xfrm>
            <a:off x="4528168" y="182097"/>
            <a:ext cx="1877437" cy="43075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JP" sz="2199" dirty="0">
                <a:solidFill>
                  <a:srgbClr val="BA1C47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スキーマ変換</a:t>
            </a:r>
          </a:p>
        </p:txBody>
      </p:sp>
    </p:spTree>
    <p:extLst>
      <p:ext uri="{BB962C8B-B14F-4D97-AF65-F5344CB8AC3E}">
        <p14:creationId xmlns:p14="http://schemas.microsoft.com/office/powerpoint/2010/main" val="2363455540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Picture 23">
            <a:extLst>
              <a:ext uri="{FF2B5EF4-FFF2-40B4-BE49-F238E27FC236}">
                <a16:creationId xmlns:a16="http://schemas.microsoft.com/office/drawing/2014/main" id="{85F7BE92-B370-3FCC-7AF6-4607CB2820A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62038" y="-38100"/>
            <a:ext cx="3195142" cy="2444616"/>
          </a:xfrm>
          <a:prstGeom prst="rect">
            <a:avLst/>
          </a:prstGeom>
        </p:spPr>
      </p:pic>
      <p:sp>
        <p:nvSpPr>
          <p:cNvPr id="40" name="Rectangle 39">
            <a:extLst>
              <a:ext uri="{FF2B5EF4-FFF2-40B4-BE49-F238E27FC236}">
                <a16:creationId xmlns:a16="http://schemas.microsoft.com/office/drawing/2014/main" id="{4C42E0CD-7F7D-F9B7-D83F-7F0C6A2BFF69}"/>
              </a:ext>
            </a:extLst>
          </p:cNvPr>
          <p:cNvSpPr/>
          <p:nvPr/>
        </p:nvSpPr>
        <p:spPr>
          <a:xfrm>
            <a:off x="7281" y="2381025"/>
            <a:ext cx="9136725" cy="2715429"/>
          </a:xfrm>
          <a:prstGeom prst="rect">
            <a:avLst/>
          </a:prstGeom>
          <a:solidFill>
            <a:srgbClr val="BA1C47">
              <a:alpha val="20157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DBF83E6C-C238-AB8D-0129-92C2C92665CE}"/>
              </a:ext>
            </a:extLst>
          </p:cNvPr>
          <p:cNvSpPr/>
          <p:nvPr/>
        </p:nvSpPr>
        <p:spPr>
          <a:xfrm>
            <a:off x="115798" y="2529179"/>
            <a:ext cx="2881404" cy="2402227"/>
          </a:xfrm>
          <a:prstGeom prst="rect">
            <a:avLst/>
          </a:prstGeom>
          <a:solidFill>
            <a:schemeClr val="bg1"/>
          </a:solidFill>
          <a:ln>
            <a:solidFill>
              <a:srgbClr val="0020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C764577-EC09-BC32-59A4-8E0AA0497630}"/>
              </a:ext>
            </a:extLst>
          </p:cNvPr>
          <p:cNvSpPr txBox="1"/>
          <p:nvPr/>
        </p:nvSpPr>
        <p:spPr>
          <a:xfrm>
            <a:off x="308140" y="3087976"/>
            <a:ext cx="1951175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u="sng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商品ID</a:t>
            </a:r>
            <a:r>
              <a:rPr lang="ja-JP" altLang="en-US" sz="1999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　</a:t>
            </a:r>
            <a:r>
              <a:rPr lang="en-US" altLang="ja-JP" sz="19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PA001</a:t>
            </a:r>
            <a:endParaRPr lang="en-JP" sz="1999" dirty="0" err="1">
              <a:solidFill>
                <a:srgbClr val="2B3348"/>
              </a:solidFill>
              <a:latin typeface="Noto Sans CJK JP Regular" panose="020B0500000000000000" pitchFamily="34" charset="-128"/>
              <a:ea typeface="Noto Sans CJK JP Regular" panose="020B0500000000000000" pitchFamily="34" charset="-128"/>
              <a:cs typeface="IPAPGothic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C2CA2F3-7700-374A-1A5F-6A424F4C447F}"/>
              </a:ext>
            </a:extLst>
          </p:cNvPr>
          <p:cNvSpPr txBox="1"/>
          <p:nvPr/>
        </p:nvSpPr>
        <p:spPr>
          <a:xfrm>
            <a:off x="308136" y="3519776"/>
            <a:ext cx="2492990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u="sng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商品名</a:t>
            </a:r>
            <a:r>
              <a:rPr lang="ja-JP" altLang="en-US" sz="1999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　はーいお茶</a:t>
            </a:r>
            <a:endParaRPr lang="en-JP" sz="1999" dirty="0" err="1">
              <a:solidFill>
                <a:srgbClr val="2B3348"/>
              </a:solidFill>
              <a:latin typeface="Noto Sans CJK JP Regular" panose="020B0500000000000000" pitchFamily="34" charset="-128"/>
              <a:ea typeface="Noto Sans CJK JP Regular" panose="020B0500000000000000" pitchFamily="34" charset="-128"/>
              <a:cs typeface="IPAPGothic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D8DCB89-3EE1-E0F8-1EAE-05586BFDE577}"/>
              </a:ext>
            </a:extLst>
          </p:cNvPr>
          <p:cNvSpPr txBox="1"/>
          <p:nvPr/>
        </p:nvSpPr>
        <p:spPr>
          <a:xfrm>
            <a:off x="308134" y="3951457"/>
            <a:ext cx="1638590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ja-JP" altLang="en-US" sz="1999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　</a:t>
            </a:r>
            <a:r>
              <a:rPr lang="en-JP" sz="1999" u="sng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単価</a:t>
            </a:r>
            <a:r>
              <a:rPr lang="ja-JP" altLang="en-US" sz="1999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　</a:t>
            </a:r>
            <a:r>
              <a:rPr lang="en-US" altLang="ja-JP" sz="19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130</a:t>
            </a:r>
            <a:endParaRPr lang="en-JP" sz="1999" dirty="0" err="1">
              <a:solidFill>
                <a:srgbClr val="2B3348"/>
              </a:solidFill>
              <a:latin typeface="Noto Sans CJK JP Regular" panose="020B0500000000000000" pitchFamily="34" charset="-128"/>
              <a:ea typeface="Noto Sans CJK JP Regular" panose="020B0500000000000000" pitchFamily="34" charset="-128"/>
              <a:cs typeface="IPAPGothic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9C0EAEF-73CB-5773-5E79-D57957DCA68E}"/>
              </a:ext>
            </a:extLst>
          </p:cNvPr>
          <p:cNvSpPr txBox="1"/>
          <p:nvPr/>
        </p:nvSpPr>
        <p:spPr>
          <a:xfrm>
            <a:off x="308136" y="4383138"/>
            <a:ext cx="2553904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ja-JP" altLang="en-US" sz="1999" u="sng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登録日</a:t>
            </a:r>
            <a:r>
              <a:rPr lang="ja-JP" altLang="en-US" sz="1999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　</a:t>
            </a:r>
            <a:r>
              <a:rPr lang="en-US" altLang="ja-JP" sz="19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2018/10/25</a:t>
            </a:r>
            <a:endParaRPr lang="en-JP" sz="1999" dirty="0" err="1">
              <a:solidFill>
                <a:srgbClr val="2B3348"/>
              </a:solidFill>
              <a:latin typeface="Noto Sans CJK JP Regular" panose="020B0500000000000000" pitchFamily="34" charset="-128"/>
              <a:ea typeface="Noto Sans CJK JP Regular" panose="020B0500000000000000" pitchFamily="34" charset="-128"/>
              <a:cs typeface="IPAPGothic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DE6B35D-DB86-B3A7-1C45-E767FD27C27F}"/>
              </a:ext>
            </a:extLst>
          </p:cNvPr>
          <p:cNvSpPr txBox="1"/>
          <p:nvPr/>
        </p:nvSpPr>
        <p:spPr>
          <a:xfrm>
            <a:off x="308135" y="2668876"/>
            <a:ext cx="1353256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9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アドレス1</a:t>
            </a:r>
            <a:endParaRPr lang="en-JP" sz="1999" dirty="0" err="1">
              <a:solidFill>
                <a:srgbClr val="2B3348"/>
              </a:solidFill>
              <a:latin typeface="Noto Sans CJK JP Regular" panose="020B0500000000000000" pitchFamily="34" charset="-128"/>
              <a:ea typeface="Noto Sans CJK JP Regular" panose="020B0500000000000000" pitchFamily="34" charset="-128"/>
              <a:cs typeface="IPAPGothic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AD85BF5-4E6E-CAB5-8127-8E5E7E5882B5}"/>
              </a:ext>
            </a:extLst>
          </p:cNvPr>
          <p:cNvSpPr/>
          <p:nvPr/>
        </p:nvSpPr>
        <p:spPr>
          <a:xfrm>
            <a:off x="2993469" y="2529180"/>
            <a:ext cx="2881404" cy="2402227"/>
          </a:xfrm>
          <a:prstGeom prst="rect">
            <a:avLst/>
          </a:prstGeom>
          <a:solidFill>
            <a:schemeClr val="bg1"/>
          </a:solidFill>
          <a:ln>
            <a:solidFill>
              <a:srgbClr val="0020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B253B89-2DFA-126E-8210-B4D9966116AA}"/>
              </a:ext>
            </a:extLst>
          </p:cNvPr>
          <p:cNvSpPr txBox="1"/>
          <p:nvPr/>
        </p:nvSpPr>
        <p:spPr>
          <a:xfrm>
            <a:off x="3185811" y="3087977"/>
            <a:ext cx="1951175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u="sng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商品ID</a:t>
            </a:r>
            <a:r>
              <a:rPr lang="ja-JP" altLang="en-US" sz="1999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　</a:t>
            </a:r>
            <a:r>
              <a:rPr lang="en-US" altLang="ja-JP" sz="19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PA002</a:t>
            </a:r>
            <a:endParaRPr lang="en-JP" sz="1999" dirty="0" err="1">
              <a:solidFill>
                <a:srgbClr val="2B3348"/>
              </a:solidFill>
              <a:latin typeface="Noto Sans CJK JP Regular" panose="020B0500000000000000" pitchFamily="34" charset="-128"/>
              <a:ea typeface="Noto Sans CJK JP Regular" panose="020B0500000000000000" pitchFamily="34" charset="-128"/>
              <a:cs typeface="IPAPGothic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C4E352E-876D-446E-C13A-8186E5254F8F}"/>
              </a:ext>
            </a:extLst>
          </p:cNvPr>
          <p:cNvSpPr txBox="1"/>
          <p:nvPr/>
        </p:nvSpPr>
        <p:spPr>
          <a:xfrm>
            <a:off x="3185806" y="3519777"/>
            <a:ext cx="2492990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u="sng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商品名</a:t>
            </a:r>
            <a:r>
              <a:rPr lang="ja-JP" altLang="en-US" sz="1999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　きのこの里</a:t>
            </a:r>
            <a:endParaRPr lang="en-JP" sz="1999" dirty="0" err="1">
              <a:solidFill>
                <a:srgbClr val="2B3348"/>
              </a:solidFill>
              <a:latin typeface="Noto Sans CJK JP Regular" panose="020B0500000000000000" pitchFamily="34" charset="-128"/>
              <a:ea typeface="Noto Sans CJK JP Regular" panose="020B0500000000000000" pitchFamily="34" charset="-128"/>
              <a:cs typeface="IPAPGothic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C2C039C-EA24-EAAB-D8F6-2C989C881E44}"/>
              </a:ext>
            </a:extLst>
          </p:cNvPr>
          <p:cNvSpPr txBox="1"/>
          <p:nvPr/>
        </p:nvSpPr>
        <p:spPr>
          <a:xfrm>
            <a:off x="3185806" y="3951458"/>
            <a:ext cx="1638590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ja-JP" altLang="en-US" sz="1999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　</a:t>
            </a:r>
            <a:r>
              <a:rPr lang="en-JP" sz="1999" u="sng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単価</a:t>
            </a:r>
            <a:r>
              <a:rPr lang="ja-JP" altLang="en-US" sz="1999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　</a:t>
            </a:r>
            <a:r>
              <a:rPr lang="en-US" altLang="ja-JP" sz="19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230</a:t>
            </a:r>
            <a:endParaRPr lang="en-JP" sz="1999" dirty="0" err="1">
              <a:solidFill>
                <a:srgbClr val="2B3348"/>
              </a:solidFill>
              <a:latin typeface="Noto Sans CJK JP Regular" panose="020B0500000000000000" pitchFamily="34" charset="-128"/>
              <a:ea typeface="Noto Sans CJK JP Regular" panose="020B0500000000000000" pitchFamily="34" charset="-128"/>
              <a:cs typeface="IPAPGothic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D5F9737-1C74-DE7B-9B3E-3148CF35B97B}"/>
              </a:ext>
            </a:extLst>
          </p:cNvPr>
          <p:cNvSpPr txBox="1"/>
          <p:nvPr/>
        </p:nvSpPr>
        <p:spPr>
          <a:xfrm>
            <a:off x="3185806" y="4383139"/>
            <a:ext cx="2553904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ja-JP" altLang="en-US" sz="1999" u="sng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登録日</a:t>
            </a:r>
            <a:r>
              <a:rPr lang="ja-JP" altLang="en-US" sz="1999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　</a:t>
            </a:r>
            <a:r>
              <a:rPr lang="en-US" altLang="ja-JP" sz="19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2018/11/17</a:t>
            </a:r>
            <a:endParaRPr lang="en-JP" sz="1999" dirty="0" err="1">
              <a:solidFill>
                <a:srgbClr val="2B3348"/>
              </a:solidFill>
              <a:latin typeface="Noto Sans CJK JP Regular" panose="020B0500000000000000" pitchFamily="34" charset="-128"/>
              <a:ea typeface="Noto Sans CJK JP Regular" panose="020B0500000000000000" pitchFamily="34" charset="-128"/>
              <a:cs typeface="IPAPGothic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BB892D9-428B-5B82-E4AF-DA6C946476D0}"/>
              </a:ext>
            </a:extLst>
          </p:cNvPr>
          <p:cNvSpPr txBox="1"/>
          <p:nvPr/>
        </p:nvSpPr>
        <p:spPr>
          <a:xfrm>
            <a:off x="3185806" y="2668877"/>
            <a:ext cx="1353256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9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アドレス2</a:t>
            </a:r>
            <a:endParaRPr lang="en-JP" sz="1999" dirty="0" err="1">
              <a:solidFill>
                <a:srgbClr val="2B3348"/>
              </a:solidFill>
              <a:latin typeface="Noto Sans CJK JP Regular" panose="020B0500000000000000" pitchFamily="34" charset="-128"/>
              <a:ea typeface="Noto Sans CJK JP Regular" panose="020B0500000000000000" pitchFamily="34" charset="-128"/>
              <a:cs typeface="IPAPGothic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9C9A8E8-5FDE-65E1-87CC-D9B26D76B8F9}"/>
              </a:ext>
            </a:extLst>
          </p:cNvPr>
          <p:cNvSpPr/>
          <p:nvPr/>
        </p:nvSpPr>
        <p:spPr>
          <a:xfrm>
            <a:off x="6146805" y="2529180"/>
            <a:ext cx="2881404" cy="2402227"/>
          </a:xfrm>
          <a:prstGeom prst="rect">
            <a:avLst/>
          </a:prstGeom>
          <a:solidFill>
            <a:schemeClr val="bg1"/>
          </a:solidFill>
          <a:ln>
            <a:solidFill>
              <a:srgbClr val="0020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2AC0613-71D4-603A-09BD-ED0B224B1E08}"/>
              </a:ext>
            </a:extLst>
          </p:cNvPr>
          <p:cNvSpPr txBox="1"/>
          <p:nvPr/>
        </p:nvSpPr>
        <p:spPr>
          <a:xfrm>
            <a:off x="6339148" y="3087977"/>
            <a:ext cx="1949573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u="sng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商品ID</a:t>
            </a:r>
            <a:r>
              <a:rPr lang="ja-JP" altLang="en-US" sz="1999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　</a:t>
            </a:r>
            <a:r>
              <a:rPr lang="en-US" altLang="ja-JP" sz="19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PZ015</a:t>
            </a:r>
            <a:endParaRPr lang="en-JP" sz="1999" dirty="0" err="1">
              <a:solidFill>
                <a:srgbClr val="2B3348"/>
              </a:solidFill>
              <a:latin typeface="Noto Sans CJK JP Regular" panose="020B0500000000000000" pitchFamily="34" charset="-128"/>
              <a:ea typeface="Noto Sans CJK JP Regular" panose="020B0500000000000000" pitchFamily="34" charset="-128"/>
              <a:cs typeface="IPAPGothic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26AA00B-1C35-6767-A497-D14BFA23A342}"/>
              </a:ext>
            </a:extLst>
          </p:cNvPr>
          <p:cNvSpPr txBox="1"/>
          <p:nvPr/>
        </p:nvSpPr>
        <p:spPr>
          <a:xfrm>
            <a:off x="6339144" y="3519777"/>
            <a:ext cx="2492990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u="sng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商品名</a:t>
            </a:r>
            <a:r>
              <a:rPr lang="ja-JP" altLang="en-US" sz="1999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　滝子の里山</a:t>
            </a:r>
            <a:endParaRPr lang="en-JP" sz="1999" dirty="0" err="1">
              <a:solidFill>
                <a:srgbClr val="2B3348"/>
              </a:solidFill>
              <a:latin typeface="Noto Sans CJK JP Regular" panose="020B0500000000000000" pitchFamily="34" charset="-128"/>
              <a:ea typeface="Noto Sans CJK JP Regular" panose="020B0500000000000000" pitchFamily="34" charset="-128"/>
              <a:cs typeface="IPAPGothic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C391CB0-A3A9-2E38-DD2A-8747A69230CA}"/>
              </a:ext>
            </a:extLst>
          </p:cNvPr>
          <p:cNvSpPr txBox="1"/>
          <p:nvPr/>
        </p:nvSpPr>
        <p:spPr>
          <a:xfrm>
            <a:off x="6339142" y="3951458"/>
            <a:ext cx="1638590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ja-JP" altLang="en-US" sz="1999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　</a:t>
            </a:r>
            <a:r>
              <a:rPr lang="en-JP" sz="1999" u="sng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単価</a:t>
            </a:r>
            <a:r>
              <a:rPr lang="ja-JP" altLang="en-US" sz="1999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　</a:t>
            </a:r>
            <a:r>
              <a:rPr lang="en-US" altLang="ja-JP" sz="19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360</a:t>
            </a:r>
            <a:endParaRPr lang="en-JP" sz="1999" dirty="0" err="1">
              <a:solidFill>
                <a:srgbClr val="2B3348"/>
              </a:solidFill>
              <a:latin typeface="Noto Sans CJK JP Regular" panose="020B0500000000000000" pitchFamily="34" charset="-128"/>
              <a:ea typeface="Noto Sans CJK JP Regular" panose="020B0500000000000000" pitchFamily="34" charset="-128"/>
              <a:cs typeface="IPAPGothic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D80BC1A-E0E9-5FF9-714B-6B7FA390A386}"/>
              </a:ext>
            </a:extLst>
          </p:cNvPr>
          <p:cNvSpPr txBox="1"/>
          <p:nvPr/>
        </p:nvSpPr>
        <p:spPr>
          <a:xfrm>
            <a:off x="6339143" y="4383139"/>
            <a:ext cx="2553904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ja-JP" altLang="en-US" sz="1999" u="sng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登録日</a:t>
            </a:r>
            <a:r>
              <a:rPr lang="ja-JP" altLang="en-US" sz="1999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　</a:t>
            </a:r>
            <a:r>
              <a:rPr lang="en-US" altLang="ja-JP" sz="19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2023/07/07</a:t>
            </a:r>
            <a:endParaRPr lang="en-JP" sz="1999" dirty="0" err="1">
              <a:solidFill>
                <a:srgbClr val="2B3348"/>
              </a:solidFill>
              <a:latin typeface="Noto Sans CJK JP Regular" panose="020B0500000000000000" pitchFamily="34" charset="-128"/>
              <a:ea typeface="Noto Sans CJK JP Regular" panose="020B0500000000000000" pitchFamily="34" charset="-128"/>
              <a:cs typeface="IPAPGothic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2795989-1071-5BBD-F13E-4AF167E02C91}"/>
              </a:ext>
            </a:extLst>
          </p:cNvPr>
          <p:cNvSpPr txBox="1"/>
          <p:nvPr/>
        </p:nvSpPr>
        <p:spPr>
          <a:xfrm>
            <a:off x="6339147" y="2668877"/>
            <a:ext cx="1923925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9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アドレス10000</a:t>
            </a:r>
            <a:endParaRPr lang="en-JP" sz="1999" dirty="0" err="1">
              <a:solidFill>
                <a:srgbClr val="2B3348"/>
              </a:solidFill>
              <a:latin typeface="Noto Sans CJK JP Regular" panose="020B0500000000000000" pitchFamily="34" charset="-128"/>
              <a:ea typeface="Noto Sans CJK JP Regular" panose="020B0500000000000000" pitchFamily="34" charset="-128"/>
              <a:cs typeface="IPAPGothic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5EE30F55-BC97-42AE-6D5D-24393BCF616A}"/>
              </a:ext>
            </a:extLst>
          </p:cNvPr>
          <p:cNvSpPr/>
          <p:nvPr/>
        </p:nvSpPr>
        <p:spPr>
          <a:xfrm>
            <a:off x="5874876" y="2529180"/>
            <a:ext cx="268197" cy="2402227"/>
          </a:xfrm>
          <a:prstGeom prst="rect">
            <a:avLst/>
          </a:prstGeom>
          <a:solidFill>
            <a:schemeClr val="bg1"/>
          </a:solidFill>
          <a:ln>
            <a:solidFill>
              <a:srgbClr val="0020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AA800E3-138E-514B-8EC1-9F5C9B42C23E}"/>
              </a:ext>
            </a:extLst>
          </p:cNvPr>
          <p:cNvSpPr txBox="1"/>
          <p:nvPr/>
        </p:nvSpPr>
        <p:spPr>
          <a:xfrm>
            <a:off x="5788397" y="3569240"/>
            <a:ext cx="441146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…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3385503-A351-11B9-06B0-56CEF238E397}"/>
              </a:ext>
            </a:extLst>
          </p:cNvPr>
          <p:cNvSpPr txBox="1"/>
          <p:nvPr/>
        </p:nvSpPr>
        <p:spPr>
          <a:xfrm>
            <a:off x="6078644" y="868912"/>
            <a:ext cx="2775119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9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HDD</a:t>
            </a:r>
            <a:r>
              <a:rPr lang="en-JP" sz="19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のような記憶装置</a:t>
            </a:r>
            <a:endParaRPr lang="en-US" sz="1999" dirty="0">
              <a:solidFill>
                <a:srgbClr val="2B3348"/>
              </a:solidFill>
              <a:latin typeface="Noto Sans CJK JP Regular" panose="020B0500000000000000" pitchFamily="34" charset="-128"/>
              <a:ea typeface="Noto Sans CJK JP Regular" panose="020B0500000000000000" pitchFamily="34" charset="-128"/>
              <a:cs typeface="IPAPGothic"/>
            </a:endParaRPr>
          </a:p>
        </p:txBody>
      </p:sp>
      <p:sp>
        <p:nvSpPr>
          <p:cNvPr id="26" name="Block Arc 25">
            <a:extLst>
              <a:ext uri="{FF2B5EF4-FFF2-40B4-BE49-F238E27FC236}">
                <a16:creationId xmlns:a16="http://schemas.microsoft.com/office/drawing/2014/main" id="{4A596700-B0C5-7CF0-4E7E-3B61C6D86DD2}"/>
              </a:ext>
            </a:extLst>
          </p:cNvPr>
          <p:cNvSpPr/>
          <p:nvPr/>
        </p:nvSpPr>
        <p:spPr>
          <a:xfrm rot="207093">
            <a:off x="4456558" y="885163"/>
            <a:ext cx="554437" cy="482600"/>
          </a:xfrm>
          <a:prstGeom prst="blockArc">
            <a:avLst>
              <a:gd name="adj1" fmla="val 18882945"/>
              <a:gd name="adj2" fmla="val 0"/>
              <a:gd name="adj3" fmla="val 25000"/>
            </a:avLst>
          </a:prstGeom>
          <a:solidFill>
            <a:srgbClr val="BA1C47">
              <a:alpha val="58036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 dirty="0">
              <a:solidFill>
                <a:schemeClr val="tx1"/>
              </a:solidFill>
            </a:endParaRPr>
          </a:p>
        </p:txBody>
      </p:sp>
      <p:sp>
        <p:nvSpPr>
          <p:cNvPr id="41" name="Triangle 40">
            <a:extLst>
              <a:ext uri="{FF2B5EF4-FFF2-40B4-BE49-F238E27FC236}">
                <a16:creationId xmlns:a16="http://schemas.microsoft.com/office/drawing/2014/main" id="{28E5AE9B-A514-F3CB-A39F-C7B95AD4602D}"/>
              </a:ext>
            </a:extLst>
          </p:cNvPr>
          <p:cNvSpPr/>
          <p:nvPr/>
        </p:nvSpPr>
        <p:spPr>
          <a:xfrm rot="19984622">
            <a:off x="5179502" y="1003166"/>
            <a:ext cx="272981" cy="1549104"/>
          </a:xfrm>
          <a:prstGeom prst="triangle">
            <a:avLst/>
          </a:prstGeom>
          <a:solidFill>
            <a:srgbClr val="F3D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43" name="Rounded Rectangle 42">
            <a:extLst>
              <a:ext uri="{FF2B5EF4-FFF2-40B4-BE49-F238E27FC236}">
                <a16:creationId xmlns:a16="http://schemas.microsoft.com/office/drawing/2014/main" id="{288896FF-4964-D42F-9B04-6EFF049A53A5}"/>
              </a:ext>
            </a:extLst>
          </p:cNvPr>
          <p:cNvSpPr/>
          <p:nvPr/>
        </p:nvSpPr>
        <p:spPr>
          <a:xfrm>
            <a:off x="2259315" y="4749185"/>
            <a:ext cx="7073295" cy="400111"/>
          </a:xfrm>
          <a:prstGeom prst="roundRect">
            <a:avLst>
              <a:gd name="adj" fmla="val 50000"/>
            </a:avLst>
          </a:prstGeom>
          <a:solidFill>
            <a:srgbClr val="BA1C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 dirty="0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BC744D5B-D8E0-B1E2-2407-134714DA9A13}"/>
              </a:ext>
            </a:extLst>
          </p:cNvPr>
          <p:cNvSpPr txBox="1"/>
          <p:nvPr/>
        </p:nvSpPr>
        <p:spPr>
          <a:xfrm>
            <a:off x="2411712" y="4770418"/>
            <a:ext cx="6948190" cy="3999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JP" sz="1999" dirty="0">
                <a:solidFill>
                  <a:schemeClr val="bg1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各レコードは分割され記憶装置の特定の場所に格納される</a:t>
            </a:r>
          </a:p>
        </p:txBody>
      </p:sp>
      <p:sp>
        <p:nvSpPr>
          <p:cNvPr id="3" name="Block Arc 2">
            <a:extLst>
              <a:ext uri="{FF2B5EF4-FFF2-40B4-BE49-F238E27FC236}">
                <a16:creationId xmlns:a16="http://schemas.microsoft.com/office/drawing/2014/main" id="{819EB099-21DC-238A-F2DA-692E36C99E84}"/>
              </a:ext>
            </a:extLst>
          </p:cNvPr>
          <p:cNvSpPr/>
          <p:nvPr/>
        </p:nvSpPr>
        <p:spPr>
          <a:xfrm rot="3215005">
            <a:off x="4479890" y="882431"/>
            <a:ext cx="554437" cy="482600"/>
          </a:xfrm>
          <a:prstGeom prst="blockArc">
            <a:avLst>
              <a:gd name="adj1" fmla="val 18882945"/>
              <a:gd name="adj2" fmla="val 0"/>
              <a:gd name="adj3" fmla="val 25000"/>
            </a:avLst>
          </a:prstGeom>
          <a:solidFill>
            <a:srgbClr val="BA1C47">
              <a:alpha val="58036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 dirty="0">
              <a:solidFill>
                <a:schemeClr val="tx1"/>
              </a:solidFill>
            </a:endParaRPr>
          </a:p>
        </p:txBody>
      </p:sp>
      <p:sp>
        <p:nvSpPr>
          <p:cNvPr id="4" name="Block Arc 3">
            <a:extLst>
              <a:ext uri="{FF2B5EF4-FFF2-40B4-BE49-F238E27FC236}">
                <a16:creationId xmlns:a16="http://schemas.microsoft.com/office/drawing/2014/main" id="{E88B6571-FA59-E065-6A2A-3028C68690B8}"/>
              </a:ext>
            </a:extLst>
          </p:cNvPr>
          <p:cNvSpPr/>
          <p:nvPr/>
        </p:nvSpPr>
        <p:spPr>
          <a:xfrm rot="5943891">
            <a:off x="4484809" y="904145"/>
            <a:ext cx="554437" cy="482600"/>
          </a:xfrm>
          <a:prstGeom prst="blockArc">
            <a:avLst>
              <a:gd name="adj1" fmla="val 18882945"/>
              <a:gd name="adj2" fmla="val 0"/>
              <a:gd name="adj3" fmla="val 25000"/>
            </a:avLst>
          </a:prstGeom>
          <a:solidFill>
            <a:srgbClr val="BA1C47">
              <a:alpha val="58036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 dirty="0">
              <a:solidFill>
                <a:schemeClr val="tx1"/>
              </a:solidFill>
            </a:endParaRPr>
          </a:p>
        </p:txBody>
      </p:sp>
      <p:sp>
        <p:nvSpPr>
          <p:cNvPr id="27" name="Arc 26">
            <a:extLst>
              <a:ext uri="{FF2B5EF4-FFF2-40B4-BE49-F238E27FC236}">
                <a16:creationId xmlns:a16="http://schemas.microsoft.com/office/drawing/2014/main" id="{A06CD782-588A-5B31-4A90-3E01C2D63E95}"/>
              </a:ext>
            </a:extLst>
          </p:cNvPr>
          <p:cNvSpPr/>
          <p:nvPr/>
        </p:nvSpPr>
        <p:spPr>
          <a:xfrm rot="4295855">
            <a:off x="4369346" y="864165"/>
            <a:ext cx="464352" cy="433131"/>
          </a:xfrm>
          <a:prstGeom prst="arc">
            <a:avLst/>
          </a:prstGeom>
          <a:ln w="19050">
            <a:solidFill>
              <a:srgbClr val="BA1C47"/>
            </a:solidFill>
            <a:headEnd type="triangle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572934983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Picture 23">
            <a:extLst>
              <a:ext uri="{FF2B5EF4-FFF2-40B4-BE49-F238E27FC236}">
                <a16:creationId xmlns:a16="http://schemas.microsoft.com/office/drawing/2014/main" id="{85F7BE92-B370-3FCC-7AF6-4607CB2820A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62038" y="-38100"/>
            <a:ext cx="3195142" cy="2444616"/>
          </a:xfrm>
          <a:prstGeom prst="rect">
            <a:avLst/>
          </a:prstGeom>
        </p:spPr>
      </p:pic>
      <p:sp>
        <p:nvSpPr>
          <p:cNvPr id="40" name="Rectangle 39">
            <a:extLst>
              <a:ext uri="{FF2B5EF4-FFF2-40B4-BE49-F238E27FC236}">
                <a16:creationId xmlns:a16="http://schemas.microsoft.com/office/drawing/2014/main" id="{4C42E0CD-7F7D-F9B7-D83F-7F0C6A2BFF69}"/>
              </a:ext>
            </a:extLst>
          </p:cNvPr>
          <p:cNvSpPr/>
          <p:nvPr/>
        </p:nvSpPr>
        <p:spPr>
          <a:xfrm>
            <a:off x="7281" y="2381025"/>
            <a:ext cx="9136725" cy="2715429"/>
          </a:xfrm>
          <a:prstGeom prst="rect">
            <a:avLst/>
          </a:prstGeom>
          <a:solidFill>
            <a:srgbClr val="BA1C47">
              <a:alpha val="20157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DBF83E6C-C238-AB8D-0129-92C2C92665CE}"/>
              </a:ext>
            </a:extLst>
          </p:cNvPr>
          <p:cNvSpPr/>
          <p:nvPr/>
        </p:nvSpPr>
        <p:spPr>
          <a:xfrm>
            <a:off x="115798" y="2529179"/>
            <a:ext cx="2881404" cy="2402227"/>
          </a:xfrm>
          <a:prstGeom prst="rect">
            <a:avLst/>
          </a:prstGeom>
          <a:solidFill>
            <a:schemeClr val="bg1"/>
          </a:solidFill>
          <a:ln>
            <a:solidFill>
              <a:srgbClr val="0020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C764577-EC09-BC32-59A4-8E0AA0497630}"/>
              </a:ext>
            </a:extLst>
          </p:cNvPr>
          <p:cNvSpPr txBox="1"/>
          <p:nvPr/>
        </p:nvSpPr>
        <p:spPr>
          <a:xfrm>
            <a:off x="308140" y="3087976"/>
            <a:ext cx="1951175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u="sng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商品ID</a:t>
            </a:r>
            <a:r>
              <a:rPr lang="ja-JP" altLang="en-US" sz="1999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　</a:t>
            </a:r>
            <a:r>
              <a:rPr lang="en-US" altLang="ja-JP" sz="19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PA001</a:t>
            </a:r>
            <a:endParaRPr lang="en-JP" sz="1999" dirty="0" err="1">
              <a:solidFill>
                <a:srgbClr val="2B3348"/>
              </a:solidFill>
              <a:latin typeface="Noto Sans CJK JP Regular" panose="020B0500000000000000" pitchFamily="34" charset="-128"/>
              <a:ea typeface="Noto Sans CJK JP Regular" panose="020B0500000000000000" pitchFamily="34" charset="-128"/>
              <a:cs typeface="IPAPGothic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C2CA2F3-7700-374A-1A5F-6A424F4C447F}"/>
              </a:ext>
            </a:extLst>
          </p:cNvPr>
          <p:cNvSpPr txBox="1"/>
          <p:nvPr/>
        </p:nvSpPr>
        <p:spPr>
          <a:xfrm>
            <a:off x="308136" y="3519776"/>
            <a:ext cx="2492990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u="sng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商品名</a:t>
            </a:r>
            <a:r>
              <a:rPr lang="ja-JP" altLang="en-US" sz="1999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　はーいお茶</a:t>
            </a:r>
            <a:endParaRPr lang="en-JP" sz="1999" dirty="0" err="1">
              <a:solidFill>
                <a:srgbClr val="2B3348"/>
              </a:solidFill>
              <a:latin typeface="Noto Sans CJK JP Regular" panose="020B0500000000000000" pitchFamily="34" charset="-128"/>
              <a:ea typeface="Noto Sans CJK JP Regular" panose="020B0500000000000000" pitchFamily="34" charset="-128"/>
              <a:cs typeface="IPAPGothic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D8DCB89-3EE1-E0F8-1EAE-05586BFDE577}"/>
              </a:ext>
            </a:extLst>
          </p:cNvPr>
          <p:cNvSpPr txBox="1"/>
          <p:nvPr/>
        </p:nvSpPr>
        <p:spPr>
          <a:xfrm>
            <a:off x="308134" y="3951457"/>
            <a:ext cx="1638590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ja-JP" altLang="en-US" sz="1999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　</a:t>
            </a:r>
            <a:r>
              <a:rPr lang="en-JP" sz="1999" u="sng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単価</a:t>
            </a:r>
            <a:r>
              <a:rPr lang="ja-JP" altLang="en-US" sz="1999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　</a:t>
            </a:r>
            <a:r>
              <a:rPr lang="en-US" altLang="ja-JP" sz="19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130</a:t>
            </a:r>
            <a:endParaRPr lang="en-JP" sz="1999" dirty="0" err="1">
              <a:solidFill>
                <a:srgbClr val="2B3348"/>
              </a:solidFill>
              <a:latin typeface="Noto Sans CJK JP Regular" panose="020B0500000000000000" pitchFamily="34" charset="-128"/>
              <a:ea typeface="Noto Sans CJK JP Regular" panose="020B0500000000000000" pitchFamily="34" charset="-128"/>
              <a:cs typeface="IPAPGothic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9C0EAEF-73CB-5773-5E79-D57957DCA68E}"/>
              </a:ext>
            </a:extLst>
          </p:cNvPr>
          <p:cNvSpPr txBox="1"/>
          <p:nvPr/>
        </p:nvSpPr>
        <p:spPr>
          <a:xfrm>
            <a:off x="308136" y="4383138"/>
            <a:ext cx="2553904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ja-JP" altLang="en-US" sz="1999" u="sng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登録日</a:t>
            </a:r>
            <a:r>
              <a:rPr lang="ja-JP" altLang="en-US" sz="1999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　</a:t>
            </a:r>
            <a:r>
              <a:rPr lang="en-US" altLang="ja-JP" sz="19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2018/10/25</a:t>
            </a:r>
            <a:endParaRPr lang="en-JP" sz="1999" dirty="0" err="1">
              <a:solidFill>
                <a:srgbClr val="2B3348"/>
              </a:solidFill>
              <a:latin typeface="Noto Sans CJK JP Regular" panose="020B0500000000000000" pitchFamily="34" charset="-128"/>
              <a:ea typeface="Noto Sans CJK JP Regular" panose="020B0500000000000000" pitchFamily="34" charset="-128"/>
              <a:cs typeface="IPAPGothic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DE6B35D-DB86-B3A7-1C45-E767FD27C27F}"/>
              </a:ext>
            </a:extLst>
          </p:cNvPr>
          <p:cNvSpPr txBox="1"/>
          <p:nvPr/>
        </p:nvSpPr>
        <p:spPr>
          <a:xfrm>
            <a:off x="308135" y="2668876"/>
            <a:ext cx="1353256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9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アドレス1</a:t>
            </a:r>
            <a:endParaRPr lang="en-JP" sz="1999" dirty="0" err="1">
              <a:solidFill>
                <a:srgbClr val="2B3348"/>
              </a:solidFill>
              <a:latin typeface="Noto Sans CJK JP Regular" panose="020B0500000000000000" pitchFamily="34" charset="-128"/>
              <a:ea typeface="Noto Sans CJK JP Regular" panose="020B0500000000000000" pitchFamily="34" charset="-128"/>
              <a:cs typeface="IPAPGothic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AD85BF5-4E6E-CAB5-8127-8E5E7E5882B5}"/>
              </a:ext>
            </a:extLst>
          </p:cNvPr>
          <p:cNvSpPr/>
          <p:nvPr/>
        </p:nvSpPr>
        <p:spPr>
          <a:xfrm>
            <a:off x="2993469" y="2529180"/>
            <a:ext cx="2881404" cy="2402227"/>
          </a:xfrm>
          <a:prstGeom prst="rect">
            <a:avLst/>
          </a:prstGeom>
          <a:solidFill>
            <a:schemeClr val="bg1"/>
          </a:solidFill>
          <a:ln>
            <a:solidFill>
              <a:srgbClr val="0020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B253B89-2DFA-126E-8210-B4D9966116AA}"/>
              </a:ext>
            </a:extLst>
          </p:cNvPr>
          <p:cNvSpPr txBox="1"/>
          <p:nvPr/>
        </p:nvSpPr>
        <p:spPr>
          <a:xfrm>
            <a:off x="3185811" y="3087977"/>
            <a:ext cx="1951175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u="sng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商品ID</a:t>
            </a:r>
            <a:r>
              <a:rPr lang="ja-JP" altLang="en-US" sz="1999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　</a:t>
            </a:r>
            <a:r>
              <a:rPr lang="en-US" altLang="ja-JP" sz="19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PA002</a:t>
            </a:r>
            <a:endParaRPr lang="en-JP" sz="1999" dirty="0" err="1">
              <a:solidFill>
                <a:srgbClr val="2B3348"/>
              </a:solidFill>
              <a:latin typeface="Noto Sans CJK JP Regular" panose="020B0500000000000000" pitchFamily="34" charset="-128"/>
              <a:ea typeface="Noto Sans CJK JP Regular" panose="020B0500000000000000" pitchFamily="34" charset="-128"/>
              <a:cs typeface="IPAPGothic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C4E352E-876D-446E-C13A-8186E5254F8F}"/>
              </a:ext>
            </a:extLst>
          </p:cNvPr>
          <p:cNvSpPr txBox="1"/>
          <p:nvPr/>
        </p:nvSpPr>
        <p:spPr>
          <a:xfrm>
            <a:off x="3185806" y="3519777"/>
            <a:ext cx="2492990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u="sng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商品名</a:t>
            </a:r>
            <a:r>
              <a:rPr lang="ja-JP" altLang="en-US" sz="1999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　きのこの里</a:t>
            </a:r>
            <a:endParaRPr lang="en-JP" sz="1999" dirty="0" err="1">
              <a:solidFill>
                <a:srgbClr val="2B3348"/>
              </a:solidFill>
              <a:latin typeface="Noto Sans CJK JP Regular" panose="020B0500000000000000" pitchFamily="34" charset="-128"/>
              <a:ea typeface="Noto Sans CJK JP Regular" panose="020B0500000000000000" pitchFamily="34" charset="-128"/>
              <a:cs typeface="IPAPGothic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C2C039C-EA24-EAAB-D8F6-2C989C881E44}"/>
              </a:ext>
            </a:extLst>
          </p:cNvPr>
          <p:cNvSpPr txBox="1"/>
          <p:nvPr/>
        </p:nvSpPr>
        <p:spPr>
          <a:xfrm>
            <a:off x="3185806" y="3951458"/>
            <a:ext cx="1638590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ja-JP" altLang="en-US" sz="1999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　</a:t>
            </a:r>
            <a:r>
              <a:rPr lang="en-JP" sz="1999" u="sng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単価</a:t>
            </a:r>
            <a:r>
              <a:rPr lang="ja-JP" altLang="en-US" sz="1999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　</a:t>
            </a:r>
            <a:r>
              <a:rPr lang="en-US" altLang="ja-JP" sz="19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230</a:t>
            </a:r>
            <a:endParaRPr lang="en-JP" sz="1999" dirty="0" err="1">
              <a:solidFill>
                <a:srgbClr val="2B3348"/>
              </a:solidFill>
              <a:latin typeface="Noto Sans CJK JP Regular" panose="020B0500000000000000" pitchFamily="34" charset="-128"/>
              <a:ea typeface="Noto Sans CJK JP Regular" panose="020B0500000000000000" pitchFamily="34" charset="-128"/>
              <a:cs typeface="IPAPGothic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D5F9737-1C74-DE7B-9B3E-3148CF35B97B}"/>
              </a:ext>
            </a:extLst>
          </p:cNvPr>
          <p:cNvSpPr txBox="1"/>
          <p:nvPr/>
        </p:nvSpPr>
        <p:spPr>
          <a:xfrm>
            <a:off x="3185806" y="4383139"/>
            <a:ext cx="2553904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ja-JP" altLang="en-US" sz="1999" u="sng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登録日</a:t>
            </a:r>
            <a:r>
              <a:rPr lang="ja-JP" altLang="en-US" sz="1999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　</a:t>
            </a:r>
            <a:r>
              <a:rPr lang="en-US" altLang="ja-JP" sz="19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2018/11/17</a:t>
            </a:r>
            <a:endParaRPr lang="en-JP" sz="1999" dirty="0" err="1">
              <a:solidFill>
                <a:srgbClr val="2B3348"/>
              </a:solidFill>
              <a:latin typeface="Noto Sans CJK JP Regular" panose="020B0500000000000000" pitchFamily="34" charset="-128"/>
              <a:ea typeface="Noto Sans CJK JP Regular" panose="020B0500000000000000" pitchFamily="34" charset="-128"/>
              <a:cs typeface="IPAPGothic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BB892D9-428B-5B82-E4AF-DA6C946476D0}"/>
              </a:ext>
            </a:extLst>
          </p:cNvPr>
          <p:cNvSpPr txBox="1"/>
          <p:nvPr/>
        </p:nvSpPr>
        <p:spPr>
          <a:xfrm>
            <a:off x="3185806" y="2668877"/>
            <a:ext cx="1353256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9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アドレス2</a:t>
            </a:r>
            <a:endParaRPr lang="en-JP" sz="1999" dirty="0" err="1">
              <a:solidFill>
                <a:srgbClr val="2B3348"/>
              </a:solidFill>
              <a:latin typeface="Noto Sans CJK JP Regular" panose="020B0500000000000000" pitchFamily="34" charset="-128"/>
              <a:ea typeface="Noto Sans CJK JP Regular" panose="020B0500000000000000" pitchFamily="34" charset="-128"/>
              <a:cs typeface="IPAPGothic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9C9A8E8-5FDE-65E1-87CC-D9B26D76B8F9}"/>
              </a:ext>
            </a:extLst>
          </p:cNvPr>
          <p:cNvSpPr/>
          <p:nvPr/>
        </p:nvSpPr>
        <p:spPr>
          <a:xfrm>
            <a:off x="6146805" y="2529180"/>
            <a:ext cx="2881404" cy="2402227"/>
          </a:xfrm>
          <a:prstGeom prst="rect">
            <a:avLst/>
          </a:prstGeom>
          <a:solidFill>
            <a:schemeClr val="bg1"/>
          </a:solidFill>
          <a:ln>
            <a:solidFill>
              <a:srgbClr val="0020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2AC0613-71D4-603A-09BD-ED0B224B1E08}"/>
              </a:ext>
            </a:extLst>
          </p:cNvPr>
          <p:cNvSpPr txBox="1"/>
          <p:nvPr/>
        </p:nvSpPr>
        <p:spPr>
          <a:xfrm>
            <a:off x="6339148" y="3087977"/>
            <a:ext cx="1949573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u="sng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商品ID</a:t>
            </a:r>
            <a:r>
              <a:rPr lang="ja-JP" altLang="en-US" sz="1999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　</a:t>
            </a:r>
            <a:r>
              <a:rPr lang="en-US" altLang="ja-JP" sz="19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PZ015</a:t>
            </a:r>
            <a:endParaRPr lang="en-JP" sz="1999" dirty="0" err="1">
              <a:solidFill>
                <a:srgbClr val="2B3348"/>
              </a:solidFill>
              <a:latin typeface="Noto Sans CJK JP Regular" panose="020B0500000000000000" pitchFamily="34" charset="-128"/>
              <a:ea typeface="Noto Sans CJK JP Regular" panose="020B0500000000000000" pitchFamily="34" charset="-128"/>
              <a:cs typeface="IPAPGothic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26AA00B-1C35-6767-A497-D14BFA23A342}"/>
              </a:ext>
            </a:extLst>
          </p:cNvPr>
          <p:cNvSpPr txBox="1"/>
          <p:nvPr/>
        </p:nvSpPr>
        <p:spPr>
          <a:xfrm>
            <a:off x="6339144" y="3519777"/>
            <a:ext cx="2492990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u="sng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商品名</a:t>
            </a:r>
            <a:r>
              <a:rPr lang="ja-JP" altLang="en-US" sz="1999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　滝子の里山</a:t>
            </a:r>
            <a:endParaRPr lang="en-JP" sz="1999" dirty="0" err="1">
              <a:solidFill>
                <a:srgbClr val="2B3348"/>
              </a:solidFill>
              <a:latin typeface="Noto Sans CJK JP Regular" panose="020B0500000000000000" pitchFamily="34" charset="-128"/>
              <a:ea typeface="Noto Sans CJK JP Regular" panose="020B0500000000000000" pitchFamily="34" charset="-128"/>
              <a:cs typeface="IPAPGothic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C391CB0-A3A9-2E38-DD2A-8747A69230CA}"/>
              </a:ext>
            </a:extLst>
          </p:cNvPr>
          <p:cNvSpPr txBox="1"/>
          <p:nvPr/>
        </p:nvSpPr>
        <p:spPr>
          <a:xfrm>
            <a:off x="6339142" y="3951458"/>
            <a:ext cx="1638590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ja-JP" altLang="en-US" sz="1999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　</a:t>
            </a:r>
            <a:r>
              <a:rPr lang="en-JP" sz="1999" u="sng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単価</a:t>
            </a:r>
            <a:r>
              <a:rPr lang="ja-JP" altLang="en-US" sz="1999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　</a:t>
            </a:r>
            <a:r>
              <a:rPr lang="en-US" altLang="ja-JP" sz="19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360</a:t>
            </a:r>
            <a:endParaRPr lang="en-JP" sz="1999" dirty="0" err="1">
              <a:solidFill>
                <a:srgbClr val="2B3348"/>
              </a:solidFill>
              <a:latin typeface="Noto Sans CJK JP Regular" panose="020B0500000000000000" pitchFamily="34" charset="-128"/>
              <a:ea typeface="Noto Sans CJK JP Regular" panose="020B0500000000000000" pitchFamily="34" charset="-128"/>
              <a:cs typeface="IPAPGothic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D80BC1A-E0E9-5FF9-714B-6B7FA390A386}"/>
              </a:ext>
            </a:extLst>
          </p:cNvPr>
          <p:cNvSpPr txBox="1"/>
          <p:nvPr/>
        </p:nvSpPr>
        <p:spPr>
          <a:xfrm>
            <a:off x="6339143" y="4383139"/>
            <a:ext cx="2553904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ja-JP" altLang="en-US" sz="1999" u="sng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登録日</a:t>
            </a:r>
            <a:r>
              <a:rPr lang="ja-JP" altLang="en-US" sz="1999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　</a:t>
            </a:r>
            <a:r>
              <a:rPr lang="en-US" altLang="ja-JP" sz="19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2023/07/07</a:t>
            </a:r>
            <a:endParaRPr lang="en-JP" sz="1999" dirty="0" err="1">
              <a:solidFill>
                <a:srgbClr val="2B3348"/>
              </a:solidFill>
              <a:latin typeface="Noto Sans CJK JP Regular" panose="020B0500000000000000" pitchFamily="34" charset="-128"/>
              <a:ea typeface="Noto Sans CJK JP Regular" panose="020B0500000000000000" pitchFamily="34" charset="-128"/>
              <a:cs typeface="IPAPGothic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2795989-1071-5BBD-F13E-4AF167E02C91}"/>
              </a:ext>
            </a:extLst>
          </p:cNvPr>
          <p:cNvSpPr txBox="1"/>
          <p:nvPr/>
        </p:nvSpPr>
        <p:spPr>
          <a:xfrm>
            <a:off x="6339147" y="2668877"/>
            <a:ext cx="1923925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9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アドレス10000</a:t>
            </a:r>
            <a:endParaRPr lang="en-JP" sz="1999" dirty="0" err="1">
              <a:solidFill>
                <a:srgbClr val="2B3348"/>
              </a:solidFill>
              <a:latin typeface="Noto Sans CJK JP Regular" panose="020B0500000000000000" pitchFamily="34" charset="-128"/>
              <a:ea typeface="Noto Sans CJK JP Regular" panose="020B0500000000000000" pitchFamily="34" charset="-128"/>
              <a:cs typeface="IPAPGothic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5EE30F55-BC97-42AE-6D5D-24393BCF616A}"/>
              </a:ext>
            </a:extLst>
          </p:cNvPr>
          <p:cNvSpPr/>
          <p:nvPr/>
        </p:nvSpPr>
        <p:spPr>
          <a:xfrm>
            <a:off x="5874876" y="2529180"/>
            <a:ext cx="268197" cy="2402227"/>
          </a:xfrm>
          <a:prstGeom prst="rect">
            <a:avLst/>
          </a:prstGeom>
          <a:solidFill>
            <a:schemeClr val="bg1"/>
          </a:solidFill>
          <a:ln>
            <a:solidFill>
              <a:srgbClr val="0020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AA800E3-138E-514B-8EC1-9F5C9B42C23E}"/>
              </a:ext>
            </a:extLst>
          </p:cNvPr>
          <p:cNvSpPr txBox="1"/>
          <p:nvPr/>
        </p:nvSpPr>
        <p:spPr>
          <a:xfrm>
            <a:off x="5788397" y="3569240"/>
            <a:ext cx="441146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…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3385503-A351-11B9-06B0-56CEF238E397}"/>
              </a:ext>
            </a:extLst>
          </p:cNvPr>
          <p:cNvSpPr txBox="1"/>
          <p:nvPr/>
        </p:nvSpPr>
        <p:spPr>
          <a:xfrm>
            <a:off x="6078644" y="868912"/>
            <a:ext cx="2775119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9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HDD</a:t>
            </a:r>
            <a:r>
              <a:rPr lang="en-JP" sz="19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のような記憶装置</a:t>
            </a:r>
            <a:endParaRPr lang="en-US" sz="1999" dirty="0">
              <a:solidFill>
                <a:srgbClr val="2B3348"/>
              </a:solidFill>
              <a:latin typeface="Noto Sans CJK JP Regular" panose="020B0500000000000000" pitchFamily="34" charset="-128"/>
              <a:ea typeface="Noto Sans CJK JP Regular" panose="020B0500000000000000" pitchFamily="34" charset="-128"/>
              <a:cs typeface="IPAPGothic"/>
            </a:endParaRPr>
          </a:p>
        </p:txBody>
      </p:sp>
      <p:sp>
        <p:nvSpPr>
          <p:cNvPr id="41" name="Triangle 40">
            <a:extLst>
              <a:ext uri="{FF2B5EF4-FFF2-40B4-BE49-F238E27FC236}">
                <a16:creationId xmlns:a16="http://schemas.microsoft.com/office/drawing/2014/main" id="{28E5AE9B-A514-F3CB-A39F-C7B95AD4602D}"/>
              </a:ext>
            </a:extLst>
          </p:cNvPr>
          <p:cNvSpPr/>
          <p:nvPr/>
        </p:nvSpPr>
        <p:spPr>
          <a:xfrm rot="19984622">
            <a:off x="5179502" y="1003166"/>
            <a:ext cx="272981" cy="1549104"/>
          </a:xfrm>
          <a:prstGeom prst="triangle">
            <a:avLst/>
          </a:prstGeom>
          <a:solidFill>
            <a:srgbClr val="F3D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29" name="Block Arc 28">
            <a:extLst>
              <a:ext uri="{FF2B5EF4-FFF2-40B4-BE49-F238E27FC236}">
                <a16:creationId xmlns:a16="http://schemas.microsoft.com/office/drawing/2014/main" id="{1525E7D6-52EB-29F5-D144-6ED3DA69536D}"/>
              </a:ext>
            </a:extLst>
          </p:cNvPr>
          <p:cNvSpPr/>
          <p:nvPr/>
        </p:nvSpPr>
        <p:spPr>
          <a:xfrm rot="207093">
            <a:off x="4456558" y="885163"/>
            <a:ext cx="554437" cy="482600"/>
          </a:xfrm>
          <a:prstGeom prst="blockArc">
            <a:avLst>
              <a:gd name="adj1" fmla="val 18882945"/>
              <a:gd name="adj2" fmla="val 0"/>
              <a:gd name="adj3" fmla="val 25000"/>
            </a:avLst>
          </a:prstGeom>
          <a:solidFill>
            <a:srgbClr val="BA1C47">
              <a:alpha val="58036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 dirty="0">
              <a:solidFill>
                <a:schemeClr val="tx1"/>
              </a:solidFill>
            </a:endParaRPr>
          </a:p>
        </p:txBody>
      </p:sp>
      <p:sp>
        <p:nvSpPr>
          <p:cNvPr id="30" name="Block Arc 29">
            <a:extLst>
              <a:ext uri="{FF2B5EF4-FFF2-40B4-BE49-F238E27FC236}">
                <a16:creationId xmlns:a16="http://schemas.microsoft.com/office/drawing/2014/main" id="{EB27D5DE-7792-CB6E-6405-D3E8EC3C9D2E}"/>
              </a:ext>
            </a:extLst>
          </p:cNvPr>
          <p:cNvSpPr/>
          <p:nvPr/>
        </p:nvSpPr>
        <p:spPr>
          <a:xfrm rot="3215005">
            <a:off x="4479890" y="882431"/>
            <a:ext cx="554437" cy="482600"/>
          </a:xfrm>
          <a:prstGeom prst="blockArc">
            <a:avLst>
              <a:gd name="adj1" fmla="val 18882945"/>
              <a:gd name="adj2" fmla="val 0"/>
              <a:gd name="adj3" fmla="val 25000"/>
            </a:avLst>
          </a:prstGeom>
          <a:solidFill>
            <a:srgbClr val="BA1C47">
              <a:alpha val="58036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 dirty="0">
              <a:solidFill>
                <a:schemeClr val="tx1"/>
              </a:solidFill>
            </a:endParaRPr>
          </a:p>
        </p:txBody>
      </p:sp>
      <p:sp>
        <p:nvSpPr>
          <p:cNvPr id="31" name="Block Arc 30">
            <a:extLst>
              <a:ext uri="{FF2B5EF4-FFF2-40B4-BE49-F238E27FC236}">
                <a16:creationId xmlns:a16="http://schemas.microsoft.com/office/drawing/2014/main" id="{DAF941CA-3FBE-D534-024B-7AED037CA69E}"/>
              </a:ext>
            </a:extLst>
          </p:cNvPr>
          <p:cNvSpPr/>
          <p:nvPr/>
        </p:nvSpPr>
        <p:spPr>
          <a:xfrm rot="5943891">
            <a:off x="4484809" y="904145"/>
            <a:ext cx="554437" cy="482600"/>
          </a:xfrm>
          <a:prstGeom prst="blockArc">
            <a:avLst>
              <a:gd name="adj1" fmla="val 18882945"/>
              <a:gd name="adj2" fmla="val 0"/>
              <a:gd name="adj3" fmla="val 25000"/>
            </a:avLst>
          </a:prstGeom>
          <a:solidFill>
            <a:srgbClr val="BA1C47">
              <a:alpha val="58036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 dirty="0">
              <a:solidFill>
                <a:schemeClr val="tx1"/>
              </a:solidFill>
            </a:endParaRPr>
          </a:p>
        </p:txBody>
      </p:sp>
      <p:sp>
        <p:nvSpPr>
          <p:cNvPr id="32" name="Arc 31">
            <a:extLst>
              <a:ext uri="{FF2B5EF4-FFF2-40B4-BE49-F238E27FC236}">
                <a16:creationId xmlns:a16="http://schemas.microsoft.com/office/drawing/2014/main" id="{56E97F74-D88B-3446-3AAF-3E8DF757D198}"/>
              </a:ext>
            </a:extLst>
          </p:cNvPr>
          <p:cNvSpPr/>
          <p:nvPr/>
        </p:nvSpPr>
        <p:spPr>
          <a:xfrm rot="4295855">
            <a:off x="4369346" y="864165"/>
            <a:ext cx="464352" cy="433131"/>
          </a:xfrm>
          <a:prstGeom prst="arc">
            <a:avLst/>
          </a:prstGeom>
          <a:ln w="19050">
            <a:solidFill>
              <a:srgbClr val="BA1C47"/>
            </a:solidFill>
            <a:headEnd type="triangle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4133541656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CA6E5239-0C8C-8096-682A-104A8BDB700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66057535"/>
              </p:ext>
            </p:extLst>
          </p:nvPr>
        </p:nvGraphicFramePr>
        <p:xfrm>
          <a:off x="115243" y="435022"/>
          <a:ext cx="4560255" cy="326796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21385">
                  <a:extLst>
                    <a:ext uri="{9D8B030D-6E8A-4147-A177-3AD203B41FA5}">
                      <a16:colId xmlns:a16="http://schemas.microsoft.com/office/drawing/2014/main" val="3952751086"/>
                    </a:ext>
                  </a:extLst>
                </a:gridCol>
                <a:gridCol w="1389698">
                  <a:extLst>
                    <a:ext uri="{9D8B030D-6E8A-4147-A177-3AD203B41FA5}">
                      <a16:colId xmlns:a16="http://schemas.microsoft.com/office/drawing/2014/main" val="637503006"/>
                    </a:ext>
                  </a:extLst>
                </a:gridCol>
                <a:gridCol w="665799">
                  <a:extLst>
                    <a:ext uri="{9D8B030D-6E8A-4147-A177-3AD203B41FA5}">
                      <a16:colId xmlns:a16="http://schemas.microsoft.com/office/drawing/2014/main" val="3612789214"/>
                    </a:ext>
                  </a:extLst>
                </a:gridCol>
                <a:gridCol w="1583373">
                  <a:extLst>
                    <a:ext uri="{9D8B030D-6E8A-4147-A177-3AD203B41FA5}">
                      <a16:colId xmlns:a16="http://schemas.microsoft.com/office/drawing/2014/main" val="3002757581"/>
                    </a:ext>
                  </a:extLst>
                </a:gridCol>
              </a:tblGrid>
              <a:tr h="405255">
                <a:tc>
                  <a:txBody>
                    <a:bodyPr/>
                    <a:lstStyle/>
                    <a:p>
                      <a:r>
                        <a:rPr lang="en-JP" sz="1800" dirty="0">
                          <a:solidFill>
                            <a:schemeClr val="bg1"/>
                          </a:solidFill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商品ID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solidFill>
                            <a:schemeClr val="bg1"/>
                          </a:solidFill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商品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solidFill>
                            <a:schemeClr val="bg1"/>
                          </a:solidFill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単価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solidFill>
                            <a:schemeClr val="bg1"/>
                          </a:solidFill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登録日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480211"/>
                  </a:ext>
                </a:extLst>
              </a:tr>
              <a:tr h="477118"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PA001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はーいお茶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130</a:t>
                      </a:r>
                      <a:endParaRPr lang="en-JP" sz="1800" dirty="0">
                        <a:latin typeface="IPAPGothic" panose="020B0500000000000000" pitchFamily="34" charset="-128"/>
                        <a:ea typeface="IPAPGothic" panose="020B0500000000000000" pitchFamily="34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2018/10/25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53867983"/>
                  </a:ext>
                </a:extLst>
              </a:tr>
              <a:tr h="477118"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PA002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きのこの里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230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2018/11/17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80110813"/>
                  </a:ext>
                </a:extLst>
              </a:tr>
              <a:tr h="477118"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PB050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タケノコの山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170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2019/12/25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12437338"/>
                  </a:ext>
                </a:extLst>
              </a:tr>
              <a:tr h="477118"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PC008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タケノコの山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200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2019/12/28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57189008"/>
                  </a:ext>
                </a:extLst>
              </a:tr>
              <a:tr h="477118">
                <a:tc>
                  <a:txBody>
                    <a:bodyPr/>
                    <a:lstStyle/>
                    <a:p>
                      <a:pPr marL="0" marR="0" lvl="0" indent="0" algn="l" defTabSz="3429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…</a:t>
                      </a:r>
                      <a:endParaRPr lang="en-JP" sz="1800" dirty="0">
                        <a:latin typeface="IPAPGothic" panose="020B0500000000000000" pitchFamily="34" charset="-128"/>
                        <a:ea typeface="IPAPGothic" panose="020B0500000000000000" pitchFamily="34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3429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…</a:t>
                      </a:r>
                      <a:endParaRPr lang="en-JP" sz="1800" dirty="0">
                        <a:latin typeface="IPAPGothic" panose="020B0500000000000000" pitchFamily="34" charset="-128"/>
                        <a:ea typeface="IPAPGothic" panose="020B0500000000000000" pitchFamily="34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JP" sz="1800" dirty="0">
                        <a:latin typeface="IPAPGothic" panose="020B0500000000000000" pitchFamily="34" charset="-128"/>
                        <a:ea typeface="IPAPGothic" panose="020B0500000000000000" pitchFamily="34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JP" sz="1800" dirty="0">
                        <a:latin typeface="IPAPGothic" panose="020B0500000000000000" pitchFamily="34" charset="-128"/>
                        <a:ea typeface="IPAPGothic" panose="020B0500000000000000" pitchFamily="34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93764845"/>
                  </a:ext>
                </a:extLst>
              </a:tr>
              <a:tr h="477118"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PZ015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滝子の里山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360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2023/07/07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1047392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6F821D69-FF72-0D69-B208-D50680065D14}"/>
              </a:ext>
            </a:extLst>
          </p:cNvPr>
          <p:cNvSpPr txBox="1"/>
          <p:nvPr/>
        </p:nvSpPr>
        <p:spPr>
          <a:xfrm>
            <a:off x="115247" y="2"/>
            <a:ext cx="1723549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関係「商品」</a:t>
            </a:r>
          </a:p>
        </p:txBody>
      </p:sp>
    </p:spTree>
    <p:extLst>
      <p:ext uri="{BB962C8B-B14F-4D97-AF65-F5344CB8AC3E}">
        <p14:creationId xmlns:p14="http://schemas.microsoft.com/office/powerpoint/2010/main" val="1442518371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D36FDB98-7A11-4926-FF24-835511BAD42F}"/>
              </a:ext>
            </a:extLst>
          </p:cNvPr>
          <p:cNvSpPr/>
          <p:nvPr/>
        </p:nvSpPr>
        <p:spPr>
          <a:xfrm>
            <a:off x="285481" y="252504"/>
            <a:ext cx="734876" cy="382928"/>
          </a:xfrm>
          <a:prstGeom prst="rect">
            <a:avLst/>
          </a:prstGeom>
          <a:solidFill>
            <a:srgbClr val="00205B">
              <a:alpha val="12077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4A5C466-E4F5-F24C-FD77-188BCBD8724B}"/>
              </a:ext>
            </a:extLst>
          </p:cNvPr>
          <p:cNvSpPr/>
          <p:nvPr/>
        </p:nvSpPr>
        <p:spPr>
          <a:xfrm>
            <a:off x="4882569" y="298435"/>
            <a:ext cx="1357486" cy="382928"/>
          </a:xfrm>
          <a:prstGeom prst="rect">
            <a:avLst/>
          </a:prstGeom>
          <a:solidFill>
            <a:srgbClr val="00205B">
              <a:alpha val="12077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E71B459-6C0F-C7FC-F26F-789CEBE7B175}"/>
              </a:ext>
            </a:extLst>
          </p:cNvPr>
          <p:cNvSpPr/>
          <p:nvPr/>
        </p:nvSpPr>
        <p:spPr>
          <a:xfrm>
            <a:off x="322734" y="697655"/>
            <a:ext cx="4046071" cy="4244697"/>
          </a:xfrm>
          <a:prstGeom prst="rect">
            <a:avLst/>
          </a:prstGeom>
          <a:noFill/>
          <a:ln>
            <a:solidFill>
              <a:srgbClr val="0020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FB888F8-2F64-34DA-3533-29C4597CEE1B}"/>
              </a:ext>
            </a:extLst>
          </p:cNvPr>
          <p:cNvSpPr txBox="1"/>
          <p:nvPr/>
        </p:nvSpPr>
        <p:spPr>
          <a:xfrm>
            <a:off x="322734" y="247783"/>
            <a:ext cx="697627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索引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EFC8E51-87E3-D610-E870-545C2F833E32}"/>
              </a:ext>
            </a:extLst>
          </p:cNvPr>
          <p:cNvSpPr txBox="1"/>
          <p:nvPr/>
        </p:nvSpPr>
        <p:spPr>
          <a:xfrm>
            <a:off x="514791" y="827429"/>
            <a:ext cx="870751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[ア行]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45929F0-932F-2CDA-0F6F-C1FB8BF89F97}"/>
              </a:ext>
            </a:extLst>
          </p:cNvPr>
          <p:cNvSpPr txBox="1"/>
          <p:nvPr/>
        </p:nvSpPr>
        <p:spPr>
          <a:xfrm>
            <a:off x="523762" y="1627650"/>
            <a:ext cx="2872902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一貫性制約		47, 100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DADC5DD-0402-3C48-889F-EE5D8F3B9B00}"/>
              </a:ext>
            </a:extLst>
          </p:cNvPr>
          <p:cNvSpPr txBox="1"/>
          <p:nvPr/>
        </p:nvSpPr>
        <p:spPr>
          <a:xfrm>
            <a:off x="523762" y="1227540"/>
            <a:ext cx="2459328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異状			220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248F3B7-C7A2-43AB-D241-E8BAA0E788F6}"/>
              </a:ext>
            </a:extLst>
          </p:cNvPr>
          <p:cNvSpPr txBox="1"/>
          <p:nvPr/>
        </p:nvSpPr>
        <p:spPr>
          <a:xfrm>
            <a:off x="523767" y="2027760"/>
            <a:ext cx="3143809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インスタンス	11, 22, 33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24E7FCB-3D5B-4CDA-3538-B2B4CA171A79}"/>
              </a:ext>
            </a:extLst>
          </p:cNvPr>
          <p:cNvSpPr txBox="1"/>
          <p:nvPr/>
        </p:nvSpPr>
        <p:spPr>
          <a:xfrm rot="5400000">
            <a:off x="523762" y="2427933"/>
            <a:ext cx="441146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…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138373D-B779-CA6B-8E1A-DD004A19B353}"/>
              </a:ext>
            </a:extLst>
          </p:cNvPr>
          <p:cNvSpPr txBox="1"/>
          <p:nvPr/>
        </p:nvSpPr>
        <p:spPr>
          <a:xfrm>
            <a:off x="523768" y="2857236"/>
            <a:ext cx="870751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[カ行]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DDCCD64-9971-A17A-0997-C231003D8924}"/>
              </a:ext>
            </a:extLst>
          </p:cNvPr>
          <p:cNvSpPr txBox="1"/>
          <p:nvPr/>
        </p:nvSpPr>
        <p:spPr>
          <a:xfrm>
            <a:off x="544285" y="3670702"/>
            <a:ext cx="1854995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外部キー	50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B914C84-0091-32A1-847B-D278BB0E1C02}"/>
              </a:ext>
            </a:extLst>
          </p:cNvPr>
          <p:cNvSpPr txBox="1"/>
          <p:nvPr/>
        </p:nvSpPr>
        <p:spPr>
          <a:xfrm>
            <a:off x="544285" y="3270592"/>
            <a:ext cx="2031325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外部結合	100	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EADF713-1E81-89A1-6D3C-9777D94D1100}"/>
              </a:ext>
            </a:extLst>
          </p:cNvPr>
          <p:cNvSpPr txBox="1"/>
          <p:nvPr/>
        </p:nvSpPr>
        <p:spPr>
          <a:xfrm>
            <a:off x="544280" y="4070812"/>
            <a:ext cx="2220480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関係	22, 44, 63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D8AE4C6-2E35-FD3F-666A-E224FEEC1383}"/>
              </a:ext>
            </a:extLst>
          </p:cNvPr>
          <p:cNvSpPr txBox="1"/>
          <p:nvPr/>
        </p:nvSpPr>
        <p:spPr>
          <a:xfrm rot="5400000">
            <a:off x="544280" y="4470986"/>
            <a:ext cx="441146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…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AFF79D97-8798-5542-16F9-C42D1F90147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231" y="753276"/>
            <a:ext cx="3982501" cy="4189072"/>
          </a:xfrm>
          <a:prstGeom prst="rect">
            <a:avLst/>
          </a:prstGeom>
          <a:ln>
            <a:solidFill>
              <a:srgbClr val="00205B"/>
            </a:solidFill>
          </a:ln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3D3A589F-56F9-D85E-2044-9E0C180B45B1}"/>
              </a:ext>
            </a:extLst>
          </p:cNvPr>
          <p:cNvSpPr txBox="1"/>
          <p:nvPr/>
        </p:nvSpPr>
        <p:spPr>
          <a:xfrm>
            <a:off x="4892226" y="297542"/>
            <a:ext cx="1693046" cy="3999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100ページ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53BF01AA-F650-406D-D027-87723B08095C}"/>
              </a:ext>
            </a:extLst>
          </p:cNvPr>
          <p:cNvSpPr/>
          <p:nvPr/>
        </p:nvSpPr>
        <p:spPr>
          <a:xfrm>
            <a:off x="2801549" y="1643163"/>
            <a:ext cx="500452" cy="382928"/>
          </a:xfrm>
          <a:prstGeom prst="rect">
            <a:avLst/>
          </a:prstGeom>
          <a:solidFill>
            <a:srgbClr val="BA1C47">
              <a:alpha val="12077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9B28C8C0-E158-03B8-D200-E5C566C2345F}"/>
              </a:ext>
            </a:extLst>
          </p:cNvPr>
          <p:cNvCxnSpPr>
            <a:stCxn id="5" idx="3"/>
          </p:cNvCxnSpPr>
          <p:nvPr/>
        </p:nvCxnSpPr>
        <p:spPr>
          <a:xfrm>
            <a:off x="3396664" y="1827640"/>
            <a:ext cx="1391236" cy="13864"/>
          </a:xfrm>
          <a:prstGeom prst="straightConnector1">
            <a:avLst/>
          </a:prstGeom>
          <a:ln w="57150">
            <a:solidFill>
              <a:srgbClr val="BA1C47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19078495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D36FDB98-7A11-4926-FF24-835511BAD42F}"/>
              </a:ext>
            </a:extLst>
          </p:cNvPr>
          <p:cNvSpPr/>
          <p:nvPr/>
        </p:nvSpPr>
        <p:spPr>
          <a:xfrm>
            <a:off x="285484" y="252504"/>
            <a:ext cx="2479279" cy="382928"/>
          </a:xfrm>
          <a:prstGeom prst="rect">
            <a:avLst/>
          </a:prstGeom>
          <a:solidFill>
            <a:srgbClr val="00205B">
              <a:alpha val="12077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E71B459-6C0F-C7FC-F26F-789CEBE7B175}"/>
              </a:ext>
            </a:extLst>
          </p:cNvPr>
          <p:cNvSpPr/>
          <p:nvPr/>
        </p:nvSpPr>
        <p:spPr>
          <a:xfrm>
            <a:off x="322735" y="697652"/>
            <a:ext cx="3563471" cy="3494258"/>
          </a:xfrm>
          <a:prstGeom prst="rect">
            <a:avLst/>
          </a:prstGeom>
          <a:noFill/>
          <a:ln>
            <a:solidFill>
              <a:srgbClr val="0020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FB888F8-2F64-34DA-3533-29C4597CEE1B}"/>
              </a:ext>
            </a:extLst>
          </p:cNvPr>
          <p:cNvSpPr txBox="1"/>
          <p:nvPr/>
        </p:nvSpPr>
        <p:spPr>
          <a:xfrm>
            <a:off x="322729" y="247783"/>
            <a:ext cx="2492990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属性「単価」の索引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EFC8E51-87E3-D610-E870-545C2F833E32}"/>
              </a:ext>
            </a:extLst>
          </p:cNvPr>
          <p:cNvSpPr txBox="1"/>
          <p:nvPr/>
        </p:nvSpPr>
        <p:spPr>
          <a:xfrm>
            <a:off x="514792" y="827429"/>
            <a:ext cx="697627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単価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D0603B4-853E-E6E0-4BE2-A821E9610380}"/>
              </a:ext>
            </a:extLst>
          </p:cNvPr>
          <p:cNvSpPr txBox="1"/>
          <p:nvPr/>
        </p:nvSpPr>
        <p:spPr>
          <a:xfrm>
            <a:off x="514786" y="1357318"/>
            <a:ext cx="612668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130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3E549B4-92CA-8F4B-B7C0-853C9C3ECE86}"/>
              </a:ext>
            </a:extLst>
          </p:cNvPr>
          <p:cNvSpPr txBox="1"/>
          <p:nvPr/>
        </p:nvSpPr>
        <p:spPr>
          <a:xfrm>
            <a:off x="1731257" y="827430"/>
            <a:ext cx="1980029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記憶装置の場所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1DCF90B-23EB-5E97-5626-EBACFB2DC4DC}"/>
              </a:ext>
            </a:extLst>
          </p:cNvPr>
          <p:cNvSpPr txBox="1"/>
          <p:nvPr/>
        </p:nvSpPr>
        <p:spPr>
          <a:xfrm>
            <a:off x="1731253" y="1357319"/>
            <a:ext cx="723900" cy="3999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1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04FBA46-9214-66F7-37AB-C637FF42951A}"/>
              </a:ext>
            </a:extLst>
          </p:cNvPr>
          <p:cNvSpPr txBox="1"/>
          <p:nvPr/>
        </p:nvSpPr>
        <p:spPr>
          <a:xfrm>
            <a:off x="514786" y="1807187"/>
            <a:ext cx="612668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150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761E81B-C7EC-0DB3-0987-6481932BE081}"/>
              </a:ext>
            </a:extLst>
          </p:cNvPr>
          <p:cNvSpPr txBox="1"/>
          <p:nvPr/>
        </p:nvSpPr>
        <p:spPr>
          <a:xfrm>
            <a:off x="1731258" y="1807186"/>
            <a:ext cx="1284411" cy="3999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3, 10, 54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6C1A8E9-7017-E8FB-723A-FF3CE8AFD89F}"/>
              </a:ext>
            </a:extLst>
          </p:cNvPr>
          <p:cNvSpPr txBox="1"/>
          <p:nvPr/>
        </p:nvSpPr>
        <p:spPr>
          <a:xfrm>
            <a:off x="514786" y="2257056"/>
            <a:ext cx="612668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170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41E66D6B-8D30-D302-C257-9EFBC300DFBB}"/>
              </a:ext>
            </a:extLst>
          </p:cNvPr>
          <p:cNvSpPr txBox="1"/>
          <p:nvPr/>
        </p:nvSpPr>
        <p:spPr>
          <a:xfrm>
            <a:off x="1731258" y="2257057"/>
            <a:ext cx="1284411" cy="3999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50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FD13229-B39A-BE21-B160-F7DC6257E9D6}"/>
              </a:ext>
            </a:extLst>
          </p:cNvPr>
          <p:cNvSpPr txBox="1"/>
          <p:nvPr/>
        </p:nvSpPr>
        <p:spPr>
          <a:xfrm>
            <a:off x="514786" y="2702700"/>
            <a:ext cx="612668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200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060783F-91B7-7DF6-FC0D-0692ED6FEEB9}"/>
              </a:ext>
            </a:extLst>
          </p:cNvPr>
          <p:cNvSpPr txBox="1"/>
          <p:nvPr/>
        </p:nvSpPr>
        <p:spPr>
          <a:xfrm>
            <a:off x="1731258" y="2702701"/>
            <a:ext cx="1284411" cy="3999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8, 6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A1943FFF-3287-6E80-AADD-36F2BA7600B8}"/>
              </a:ext>
            </a:extLst>
          </p:cNvPr>
          <p:cNvSpPr txBox="1"/>
          <p:nvPr/>
        </p:nvSpPr>
        <p:spPr>
          <a:xfrm>
            <a:off x="514786" y="3148344"/>
            <a:ext cx="612668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230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1B7CCA9B-FB86-96B8-2C1C-58A36686D67B}"/>
              </a:ext>
            </a:extLst>
          </p:cNvPr>
          <p:cNvSpPr txBox="1"/>
          <p:nvPr/>
        </p:nvSpPr>
        <p:spPr>
          <a:xfrm>
            <a:off x="1731258" y="3148345"/>
            <a:ext cx="1284411" cy="3999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2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E192B758-CBBE-1545-9038-B27D403A8254}"/>
              </a:ext>
            </a:extLst>
          </p:cNvPr>
          <p:cNvSpPr txBox="1"/>
          <p:nvPr/>
        </p:nvSpPr>
        <p:spPr>
          <a:xfrm rot="5400000">
            <a:off x="600547" y="3599766"/>
            <a:ext cx="441146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…</a:t>
            </a:r>
          </a:p>
        </p:txBody>
      </p:sp>
      <p:grpSp>
        <p:nvGrpSpPr>
          <p:cNvPr id="60" name="Group 59">
            <a:extLst>
              <a:ext uri="{FF2B5EF4-FFF2-40B4-BE49-F238E27FC236}">
                <a16:creationId xmlns:a16="http://schemas.microsoft.com/office/drawing/2014/main" id="{E8C0412D-DE9F-BD3C-BABF-C6394F84CD80}"/>
              </a:ext>
            </a:extLst>
          </p:cNvPr>
          <p:cNvGrpSpPr/>
          <p:nvPr/>
        </p:nvGrpSpPr>
        <p:grpSpPr>
          <a:xfrm>
            <a:off x="3619465" y="523704"/>
            <a:ext cx="7073954" cy="4266929"/>
            <a:chOff x="813850" y="-308296"/>
            <a:chExt cx="9136725" cy="5511170"/>
          </a:xfrm>
        </p:grpSpPr>
        <p:pic>
          <p:nvPicPr>
            <p:cNvPr id="35" name="Picture 34">
              <a:extLst>
                <a:ext uri="{FF2B5EF4-FFF2-40B4-BE49-F238E27FC236}">
                  <a16:creationId xmlns:a16="http://schemas.microsoft.com/office/drawing/2014/main" id="{9A012887-4713-A393-A6C0-B98EBE6783E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668614" y="68326"/>
              <a:ext cx="3195142" cy="2444616"/>
            </a:xfrm>
            <a:prstGeom prst="rect">
              <a:avLst/>
            </a:prstGeom>
          </p:spPr>
        </p:pic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79CB2E8E-0848-90FC-775E-C84A304ED95E}"/>
                </a:ext>
              </a:extLst>
            </p:cNvPr>
            <p:cNvSpPr/>
            <p:nvPr/>
          </p:nvSpPr>
          <p:spPr>
            <a:xfrm>
              <a:off x="813850" y="2487445"/>
              <a:ext cx="9136725" cy="2715429"/>
            </a:xfrm>
            <a:prstGeom prst="rect">
              <a:avLst/>
            </a:prstGeom>
            <a:solidFill>
              <a:srgbClr val="00205B">
                <a:alpha val="20157"/>
              </a:srgb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 sz="1400"/>
            </a:p>
          </p:txBody>
        </p: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300E3E48-C10C-BA4F-2EA8-576F2A88F7CA}"/>
                </a:ext>
              </a:extLst>
            </p:cNvPr>
            <p:cNvSpPr/>
            <p:nvPr/>
          </p:nvSpPr>
          <p:spPr>
            <a:xfrm>
              <a:off x="922370" y="2635600"/>
              <a:ext cx="2881405" cy="2402227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00205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 sz="1400"/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A03428C9-4309-FBD4-CEBE-7BC7766F71E2}"/>
                </a:ext>
              </a:extLst>
            </p:cNvPr>
            <p:cNvSpPr txBox="1"/>
            <p:nvPr/>
          </p:nvSpPr>
          <p:spPr>
            <a:xfrm>
              <a:off x="1114710" y="3194399"/>
              <a:ext cx="2064643" cy="4372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JP" sz="1600" u="sng" dirty="0">
                  <a:solidFill>
                    <a:srgbClr val="2B3348"/>
                  </a:solidFill>
                  <a:latin typeface="Noto Sans CJK JP Regular" panose="020B0500000000000000" pitchFamily="34" charset="-128"/>
                  <a:ea typeface="Noto Sans CJK JP Regular" panose="020B0500000000000000" pitchFamily="34" charset="-128"/>
                  <a:cs typeface="IPAPGothic"/>
                </a:rPr>
                <a:t>商品ID</a:t>
              </a:r>
              <a:r>
                <a:rPr lang="ja-JP" altLang="en-US" sz="1600">
                  <a:solidFill>
                    <a:srgbClr val="2B3348"/>
                  </a:solidFill>
                  <a:latin typeface="Noto Sans CJK JP Regular" panose="020B0500000000000000" pitchFamily="34" charset="-128"/>
                  <a:ea typeface="Noto Sans CJK JP Regular" panose="020B0500000000000000" pitchFamily="34" charset="-128"/>
                  <a:cs typeface="IPAPGothic"/>
                </a:rPr>
                <a:t>　</a:t>
              </a:r>
              <a:r>
                <a:rPr lang="en-US" altLang="ja-JP" sz="1600" dirty="0">
                  <a:solidFill>
                    <a:srgbClr val="2B3348"/>
                  </a:solidFill>
                  <a:latin typeface="Noto Sans CJK JP Regular" panose="020B0500000000000000" pitchFamily="34" charset="-128"/>
                  <a:ea typeface="Noto Sans CJK JP Regular" panose="020B0500000000000000" pitchFamily="34" charset="-128"/>
                  <a:cs typeface="IPAPGothic"/>
                </a:rPr>
                <a:t>PA001</a:t>
              </a:r>
              <a:endParaRPr lang="en-JP" sz="1600" dirty="0" err="1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endParaRPr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465A939F-44F0-C405-487F-4B1EF636FC6C}"/>
                </a:ext>
              </a:extLst>
            </p:cNvPr>
            <p:cNvSpPr txBox="1"/>
            <p:nvPr/>
          </p:nvSpPr>
          <p:spPr>
            <a:xfrm>
              <a:off x="1114710" y="3626200"/>
              <a:ext cx="2623661" cy="4372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JP" sz="1600" u="sng" dirty="0">
                  <a:solidFill>
                    <a:srgbClr val="2B3348"/>
                  </a:solidFill>
                  <a:latin typeface="Noto Sans CJK JP Regular" panose="020B0500000000000000" pitchFamily="34" charset="-128"/>
                  <a:ea typeface="Noto Sans CJK JP Regular" panose="020B0500000000000000" pitchFamily="34" charset="-128"/>
                  <a:cs typeface="IPAPGothic"/>
                </a:rPr>
                <a:t>商品名</a:t>
              </a:r>
              <a:r>
                <a:rPr lang="ja-JP" altLang="en-US" sz="1600">
                  <a:solidFill>
                    <a:srgbClr val="2B3348"/>
                  </a:solidFill>
                  <a:latin typeface="Noto Sans CJK JP Regular" panose="020B0500000000000000" pitchFamily="34" charset="-128"/>
                  <a:ea typeface="Noto Sans CJK JP Regular" panose="020B0500000000000000" pitchFamily="34" charset="-128"/>
                  <a:cs typeface="IPAPGothic"/>
                </a:rPr>
                <a:t>　はーいお茶</a:t>
              </a:r>
              <a:endParaRPr lang="en-JP" sz="1600" dirty="0" err="1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endParaRPr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3424EB51-859F-661C-2F45-CADBCC744C5E}"/>
                </a:ext>
              </a:extLst>
            </p:cNvPr>
            <p:cNvSpPr txBox="1"/>
            <p:nvPr/>
          </p:nvSpPr>
          <p:spPr>
            <a:xfrm>
              <a:off x="1114710" y="4057881"/>
              <a:ext cx="1739585" cy="4372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ja-JP" altLang="en-US" sz="1600">
                  <a:solidFill>
                    <a:srgbClr val="2B3348"/>
                  </a:solidFill>
                  <a:latin typeface="Noto Sans CJK JP Regular" panose="020B0500000000000000" pitchFamily="34" charset="-128"/>
                  <a:ea typeface="Noto Sans CJK JP Regular" panose="020B0500000000000000" pitchFamily="34" charset="-128"/>
                  <a:cs typeface="IPAPGothic"/>
                </a:rPr>
                <a:t>　</a:t>
              </a:r>
              <a:r>
                <a:rPr lang="en-JP" sz="1600" u="sng" dirty="0">
                  <a:solidFill>
                    <a:srgbClr val="2B3348"/>
                  </a:solidFill>
                  <a:latin typeface="Noto Sans CJK JP Regular" panose="020B0500000000000000" pitchFamily="34" charset="-128"/>
                  <a:ea typeface="Noto Sans CJK JP Regular" panose="020B0500000000000000" pitchFamily="34" charset="-128"/>
                  <a:cs typeface="IPAPGothic"/>
                </a:rPr>
                <a:t>単価</a:t>
              </a:r>
              <a:r>
                <a:rPr lang="ja-JP" altLang="en-US" sz="1600">
                  <a:solidFill>
                    <a:srgbClr val="2B3348"/>
                  </a:solidFill>
                  <a:latin typeface="Noto Sans CJK JP Regular" panose="020B0500000000000000" pitchFamily="34" charset="-128"/>
                  <a:ea typeface="Noto Sans CJK JP Regular" panose="020B0500000000000000" pitchFamily="34" charset="-128"/>
                  <a:cs typeface="IPAPGothic"/>
                </a:rPr>
                <a:t>　</a:t>
              </a:r>
              <a:r>
                <a:rPr lang="en-US" altLang="ja-JP" sz="1600" dirty="0">
                  <a:solidFill>
                    <a:srgbClr val="2B3348"/>
                  </a:solidFill>
                  <a:latin typeface="Noto Sans CJK JP Regular" panose="020B0500000000000000" pitchFamily="34" charset="-128"/>
                  <a:ea typeface="Noto Sans CJK JP Regular" panose="020B0500000000000000" pitchFamily="34" charset="-128"/>
                  <a:cs typeface="IPAPGothic"/>
                </a:rPr>
                <a:t>130</a:t>
              </a:r>
              <a:endParaRPr lang="en-JP" sz="1600" dirty="0" err="1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endParaRPr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A50FDAE9-BB18-A305-4019-256B53F2A9C3}"/>
                </a:ext>
              </a:extLst>
            </p:cNvPr>
            <p:cNvSpPr txBox="1"/>
            <p:nvPr/>
          </p:nvSpPr>
          <p:spPr>
            <a:xfrm>
              <a:off x="1114710" y="4489561"/>
              <a:ext cx="2681633" cy="4372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ja-JP" altLang="en-US" sz="1600" u="sng">
                  <a:solidFill>
                    <a:srgbClr val="2B3348"/>
                  </a:solidFill>
                  <a:latin typeface="Noto Sans CJK JP Regular" panose="020B0500000000000000" pitchFamily="34" charset="-128"/>
                  <a:ea typeface="Noto Sans CJK JP Regular" panose="020B0500000000000000" pitchFamily="34" charset="-128"/>
                  <a:cs typeface="IPAPGothic"/>
                </a:rPr>
                <a:t>登録日</a:t>
              </a:r>
              <a:r>
                <a:rPr lang="ja-JP" altLang="en-US" sz="1600">
                  <a:solidFill>
                    <a:srgbClr val="2B3348"/>
                  </a:solidFill>
                  <a:latin typeface="Noto Sans CJK JP Regular" panose="020B0500000000000000" pitchFamily="34" charset="-128"/>
                  <a:ea typeface="Noto Sans CJK JP Regular" panose="020B0500000000000000" pitchFamily="34" charset="-128"/>
                  <a:cs typeface="IPAPGothic"/>
                </a:rPr>
                <a:t>　</a:t>
              </a:r>
              <a:r>
                <a:rPr lang="en-US" altLang="ja-JP" sz="1600" dirty="0">
                  <a:solidFill>
                    <a:srgbClr val="2B3348"/>
                  </a:solidFill>
                  <a:latin typeface="Noto Sans CJK JP Regular" panose="020B0500000000000000" pitchFamily="34" charset="-128"/>
                  <a:ea typeface="Noto Sans CJK JP Regular" panose="020B0500000000000000" pitchFamily="34" charset="-128"/>
                  <a:cs typeface="IPAPGothic"/>
                </a:rPr>
                <a:t>2018/10/25</a:t>
              </a:r>
              <a:endParaRPr lang="en-JP" sz="1600" dirty="0" err="1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endParaRPr>
            </a:p>
          </p:txBody>
        </p: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297C3908-1951-9AE3-606C-A5159B802E59}"/>
                </a:ext>
              </a:extLst>
            </p:cNvPr>
            <p:cNvSpPr txBox="1"/>
            <p:nvPr/>
          </p:nvSpPr>
          <p:spPr>
            <a:xfrm>
              <a:off x="1114710" y="2775298"/>
              <a:ext cx="1445582" cy="4372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600" dirty="0">
                  <a:solidFill>
                    <a:srgbClr val="2B3348"/>
                  </a:solidFill>
                  <a:latin typeface="Noto Sans CJK JP Regular" panose="020B0500000000000000" pitchFamily="34" charset="-128"/>
                  <a:ea typeface="Noto Sans CJK JP Regular" panose="020B0500000000000000" pitchFamily="34" charset="-128"/>
                  <a:cs typeface="IPAPGothic"/>
                </a:rPr>
                <a:t>アドレス1</a:t>
              </a:r>
              <a:endParaRPr lang="en-JP" sz="1600" dirty="0" err="1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endParaRPr>
            </a:p>
          </p:txBody>
        </p:sp>
        <p:sp>
          <p:nvSpPr>
            <p:cNvPr id="43" name="Rectangle 42">
              <a:extLst>
                <a:ext uri="{FF2B5EF4-FFF2-40B4-BE49-F238E27FC236}">
                  <a16:creationId xmlns:a16="http://schemas.microsoft.com/office/drawing/2014/main" id="{B42BD29B-BC7C-C745-3922-FFC5EE0F871A}"/>
                </a:ext>
              </a:extLst>
            </p:cNvPr>
            <p:cNvSpPr/>
            <p:nvPr/>
          </p:nvSpPr>
          <p:spPr>
            <a:xfrm>
              <a:off x="3800040" y="2635600"/>
              <a:ext cx="2881405" cy="2402227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00205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 sz="1400"/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35EDEEEE-AEF9-A76A-F06D-DD93625306BB}"/>
                </a:ext>
              </a:extLst>
            </p:cNvPr>
            <p:cNvSpPr txBox="1"/>
            <p:nvPr/>
          </p:nvSpPr>
          <p:spPr>
            <a:xfrm>
              <a:off x="3992378" y="3194399"/>
              <a:ext cx="2064643" cy="4372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JP" sz="1600" u="sng" dirty="0">
                  <a:solidFill>
                    <a:srgbClr val="2B3348"/>
                  </a:solidFill>
                  <a:latin typeface="Noto Sans CJK JP Regular" panose="020B0500000000000000" pitchFamily="34" charset="-128"/>
                  <a:ea typeface="Noto Sans CJK JP Regular" panose="020B0500000000000000" pitchFamily="34" charset="-128"/>
                  <a:cs typeface="IPAPGothic"/>
                </a:rPr>
                <a:t>商品ID</a:t>
              </a:r>
              <a:r>
                <a:rPr lang="ja-JP" altLang="en-US" sz="1600">
                  <a:solidFill>
                    <a:srgbClr val="2B3348"/>
                  </a:solidFill>
                  <a:latin typeface="Noto Sans CJK JP Regular" panose="020B0500000000000000" pitchFamily="34" charset="-128"/>
                  <a:ea typeface="Noto Sans CJK JP Regular" panose="020B0500000000000000" pitchFamily="34" charset="-128"/>
                  <a:cs typeface="IPAPGothic"/>
                </a:rPr>
                <a:t>　</a:t>
              </a:r>
              <a:r>
                <a:rPr lang="en-US" altLang="ja-JP" sz="1600" dirty="0">
                  <a:solidFill>
                    <a:srgbClr val="2B3348"/>
                  </a:solidFill>
                  <a:latin typeface="Noto Sans CJK JP Regular" panose="020B0500000000000000" pitchFamily="34" charset="-128"/>
                  <a:ea typeface="Noto Sans CJK JP Regular" panose="020B0500000000000000" pitchFamily="34" charset="-128"/>
                  <a:cs typeface="IPAPGothic"/>
                </a:rPr>
                <a:t>PA002</a:t>
              </a:r>
              <a:endParaRPr lang="en-JP" sz="1600" dirty="0" err="1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endParaRPr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D712D245-17B7-8C1F-FE27-2E99EABCA469}"/>
                </a:ext>
              </a:extLst>
            </p:cNvPr>
            <p:cNvSpPr txBox="1"/>
            <p:nvPr/>
          </p:nvSpPr>
          <p:spPr>
            <a:xfrm>
              <a:off x="3992378" y="3626200"/>
              <a:ext cx="2623661" cy="4372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JP" sz="1600" u="sng" dirty="0">
                  <a:solidFill>
                    <a:srgbClr val="2B3348"/>
                  </a:solidFill>
                  <a:latin typeface="Noto Sans CJK JP Regular" panose="020B0500000000000000" pitchFamily="34" charset="-128"/>
                  <a:ea typeface="Noto Sans CJK JP Regular" panose="020B0500000000000000" pitchFamily="34" charset="-128"/>
                  <a:cs typeface="IPAPGothic"/>
                </a:rPr>
                <a:t>商品名</a:t>
              </a:r>
              <a:r>
                <a:rPr lang="ja-JP" altLang="en-US" sz="1600">
                  <a:solidFill>
                    <a:srgbClr val="2B3348"/>
                  </a:solidFill>
                  <a:latin typeface="Noto Sans CJK JP Regular" panose="020B0500000000000000" pitchFamily="34" charset="-128"/>
                  <a:ea typeface="Noto Sans CJK JP Regular" panose="020B0500000000000000" pitchFamily="34" charset="-128"/>
                  <a:cs typeface="IPAPGothic"/>
                </a:rPr>
                <a:t>　きのこの里</a:t>
              </a:r>
              <a:endParaRPr lang="en-JP" sz="1600" dirty="0" err="1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endParaRPr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87370EE0-891A-A3C5-03D8-966299068DB5}"/>
                </a:ext>
              </a:extLst>
            </p:cNvPr>
            <p:cNvSpPr txBox="1"/>
            <p:nvPr/>
          </p:nvSpPr>
          <p:spPr>
            <a:xfrm>
              <a:off x="3992378" y="4057881"/>
              <a:ext cx="1739585" cy="4372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ja-JP" altLang="en-US" sz="1600">
                  <a:solidFill>
                    <a:srgbClr val="2B3348"/>
                  </a:solidFill>
                  <a:latin typeface="Noto Sans CJK JP Regular" panose="020B0500000000000000" pitchFamily="34" charset="-128"/>
                  <a:ea typeface="Noto Sans CJK JP Regular" panose="020B0500000000000000" pitchFamily="34" charset="-128"/>
                  <a:cs typeface="IPAPGothic"/>
                </a:rPr>
                <a:t>　</a:t>
              </a:r>
              <a:r>
                <a:rPr lang="en-JP" sz="1600" u="sng" dirty="0">
                  <a:solidFill>
                    <a:srgbClr val="2B3348"/>
                  </a:solidFill>
                  <a:latin typeface="Noto Sans CJK JP Regular" panose="020B0500000000000000" pitchFamily="34" charset="-128"/>
                  <a:ea typeface="Noto Sans CJK JP Regular" panose="020B0500000000000000" pitchFamily="34" charset="-128"/>
                  <a:cs typeface="IPAPGothic"/>
                </a:rPr>
                <a:t>単価</a:t>
              </a:r>
              <a:r>
                <a:rPr lang="ja-JP" altLang="en-US" sz="1600">
                  <a:solidFill>
                    <a:srgbClr val="2B3348"/>
                  </a:solidFill>
                  <a:latin typeface="Noto Sans CJK JP Regular" panose="020B0500000000000000" pitchFamily="34" charset="-128"/>
                  <a:ea typeface="Noto Sans CJK JP Regular" panose="020B0500000000000000" pitchFamily="34" charset="-128"/>
                  <a:cs typeface="IPAPGothic"/>
                </a:rPr>
                <a:t>　</a:t>
              </a:r>
              <a:r>
                <a:rPr lang="en-US" altLang="ja-JP" sz="1600" dirty="0">
                  <a:solidFill>
                    <a:srgbClr val="2B3348"/>
                  </a:solidFill>
                  <a:latin typeface="Noto Sans CJK JP Regular" panose="020B0500000000000000" pitchFamily="34" charset="-128"/>
                  <a:ea typeface="Noto Sans CJK JP Regular" panose="020B0500000000000000" pitchFamily="34" charset="-128"/>
                  <a:cs typeface="IPAPGothic"/>
                </a:rPr>
                <a:t>230</a:t>
              </a:r>
              <a:endParaRPr lang="en-JP" sz="1600" dirty="0" err="1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endParaRPr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A7637534-C6FB-8F53-ACB6-4F0751FB71FA}"/>
                </a:ext>
              </a:extLst>
            </p:cNvPr>
            <p:cNvSpPr txBox="1"/>
            <p:nvPr/>
          </p:nvSpPr>
          <p:spPr>
            <a:xfrm>
              <a:off x="3992378" y="4489561"/>
              <a:ext cx="2681633" cy="4372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ja-JP" altLang="en-US" sz="1600" u="sng">
                  <a:solidFill>
                    <a:srgbClr val="2B3348"/>
                  </a:solidFill>
                  <a:latin typeface="Noto Sans CJK JP Regular" panose="020B0500000000000000" pitchFamily="34" charset="-128"/>
                  <a:ea typeface="Noto Sans CJK JP Regular" panose="020B0500000000000000" pitchFamily="34" charset="-128"/>
                  <a:cs typeface="IPAPGothic"/>
                </a:rPr>
                <a:t>登録日</a:t>
              </a:r>
              <a:r>
                <a:rPr lang="ja-JP" altLang="en-US" sz="1600">
                  <a:solidFill>
                    <a:srgbClr val="2B3348"/>
                  </a:solidFill>
                  <a:latin typeface="Noto Sans CJK JP Regular" panose="020B0500000000000000" pitchFamily="34" charset="-128"/>
                  <a:ea typeface="Noto Sans CJK JP Regular" panose="020B0500000000000000" pitchFamily="34" charset="-128"/>
                  <a:cs typeface="IPAPGothic"/>
                </a:rPr>
                <a:t>　</a:t>
              </a:r>
              <a:r>
                <a:rPr lang="en-US" altLang="ja-JP" sz="1600" dirty="0">
                  <a:solidFill>
                    <a:srgbClr val="2B3348"/>
                  </a:solidFill>
                  <a:latin typeface="Noto Sans CJK JP Regular" panose="020B0500000000000000" pitchFamily="34" charset="-128"/>
                  <a:ea typeface="Noto Sans CJK JP Regular" panose="020B0500000000000000" pitchFamily="34" charset="-128"/>
                  <a:cs typeface="IPAPGothic"/>
                </a:rPr>
                <a:t>2018/11/17</a:t>
              </a:r>
              <a:endParaRPr lang="en-JP" sz="1600" dirty="0" err="1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endParaRPr>
            </a:p>
          </p:txBody>
        </p: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6B307601-66FB-1B84-788E-346F4F4196B4}"/>
                </a:ext>
              </a:extLst>
            </p:cNvPr>
            <p:cNvSpPr txBox="1"/>
            <p:nvPr/>
          </p:nvSpPr>
          <p:spPr>
            <a:xfrm>
              <a:off x="3959220" y="2775298"/>
              <a:ext cx="1625710" cy="4372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600" dirty="0">
                  <a:solidFill>
                    <a:schemeClr val="bg1"/>
                  </a:solidFill>
                  <a:highlight>
                    <a:srgbClr val="BA1C47"/>
                  </a:highlight>
                  <a:latin typeface="Noto Sans CJK JP Regular" panose="020B0500000000000000" pitchFamily="34" charset="-128"/>
                  <a:ea typeface="Noto Sans CJK JP Regular" panose="020B0500000000000000" pitchFamily="34" charset="-128"/>
                  <a:cs typeface="IPAPGothic"/>
                </a:rPr>
                <a:t>アドレス2   </a:t>
              </a:r>
              <a:endParaRPr lang="en-JP" sz="1600" dirty="0" err="1">
                <a:solidFill>
                  <a:schemeClr val="bg1"/>
                </a:solidFill>
                <a:highlight>
                  <a:srgbClr val="BA1C47"/>
                </a:highlight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endParaRPr>
            </a:p>
          </p:txBody>
        </p:sp>
        <p:sp>
          <p:nvSpPr>
            <p:cNvPr id="49" name="Rectangle 48">
              <a:extLst>
                <a:ext uri="{FF2B5EF4-FFF2-40B4-BE49-F238E27FC236}">
                  <a16:creationId xmlns:a16="http://schemas.microsoft.com/office/drawing/2014/main" id="{2BF1C1B3-DAAE-A777-FF71-960F61C9C002}"/>
                </a:ext>
              </a:extLst>
            </p:cNvPr>
            <p:cNvSpPr/>
            <p:nvPr/>
          </p:nvSpPr>
          <p:spPr>
            <a:xfrm>
              <a:off x="6953377" y="2635600"/>
              <a:ext cx="2881405" cy="2402227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00205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 sz="1400"/>
            </a:p>
          </p:txBody>
        </p:sp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DC78A9DC-71D3-348C-A8FC-5712B6CF3B1C}"/>
                </a:ext>
              </a:extLst>
            </p:cNvPr>
            <p:cNvSpPr txBox="1"/>
            <p:nvPr/>
          </p:nvSpPr>
          <p:spPr>
            <a:xfrm>
              <a:off x="7145717" y="3194399"/>
              <a:ext cx="2062573" cy="4372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JP" sz="1600" u="sng" dirty="0">
                  <a:solidFill>
                    <a:srgbClr val="2B3348"/>
                  </a:solidFill>
                  <a:latin typeface="Noto Sans CJK JP Regular" panose="020B0500000000000000" pitchFamily="34" charset="-128"/>
                  <a:ea typeface="Noto Sans CJK JP Regular" panose="020B0500000000000000" pitchFamily="34" charset="-128"/>
                  <a:cs typeface="IPAPGothic"/>
                </a:rPr>
                <a:t>商品ID</a:t>
              </a:r>
              <a:r>
                <a:rPr lang="ja-JP" altLang="en-US" sz="1600">
                  <a:solidFill>
                    <a:srgbClr val="2B3348"/>
                  </a:solidFill>
                  <a:latin typeface="Noto Sans CJK JP Regular" panose="020B0500000000000000" pitchFamily="34" charset="-128"/>
                  <a:ea typeface="Noto Sans CJK JP Regular" panose="020B0500000000000000" pitchFamily="34" charset="-128"/>
                  <a:cs typeface="IPAPGothic"/>
                </a:rPr>
                <a:t>　</a:t>
              </a:r>
              <a:r>
                <a:rPr lang="en-US" altLang="ja-JP" sz="1600" dirty="0">
                  <a:solidFill>
                    <a:srgbClr val="2B3348"/>
                  </a:solidFill>
                  <a:latin typeface="Noto Sans CJK JP Regular" panose="020B0500000000000000" pitchFamily="34" charset="-128"/>
                  <a:ea typeface="Noto Sans CJK JP Regular" panose="020B0500000000000000" pitchFamily="34" charset="-128"/>
                  <a:cs typeface="IPAPGothic"/>
                </a:rPr>
                <a:t>PZ015</a:t>
              </a:r>
              <a:endParaRPr lang="en-JP" sz="1600" dirty="0" err="1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endParaRPr>
            </a:p>
          </p:txBody>
        </p:sp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E2BCCD57-6C94-0CE8-A1DD-CC4F3E5040CA}"/>
                </a:ext>
              </a:extLst>
            </p:cNvPr>
            <p:cNvSpPr txBox="1"/>
            <p:nvPr/>
          </p:nvSpPr>
          <p:spPr>
            <a:xfrm>
              <a:off x="7145717" y="3626200"/>
              <a:ext cx="2623661" cy="4372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JP" sz="1600" u="sng" dirty="0">
                  <a:solidFill>
                    <a:srgbClr val="2B3348"/>
                  </a:solidFill>
                  <a:latin typeface="Noto Sans CJK JP Regular" panose="020B0500000000000000" pitchFamily="34" charset="-128"/>
                  <a:ea typeface="Noto Sans CJK JP Regular" panose="020B0500000000000000" pitchFamily="34" charset="-128"/>
                  <a:cs typeface="IPAPGothic"/>
                </a:rPr>
                <a:t>商品名</a:t>
              </a:r>
              <a:r>
                <a:rPr lang="ja-JP" altLang="en-US" sz="1600">
                  <a:solidFill>
                    <a:srgbClr val="2B3348"/>
                  </a:solidFill>
                  <a:latin typeface="Noto Sans CJK JP Regular" panose="020B0500000000000000" pitchFamily="34" charset="-128"/>
                  <a:ea typeface="Noto Sans CJK JP Regular" panose="020B0500000000000000" pitchFamily="34" charset="-128"/>
                  <a:cs typeface="IPAPGothic"/>
                </a:rPr>
                <a:t>　滝子の里山</a:t>
              </a:r>
              <a:endParaRPr lang="en-JP" sz="1600" dirty="0" err="1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endParaRPr>
            </a:p>
          </p:txBody>
        </p: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AA00ABE4-459E-C29E-D74D-E9D26D61A325}"/>
                </a:ext>
              </a:extLst>
            </p:cNvPr>
            <p:cNvSpPr txBox="1"/>
            <p:nvPr/>
          </p:nvSpPr>
          <p:spPr>
            <a:xfrm>
              <a:off x="7145718" y="4057881"/>
              <a:ext cx="1739585" cy="4372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ja-JP" altLang="en-US" sz="1600">
                  <a:solidFill>
                    <a:srgbClr val="2B3348"/>
                  </a:solidFill>
                  <a:latin typeface="Noto Sans CJK JP Regular" panose="020B0500000000000000" pitchFamily="34" charset="-128"/>
                  <a:ea typeface="Noto Sans CJK JP Regular" panose="020B0500000000000000" pitchFamily="34" charset="-128"/>
                  <a:cs typeface="IPAPGothic"/>
                </a:rPr>
                <a:t>　</a:t>
              </a:r>
              <a:r>
                <a:rPr lang="en-JP" sz="1600" u="sng" dirty="0">
                  <a:solidFill>
                    <a:srgbClr val="2B3348"/>
                  </a:solidFill>
                  <a:latin typeface="Noto Sans CJK JP Regular" panose="020B0500000000000000" pitchFamily="34" charset="-128"/>
                  <a:ea typeface="Noto Sans CJK JP Regular" panose="020B0500000000000000" pitchFamily="34" charset="-128"/>
                  <a:cs typeface="IPAPGothic"/>
                </a:rPr>
                <a:t>単価</a:t>
              </a:r>
              <a:r>
                <a:rPr lang="ja-JP" altLang="en-US" sz="1600">
                  <a:solidFill>
                    <a:srgbClr val="2B3348"/>
                  </a:solidFill>
                  <a:latin typeface="Noto Sans CJK JP Regular" panose="020B0500000000000000" pitchFamily="34" charset="-128"/>
                  <a:ea typeface="Noto Sans CJK JP Regular" panose="020B0500000000000000" pitchFamily="34" charset="-128"/>
                  <a:cs typeface="IPAPGothic"/>
                </a:rPr>
                <a:t>　</a:t>
              </a:r>
              <a:r>
                <a:rPr lang="en-US" altLang="ja-JP" sz="1600" dirty="0">
                  <a:solidFill>
                    <a:srgbClr val="2B3348"/>
                  </a:solidFill>
                  <a:latin typeface="Noto Sans CJK JP Regular" panose="020B0500000000000000" pitchFamily="34" charset="-128"/>
                  <a:ea typeface="Noto Sans CJK JP Regular" panose="020B0500000000000000" pitchFamily="34" charset="-128"/>
                  <a:cs typeface="IPAPGothic"/>
                </a:rPr>
                <a:t>360</a:t>
              </a:r>
              <a:endParaRPr lang="en-JP" sz="1600" dirty="0" err="1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endParaRPr>
            </a:p>
          </p:txBody>
        </p: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DC341119-2B0A-AD50-3B77-B3D88CC32B03}"/>
                </a:ext>
              </a:extLst>
            </p:cNvPr>
            <p:cNvSpPr txBox="1"/>
            <p:nvPr/>
          </p:nvSpPr>
          <p:spPr>
            <a:xfrm>
              <a:off x="7145718" y="4489561"/>
              <a:ext cx="2681633" cy="4372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ja-JP" altLang="en-US" sz="1600" u="sng">
                  <a:solidFill>
                    <a:srgbClr val="2B3348"/>
                  </a:solidFill>
                  <a:latin typeface="Noto Sans CJK JP Regular" panose="020B0500000000000000" pitchFamily="34" charset="-128"/>
                  <a:ea typeface="Noto Sans CJK JP Regular" panose="020B0500000000000000" pitchFamily="34" charset="-128"/>
                  <a:cs typeface="IPAPGothic"/>
                </a:rPr>
                <a:t>登録日</a:t>
              </a:r>
              <a:r>
                <a:rPr lang="ja-JP" altLang="en-US" sz="1600">
                  <a:solidFill>
                    <a:srgbClr val="2B3348"/>
                  </a:solidFill>
                  <a:latin typeface="Noto Sans CJK JP Regular" panose="020B0500000000000000" pitchFamily="34" charset="-128"/>
                  <a:ea typeface="Noto Sans CJK JP Regular" panose="020B0500000000000000" pitchFamily="34" charset="-128"/>
                  <a:cs typeface="IPAPGothic"/>
                </a:rPr>
                <a:t>　</a:t>
              </a:r>
              <a:r>
                <a:rPr lang="en-US" altLang="ja-JP" sz="1600" dirty="0">
                  <a:solidFill>
                    <a:srgbClr val="2B3348"/>
                  </a:solidFill>
                  <a:latin typeface="Noto Sans CJK JP Regular" panose="020B0500000000000000" pitchFamily="34" charset="-128"/>
                  <a:ea typeface="Noto Sans CJK JP Regular" panose="020B0500000000000000" pitchFamily="34" charset="-128"/>
                  <a:cs typeface="IPAPGothic"/>
                </a:rPr>
                <a:t>2023/07/07</a:t>
              </a:r>
              <a:endParaRPr lang="en-JP" sz="1600" dirty="0" err="1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endParaRPr>
            </a:p>
          </p:txBody>
        </p: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6B73A3B8-CD9D-167F-AA45-B3ACA29ED6F0}"/>
                </a:ext>
              </a:extLst>
            </p:cNvPr>
            <p:cNvSpPr txBox="1"/>
            <p:nvPr/>
          </p:nvSpPr>
          <p:spPr>
            <a:xfrm>
              <a:off x="7145717" y="2775298"/>
              <a:ext cx="2033587" cy="4372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600" dirty="0">
                  <a:solidFill>
                    <a:srgbClr val="2B3348"/>
                  </a:solidFill>
                  <a:latin typeface="Noto Sans CJK JP Regular" panose="020B0500000000000000" pitchFamily="34" charset="-128"/>
                  <a:ea typeface="Noto Sans CJK JP Regular" panose="020B0500000000000000" pitchFamily="34" charset="-128"/>
                  <a:cs typeface="IPAPGothic"/>
                </a:rPr>
                <a:t>アドレス10000</a:t>
              </a:r>
              <a:endParaRPr lang="en-JP" sz="1600" dirty="0" err="1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endParaRPr>
            </a:p>
          </p:txBody>
        </p:sp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57EDD131-59EF-BBC9-2995-3EAA94446808}"/>
                </a:ext>
              </a:extLst>
            </p:cNvPr>
            <p:cNvSpPr/>
            <p:nvPr/>
          </p:nvSpPr>
          <p:spPr>
            <a:xfrm>
              <a:off x="6681445" y="2635600"/>
              <a:ext cx="268197" cy="2402227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00205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 sz="1400"/>
            </a:p>
          </p:txBody>
        </p:sp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3A889E29-D795-B303-C517-CC4C4BE2FE5B}"/>
                </a:ext>
              </a:extLst>
            </p:cNvPr>
            <p:cNvSpPr txBox="1"/>
            <p:nvPr/>
          </p:nvSpPr>
          <p:spPr>
            <a:xfrm>
              <a:off x="6594971" y="3675663"/>
              <a:ext cx="503531" cy="4372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JP" sz="1600" dirty="0">
                  <a:solidFill>
                    <a:srgbClr val="2B3348"/>
                  </a:solidFill>
                  <a:latin typeface="Noto Sans CJK JP Regular" panose="020B0500000000000000" pitchFamily="34" charset="-128"/>
                  <a:ea typeface="Noto Sans CJK JP Regular" panose="020B0500000000000000" pitchFamily="34" charset="-128"/>
                  <a:cs typeface="IPAPGothic"/>
                </a:rPr>
                <a:t>…</a:t>
              </a:r>
            </a:p>
          </p:txBody>
        </p:sp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46805BBB-1D72-D114-0EED-B5ECB56A156F}"/>
                </a:ext>
              </a:extLst>
            </p:cNvPr>
            <p:cNvSpPr txBox="1"/>
            <p:nvPr/>
          </p:nvSpPr>
          <p:spPr>
            <a:xfrm>
              <a:off x="3924414" y="-308296"/>
              <a:ext cx="2915594" cy="4372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600" dirty="0">
                  <a:solidFill>
                    <a:srgbClr val="2B3348"/>
                  </a:solidFill>
                  <a:latin typeface="Noto Sans CJK JP Regular" panose="020B0500000000000000" pitchFamily="34" charset="-128"/>
                  <a:ea typeface="Noto Sans CJK JP Regular" panose="020B0500000000000000" pitchFamily="34" charset="-128"/>
                  <a:cs typeface="IPAPGothic"/>
                </a:rPr>
                <a:t>HDD</a:t>
              </a:r>
              <a:r>
                <a:rPr lang="en-JP" sz="1600" dirty="0">
                  <a:solidFill>
                    <a:srgbClr val="2B3348"/>
                  </a:solidFill>
                  <a:latin typeface="Noto Sans CJK JP Regular" panose="020B0500000000000000" pitchFamily="34" charset="-128"/>
                  <a:ea typeface="Noto Sans CJK JP Regular" panose="020B0500000000000000" pitchFamily="34" charset="-128"/>
                  <a:cs typeface="IPAPGothic"/>
                </a:rPr>
                <a:t>のような記憶装置</a:t>
              </a:r>
              <a:endParaRPr lang="en-US" sz="16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endParaRPr>
            </a:p>
          </p:txBody>
        </p:sp>
        <p:sp>
          <p:nvSpPr>
            <p:cNvPr id="58" name="Block Arc 57">
              <a:extLst>
                <a:ext uri="{FF2B5EF4-FFF2-40B4-BE49-F238E27FC236}">
                  <a16:creationId xmlns:a16="http://schemas.microsoft.com/office/drawing/2014/main" id="{5F5BF85A-60CF-C760-C2A2-01CDEE60C38D}"/>
                </a:ext>
              </a:extLst>
            </p:cNvPr>
            <p:cNvSpPr/>
            <p:nvPr/>
          </p:nvSpPr>
          <p:spPr>
            <a:xfrm rot="207093">
              <a:off x="5263127" y="991588"/>
              <a:ext cx="554437" cy="482600"/>
            </a:xfrm>
            <a:prstGeom prst="blockArc">
              <a:avLst>
                <a:gd name="adj1" fmla="val 18882945"/>
                <a:gd name="adj2" fmla="val 0"/>
                <a:gd name="adj3" fmla="val 25000"/>
              </a:avLst>
            </a:prstGeom>
            <a:solidFill>
              <a:srgbClr val="BA1C47">
                <a:alpha val="58036"/>
              </a:srgb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 sz="1400" dirty="0">
                <a:solidFill>
                  <a:schemeClr val="tx1"/>
                </a:solidFill>
              </a:endParaRPr>
            </a:p>
          </p:txBody>
        </p:sp>
        <p:sp>
          <p:nvSpPr>
            <p:cNvPr id="59" name="Triangle 58">
              <a:extLst>
                <a:ext uri="{FF2B5EF4-FFF2-40B4-BE49-F238E27FC236}">
                  <a16:creationId xmlns:a16="http://schemas.microsoft.com/office/drawing/2014/main" id="{EF02A983-BF2A-ECE6-4196-D460A6DE332A}"/>
                </a:ext>
              </a:extLst>
            </p:cNvPr>
            <p:cNvSpPr/>
            <p:nvPr/>
          </p:nvSpPr>
          <p:spPr>
            <a:xfrm rot="19984622">
              <a:off x="5986072" y="1109587"/>
              <a:ext cx="272981" cy="1549105"/>
            </a:xfrm>
            <a:prstGeom prst="triangle">
              <a:avLst/>
            </a:prstGeom>
            <a:solidFill>
              <a:srgbClr val="D3D8E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 sz="1400"/>
            </a:p>
          </p:txBody>
        </p:sp>
      </p:grpSp>
      <p:sp>
        <p:nvSpPr>
          <p:cNvPr id="61" name="Rectangle 60">
            <a:extLst>
              <a:ext uri="{FF2B5EF4-FFF2-40B4-BE49-F238E27FC236}">
                <a16:creationId xmlns:a16="http://schemas.microsoft.com/office/drawing/2014/main" id="{795FE655-773C-B8CC-7B99-B36BF4A042F2}"/>
              </a:ext>
            </a:extLst>
          </p:cNvPr>
          <p:cNvSpPr/>
          <p:nvPr/>
        </p:nvSpPr>
        <p:spPr>
          <a:xfrm>
            <a:off x="1641881" y="3146812"/>
            <a:ext cx="500452" cy="382928"/>
          </a:xfrm>
          <a:prstGeom prst="rect">
            <a:avLst/>
          </a:prstGeom>
          <a:solidFill>
            <a:srgbClr val="BA1C47">
              <a:alpha val="12077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cxnSp>
        <p:nvCxnSpPr>
          <p:cNvPr id="63" name="Elbow Connector 62">
            <a:extLst>
              <a:ext uri="{FF2B5EF4-FFF2-40B4-BE49-F238E27FC236}">
                <a16:creationId xmlns:a16="http://schemas.microsoft.com/office/drawing/2014/main" id="{9D58683B-6F0B-CE9C-BB33-0FC99D6763E7}"/>
              </a:ext>
            </a:extLst>
          </p:cNvPr>
          <p:cNvCxnSpPr>
            <a:cxnSpLocks/>
            <a:stCxn id="61" idx="2"/>
            <a:endCxn id="64" idx="2"/>
          </p:cNvCxnSpPr>
          <p:nvPr/>
        </p:nvCxnSpPr>
        <p:spPr>
          <a:xfrm rot="16200000" flipH="1">
            <a:off x="3902959" y="1518891"/>
            <a:ext cx="1133102" cy="5154809"/>
          </a:xfrm>
          <a:prstGeom prst="bentConnector3">
            <a:avLst>
              <a:gd name="adj1" fmla="val 126900"/>
            </a:avLst>
          </a:prstGeom>
          <a:ln w="50800">
            <a:solidFill>
              <a:srgbClr val="BA1C47"/>
            </a:solidFill>
            <a:prstDash val="sysDot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Rectangle 63">
            <a:extLst>
              <a:ext uri="{FF2B5EF4-FFF2-40B4-BE49-F238E27FC236}">
                <a16:creationId xmlns:a16="http://schemas.microsoft.com/office/drawing/2014/main" id="{77742B89-19B4-C8EC-6975-E1AD55E836DE}"/>
              </a:ext>
            </a:extLst>
          </p:cNvPr>
          <p:cNvSpPr/>
          <p:nvPr/>
        </p:nvSpPr>
        <p:spPr>
          <a:xfrm>
            <a:off x="5928606" y="2802963"/>
            <a:ext cx="2236618" cy="1859883"/>
          </a:xfrm>
          <a:prstGeom prst="rect">
            <a:avLst/>
          </a:prstGeom>
          <a:noFill/>
          <a:ln w="104775">
            <a:solidFill>
              <a:srgbClr val="BA1C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969FF541-94F3-4FF4-2617-33665C717AB6}"/>
              </a:ext>
            </a:extLst>
          </p:cNvPr>
          <p:cNvSpPr/>
          <p:nvPr/>
        </p:nvSpPr>
        <p:spPr>
          <a:xfrm>
            <a:off x="563780" y="3146812"/>
            <a:ext cx="500452" cy="382928"/>
          </a:xfrm>
          <a:prstGeom prst="rect">
            <a:avLst/>
          </a:prstGeom>
          <a:solidFill>
            <a:srgbClr val="BA1C47">
              <a:alpha val="12077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cxnSp>
        <p:nvCxnSpPr>
          <p:cNvPr id="69" name="Straight Arrow Connector 68">
            <a:extLst>
              <a:ext uri="{FF2B5EF4-FFF2-40B4-BE49-F238E27FC236}">
                <a16:creationId xmlns:a16="http://schemas.microsoft.com/office/drawing/2014/main" id="{F2999398-A126-7251-3618-285FAE911B3B}"/>
              </a:ext>
            </a:extLst>
          </p:cNvPr>
          <p:cNvCxnSpPr>
            <a:cxnSpLocks/>
            <a:endCxn id="61" idx="1"/>
          </p:cNvCxnSpPr>
          <p:nvPr/>
        </p:nvCxnSpPr>
        <p:spPr>
          <a:xfrm flipV="1">
            <a:off x="1057938" y="3338276"/>
            <a:ext cx="583942" cy="14784"/>
          </a:xfrm>
          <a:prstGeom prst="straightConnector1">
            <a:avLst/>
          </a:prstGeom>
          <a:ln w="47625">
            <a:solidFill>
              <a:srgbClr val="BA1C47"/>
            </a:solidFill>
            <a:prstDash val="sysDot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84456731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3ADFF8CA-E625-E185-4868-D6B4F2BFED1D}"/>
              </a:ext>
            </a:extLst>
          </p:cNvPr>
          <p:cNvSpPr/>
          <p:nvPr/>
        </p:nvSpPr>
        <p:spPr>
          <a:xfrm>
            <a:off x="2410920" y="660198"/>
            <a:ext cx="622300" cy="622300"/>
          </a:xfrm>
          <a:prstGeom prst="rect">
            <a:avLst/>
          </a:prstGeom>
          <a:noFill/>
          <a:ln w="25400">
            <a:solidFill>
              <a:srgbClr val="0020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A165D8E3-4264-9386-B3D1-457F9B30D44D}"/>
              </a:ext>
            </a:extLst>
          </p:cNvPr>
          <p:cNvSpPr/>
          <p:nvPr/>
        </p:nvSpPr>
        <p:spPr>
          <a:xfrm>
            <a:off x="3033219" y="660198"/>
            <a:ext cx="622300" cy="622300"/>
          </a:xfrm>
          <a:prstGeom prst="rect">
            <a:avLst/>
          </a:prstGeom>
          <a:noFill/>
          <a:ln w="25400">
            <a:solidFill>
              <a:srgbClr val="0020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50E1AA7-78C9-1944-2031-303A5D2AE1B4}"/>
              </a:ext>
            </a:extLst>
          </p:cNvPr>
          <p:cNvSpPr/>
          <p:nvPr/>
        </p:nvSpPr>
        <p:spPr>
          <a:xfrm>
            <a:off x="3655518" y="660198"/>
            <a:ext cx="622300" cy="622300"/>
          </a:xfrm>
          <a:prstGeom prst="rect">
            <a:avLst/>
          </a:prstGeom>
          <a:noFill/>
          <a:ln w="25400">
            <a:solidFill>
              <a:srgbClr val="0020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AF27121-6EEA-4980-3FB7-999EA6771343}"/>
              </a:ext>
            </a:extLst>
          </p:cNvPr>
          <p:cNvSpPr/>
          <p:nvPr/>
        </p:nvSpPr>
        <p:spPr>
          <a:xfrm>
            <a:off x="4277819" y="660198"/>
            <a:ext cx="622300" cy="622300"/>
          </a:xfrm>
          <a:prstGeom prst="rect">
            <a:avLst/>
          </a:prstGeom>
          <a:solidFill>
            <a:srgbClr val="BA1C47">
              <a:alpha val="19611"/>
            </a:srgbClr>
          </a:solidFill>
          <a:ln w="25400">
            <a:solidFill>
              <a:srgbClr val="0020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2CEE3F0-23E2-FA25-E27B-B328EC5A3C55}"/>
              </a:ext>
            </a:extLst>
          </p:cNvPr>
          <p:cNvSpPr/>
          <p:nvPr/>
        </p:nvSpPr>
        <p:spPr>
          <a:xfrm>
            <a:off x="4900119" y="660198"/>
            <a:ext cx="622300" cy="622300"/>
          </a:xfrm>
          <a:prstGeom prst="rect">
            <a:avLst/>
          </a:prstGeom>
          <a:noFill/>
          <a:ln w="25400">
            <a:solidFill>
              <a:srgbClr val="0020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8F693AD-7156-19E5-32FE-7D14F5E5E1FD}"/>
              </a:ext>
            </a:extLst>
          </p:cNvPr>
          <p:cNvSpPr/>
          <p:nvPr/>
        </p:nvSpPr>
        <p:spPr>
          <a:xfrm>
            <a:off x="5522418" y="660198"/>
            <a:ext cx="622300" cy="622300"/>
          </a:xfrm>
          <a:prstGeom prst="rect">
            <a:avLst/>
          </a:prstGeom>
          <a:noFill/>
          <a:ln w="25400">
            <a:solidFill>
              <a:srgbClr val="0020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231171B-9551-8838-F0C6-0F7601EE7EF4}"/>
              </a:ext>
            </a:extLst>
          </p:cNvPr>
          <p:cNvSpPr txBox="1"/>
          <p:nvPr/>
        </p:nvSpPr>
        <p:spPr>
          <a:xfrm>
            <a:off x="2410918" y="771295"/>
            <a:ext cx="612668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130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96C004A-8BE5-9383-B052-202C9A0D4EF5}"/>
              </a:ext>
            </a:extLst>
          </p:cNvPr>
          <p:cNvSpPr txBox="1"/>
          <p:nvPr/>
        </p:nvSpPr>
        <p:spPr>
          <a:xfrm>
            <a:off x="3023587" y="771295"/>
            <a:ext cx="612668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150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B054479-7EA5-C023-91BA-54C6A65688F8}"/>
              </a:ext>
            </a:extLst>
          </p:cNvPr>
          <p:cNvSpPr txBox="1"/>
          <p:nvPr/>
        </p:nvSpPr>
        <p:spPr>
          <a:xfrm>
            <a:off x="3660334" y="771295"/>
            <a:ext cx="612668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170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D897C9F-7FF3-AD2C-CD90-D41DCCF561B6}"/>
              </a:ext>
            </a:extLst>
          </p:cNvPr>
          <p:cNvSpPr txBox="1"/>
          <p:nvPr/>
        </p:nvSpPr>
        <p:spPr>
          <a:xfrm>
            <a:off x="4297510" y="771295"/>
            <a:ext cx="612668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230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BFC0F42-3DCC-8B73-E788-ABD75096C053}"/>
              </a:ext>
            </a:extLst>
          </p:cNvPr>
          <p:cNvSpPr txBox="1"/>
          <p:nvPr/>
        </p:nvSpPr>
        <p:spPr>
          <a:xfrm>
            <a:off x="4921970" y="771295"/>
            <a:ext cx="612668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270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FBBDD5A-1F6E-91DF-ECEB-57F61B69AE5A}"/>
              </a:ext>
            </a:extLst>
          </p:cNvPr>
          <p:cNvSpPr txBox="1"/>
          <p:nvPr/>
        </p:nvSpPr>
        <p:spPr>
          <a:xfrm>
            <a:off x="5532050" y="771295"/>
            <a:ext cx="612668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300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0874F54-4ED9-7F8B-9BF3-E82563B713AC}"/>
              </a:ext>
            </a:extLst>
          </p:cNvPr>
          <p:cNvSpPr txBox="1"/>
          <p:nvPr/>
        </p:nvSpPr>
        <p:spPr>
          <a:xfrm>
            <a:off x="2433913" y="260090"/>
            <a:ext cx="327334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1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5C9E215-A13C-8E62-AB6F-AD370F2E51C7}"/>
              </a:ext>
            </a:extLst>
          </p:cNvPr>
          <p:cNvSpPr txBox="1"/>
          <p:nvPr/>
        </p:nvSpPr>
        <p:spPr>
          <a:xfrm>
            <a:off x="3044442" y="260090"/>
            <a:ext cx="327334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2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524A247-E420-357C-3055-44142719076E}"/>
              </a:ext>
            </a:extLst>
          </p:cNvPr>
          <p:cNvSpPr txBox="1"/>
          <p:nvPr/>
        </p:nvSpPr>
        <p:spPr>
          <a:xfrm>
            <a:off x="3662541" y="252596"/>
            <a:ext cx="327334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3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6AC17C8-8C27-7BDF-529B-6BF716981524}"/>
              </a:ext>
            </a:extLst>
          </p:cNvPr>
          <p:cNvSpPr txBox="1"/>
          <p:nvPr/>
        </p:nvSpPr>
        <p:spPr>
          <a:xfrm>
            <a:off x="5532049" y="252596"/>
            <a:ext cx="327334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6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DA0246D0-E8D6-A7CF-7E0D-C3F56DE4B482}"/>
              </a:ext>
            </a:extLst>
          </p:cNvPr>
          <p:cNvSpPr txBox="1"/>
          <p:nvPr/>
        </p:nvSpPr>
        <p:spPr>
          <a:xfrm>
            <a:off x="4280642" y="252596"/>
            <a:ext cx="327334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4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D9E1CA4A-3909-A9A7-DBFB-FD0D465E91AD}"/>
              </a:ext>
            </a:extLst>
          </p:cNvPr>
          <p:cNvSpPr txBox="1"/>
          <p:nvPr/>
        </p:nvSpPr>
        <p:spPr>
          <a:xfrm>
            <a:off x="4913950" y="252596"/>
            <a:ext cx="327334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5</a:t>
            </a: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832F21F8-C8D5-BD18-A9DE-6538743DB9DA}"/>
              </a:ext>
            </a:extLst>
          </p:cNvPr>
          <p:cNvSpPr/>
          <p:nvPr/>
        </p:nvSpPr>
        <p:spPr>
          <a:xfrm>
            <a:off x="6142983" y="660198"/>
            <a:ext cx="622300" cy="622300"/>
          </a:xfrm>
          <a:prstGeom prst="rect">
            <a:avLst/>
          </a:prstGeom>
          <a:noFill/>
          <a:ln w="25400">
            <a:solidFill>
              <a:srgbClr val="0020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F0F8D2C0-99C6-D389-9430-0BF9DACDA5FC}"/>
              </a:ext>
            </a:extLst>
          </p:cNvPr>
          <p:cNvSpPr txBox="1"/>
          <p:nvPr/>
        </p:nvSpPr>
        <p:spPr>
          <a:xfrm>
            <a:off x="6152615" y="771295"/>
            <a:ext cx="612668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360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7C93B1C4-5036-8CB4-0D59-B1EFB8905332}"/>
              </a:ext>
            </a:extLst>
          </p:cNvPr>
          <p:cNvSpPr txBox="1"/>
          <p:nvPr/>
        </p:nvSpPr>
        <p:spPr>
          <a:xfrm>
            <a:off x="6150150" y="252596"/>
            <a:ext cx="327334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7</a:t>
            </a: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0F062495-32B4-62F2-7CFB-D2E721392FBE}"/>
              </a:ext>
            </a:extLst>
          </p:cNvPr>
          <p:cNvSpPr/>
          <p:nvPr/>
        </p:nvSpPr>
        <p:spPr>
          <a:xfrm>
            <a:off x="1304064" y="2260601"/>
            <a:ext cx="622300" cy="622300"/>
          </a:xfrm>
          <a:prstGeom prst="rect">
            <a:avLst/>
          </a:prstGeom>
          <a:noFill/>
          <a:ln w="25400">
            <a:solidFill>
              <a:srgbClr val="0020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88BB5BD6-9807-0B3B-681C-80F3C6BEE7A7}"/>
              </a:ext>
            </a:extLst>
          </p:cNvPr>
          <p:cNvSpPr/>
          <p:nvPr/>
        </p:nvSpPr>
        <p:spPr>
          <a:xfrm>
            <a:off x="1926365" y="2260601"/>
            <a:ext cx="622300" cy="622300"/>
          </a:xfrm>
          <a:prstGeom prst="rect">
            <a:avLst/>
          </a:prstGeom>
          <a:solidFill>
            <a:srgbClr val="BA1C47">
              <a:alpha val="20105"/>
            </a:srgbClr>
          </a:solidFill>
          <a:ln w="25400">
            <a:solidFill>
              <a:srgbClr val="0020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4D3BEDAC-A474-E538-1DE0-E6422139A105}"/>
              </a:ext>
            </a:extLst>
          </p:cNvPr>
          <p:cNvSpPr/>
          <p:nvPr/>
        </p:nvSpPr>
        <p:spPr>
          <a:xfrm>
            <a:off x="2548665" y="2260601"/>
            <a:ext cx="622300" cy="622300"/>
          </a:xfrm>
          <a:prstGeom prst="rect">
            <a:avLst/>
          </a:prstGeom>
          <a:noFill/>
          <a:ln w="25400">
            <a:solidFill>
              <a:srgbClr val="0020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2DF11959-D021-A355-CE60-1E66E8EF4801}"/>
              </a:ext>
            </a:extLst>
          </p:cNvPr>
          <p:cNvSpPr txBox="1"/>
          <p:nvPr/>
        </p:nvSpPr>
        <p:spPr>
          <a:xfrm>
            <a:off x="1304065" y="2371698"/>
            <a:ext cx="612668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130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F66EEC46-499B-794B-67C5-661CDB2BF99E}"/>
              </a:ext>
            </a:extLst>
          </p:cNvPr>
          <p:cNvSpPr txBox="1"/>
          <p:nvPr/>
        </p:nvSpPr>
        <p:spPr>
          <a:xfrm>
            <a:off x="1916733" y="2371698"/>
            <a:ext cx="612668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150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1C3B65AC-139C-9C0B-EB34-423E37FDD4CA}"/>
              </a:ext>
            </a:extLst>
          </p:cNvPr>
          <p:cNvSpPr txBox="1"/>
          <p:nvPr/>
        </p:nvSpPr>
        <p:spPr>
          <a:xfrm>
            <a:off x="2553480" y="2371698"/>
            <a:ext cx="612668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170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6EBDF8B9-C901-E5EE-74B5-F1C7051C59E3}"/>
              </a:ext>
            </a:extLst>
          </p:cNvPr>
          <p:cNvSpPr txBox="1"/>
          <p:nvPr/>
        </p:nvSpPr>
        <p:spPr>
          <a:xfrm>
            <a:off x="1290472" y="1860494"/>
            <a:ext cx="327334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1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8648A5D2-5842-D825-6E4F-35B1DC0A6EF7}"/>
              </a:ext>
            </a:extLst>
          </p:cNvPr>
          <p:cNvSpPr txBox="1"/>
          <p:nvPr/>
        </p:nvSpPr>
        <p:spPr>
          <a:xfrm>
            <a:off x="1921940" y="1860494"/>
            <a:ext cx="327334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2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BA28ADCA-F116-C98B-3ACE-5494C71A2AF7}"/>
              </a:ext>
            </a:extLst>
          </p:cNvPr>
          <p:cNvSpPr txBox="1"/>
          <p:nvPr/>
        </p:nvSpPr>
        <p:spPr>
          <a:xfrm>
            <a:off x="2550101" y="1860494"/>
            <a:ext cx="327334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3</a:t>
            </a:r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DC93802E-F83A-B7E2-E844-BE8B27C52FDC}"/>
              </a:ext>
            </a:extLst>
          </p:cNvPr>
          <p:cNvSpPr/>
          <p:nvPr/>
        </p:nvSpPr>
        <p:spPr>
          <a:xfrm>
            <a:off x="6018008" y="2268093"/>
            <a:ext cx="622300" cy="622300"/>
          </a:xfrm>
          <a:prstGeom prst="rect">
            <a:avLst/>
          </a:prstGeom>
          <a:noFill/>
          <a:ln w="25400">
            <a:solidFill>
              <a:srgbClr val="0020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8EF20483-3DEE-3305-A6D0-7E979E792FE9}"/>
              </a:ext>
            </a:extLst>
          </p:cNvPr>
          <p:cNvSpPr/>
          <p:nvPr/>
        </p:nvSpPr>
        <p:spPr>
          <a:xfrm>
            <a:off x="6640308" y="2268093"/>
            <a:ext cx="622300" cy="622300"/>
          </a:xfrm>
          <a:prstGeom prst="rect">
            <a:avLst/>
          </a:prstGeom>
          <a:solidFill>
            <a:srgbClr val="BA1C47">
              <a:alpha val="20105"/>
            </a:srgbClr>
          </a:solidFill>
          <a:ln w="25400">
            <a:solidFill>
              <a:srgbClr val="0020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6939840C-19FE-D2F5-4FAF-C09A5663BE1F}"/>
              </a:ext>
            </a:extLst>
          </p:cNvPr>
          <p:cNvSpPr txBox="1"/>
          <p:nvPr/>
        </p:nvSpPr>
        <p:spPr>
          <a:xfrm>
            <a:off x="6039859" y="2379191"/>
            <a:ext cx="612668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270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3C1E4E06-CA8A-1BD6-56F6-85DE576680AF}"/>
              </a:ext>
            </a:extLst>
          </p:cNvPr>
          <p:cNvSpPr txBox="1"/>
          <p:nvPr/>
        </p:nvSpPr>
        <p:spPr>
          <a:xfrm>
            <a:off x="6649939" y="2379191"/>
            <a:ext cx="612668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300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582A6252-20A1-E135-2E9C-ADA6DD62433B}"/>
              </a:ext>
            </a:extLst>
          </p:cNvPr>
          <p:cNvSpPr txBox="1"/>
          <p:nvPr/>
        </p:nvSpPr>
        <p:spPr>
          <a:xfrm>
            <a:off x="6647847" y="1860494"/>
            <a:ext cx="327334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6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477308F0-32C5-0545-6670-DA5E7397F1A8}"/>
              </a:ext>
            </a:extLst>
          </p:cNvPr>
          <p:cNvSpPr txBox="1"/>
          <p:nvPr/>
        </p:nvSpPr>
        <p:spPr>
          <a:xfrm>
            <a:off x="6028854" y="1860494"/>
            <a:ext cx="327334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5</a:t>
            </a:r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431DFBF8-097B-7A10-608F-67C37A0EDCCA}"/>
              </a:ext>
            </a:extLst>
          </p:cNvPr>
          <p:cNvSpPr/>
          <p:nvPr/>
        </p:nvSpPr>
        <p:spPr>
          <a:xfrm>
            <a:off x="7260870" y="2268093"/>
            <a:ext cx="622300" cy="622300"/>
          </a:xfrm>
          <a:prstGeom prst="rect">
            <a:avLst/>
          </a:prstGeom>
          <a:noFill/>
          <a:ln w="25400">
            <a:solidFill>
              <a:srgbClr val="0020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E006AB07-99F3-8850-8F39-BC9B06E95D4A}"/>
              </a:ext>
            </a:extLst>
          </p:cNvPr>
          <p:cNvSpPr txBox="1"/>
          <p:nvPr/>
        </p:nvSpPr>
        <p:spPr>
          <a:xfrm>
            <a:off x="7270503" y="2379191"/>
            <a:ext cx="612668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360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1832294A-CAB2-B564-4C2B-1784E70BFDE7}"/>
              </a:ext>
            </a:extLst>
          </p:cNvPr>
          <p:cNvSpPr txBox="1"/>
          <p:nvPr/>
        </p:nvSpPr>
        <p:spPr>
          <a:xfrm>
            <a:off x="7260871" y="1867987"/>
            <a:ext cx="327334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7</a:t>
            </a:r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1D2AE3B1-9060-247A-29BA-9BA37EFB04A4}"/>
              </a:ext>
            </a:extLst>
          </p:cNvPr>
          <p:cNvSpPr/>
          <p:nvPr/>
        </p:nvSpPr>
        <p:spPr>
          <a:xfrm>
            <a:off x="850509" y="3892980"/>
            <a:ext cx="622300" cy="622300"/>
          </a:xfrm>
          <a:prstGeom prst="rect">
            <a:avLst/>
          </a:prstGeom>
          <a:noFill/>
          <a:ln w="25400">
            <a:solidFill>
              <a:srgbClr val="0020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1DDBCB91-5A40-2A12-6820-E3CAFCB7ADB5}"/>
              </a:ext>
            </a:extLst>
          </p:cNvPr>
          <p:cNvSpPr txBox="1"/>
          <p:nvPr/>
        </p:nvSpPr>
        <p:spPr>
          <a:xfrm>
            <a:off x="850509" y="4004077"/>
            <a:ext cx="612668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130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9C6AE229-7E97-454F-10EA-22A8FB665523}"/>
              </a:ext>
            </a:extLst>
          </p:cNvPr>
          <p:cNvSpPr txBox="1"/>
          <p:nvPr/>
        </p:nvSpPr>
        <p:spPr>
          <a:xfrm>
            <a:off x="836082" y="3492871"/>
            <a:ext cx="327334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1</a:t>
            </a:r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EB310AD0-53E9-BB99-27FF-05ABDB94F5C9}"/>
              </a:ext>
            </a:extLst>
          </p:cNvPr>
          <p:cNvSpPr/>
          <p:nvPr/>
        </p:nvSpPr>
        <p:spPr>
          <a:xfrm>
            <a:off x="3015855" y="3892980"/>
            <a:ext cx="622300" cy="622300"/>
          </a:xfrm>
          <a:prstGeom prst="rect">
            <a:avLst/>
          </a:prstGeom>
          <a:noFill/>
          <a:ln w="25400">
            <a:solidFill>
              <a:srgbClr val="0020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69E41662-4E65-403F-6980-36809CFA7F74}"/>
              </a:ext>
            </a:extLst>
          </p:cNvPr>
          <p:cNvSpPr txBox="1"/>
          <p:nvPr/>
        </p:nvSpPr>
        <p:spPr>
          <a:xfrm>
            <a:off x="3020671" y="4004078"/>
            <a:ext cx="612668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170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2FC17E2F-735D-FCDF-715E-23FA98FCC4A7}"/>
              </a:ext>
            </a:extLst>
          </p:cNvPr>
          <p:cNvSpPr txBox="1"/>
          <p:nvPr/>
        </p:nvSpPr>
        <p:spPr>
          <a:xfrm>
            <a:off x="3017034" y="3485379"/>
            <a:ext cx="327334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3</a:t>
            </a:r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F3FD3324-6495-F86B-93C5-158A849B00F0}"/>
              </a:ext>
            </a:extLst>
          </p:cNvPr>
          <p:cNvSpPr/>
          <p:nvPr/>
        </p:nvSpPr>
        <p:spPr>
          <a:xfrm>
            <a:off x="5521722" y="3892980"/>
            <a:ext cx="622300" cy="622300"/>
          </a:xfrm>
          <a:prstGeom prst="rect">
            <a:avLst/>
          </a:prstGeom>
          <a:noFill/>
          <a:ln w="25400">
            <a:solidFill>
              <a:srgbClr val="0020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CF6FA814-5F85-881C-C1D5-B54A17B867B4}"/>
              </a:ext>
            </a:extLst>
          </p:cNvPr>
          <p:cNvSpPr txBox="1"/>
          <p:nvPr/>
        </p:nvSpPr>
        <p:spPr>
          <a:xfrm>
            <a:off x="5543574" y="4004078"/>
            <a:ext cx="612668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270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63458900-517F-39DE-CC7C-F32D425B0EEF}"/>
              </a:ext>
            </a:extLst>
          </p:cNvPr>
          <p:cNvSpPr txBox="1"/>
          <p:nvPr/>
        </p:nvSpPr>
        <p:spPr>
          <a:xfrm>
            <a:off x="5521721" y="3485379"/>
            <a:ext cx="327334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5</a:t>
            </a:r>
          </a:p>
        </p:txBody>
      </p:sp>
      <p:sp>
        <p:nvSpPr>
          <p:cNvPr id="87" name="Rectangle 86">
            <a:extLst>
              <a:ext uri="{FF2B5EF4-FFF2-40B4-BE49-F238E27FC236}">
                <a16:creationId xmlns:a16="http://schemas.microsoft.com/office/drawing/2014/main" id="{94BE7B98-D327-153F-573D-7BEB3CF845D1}"/>
              </a:ext>
            </a:extLst>
          </p:cNvPr>
          <p:cNvSpPr/>
          <p:nvPr/>
        </p:nvSpPr>
        <p:spPr>
          <a:xfrm>
            <a:off x="7725534" y="3892980"/>
            <a:ext cx="622300" cy="622300"/>
          </a:xfrm>
          <a:prstGeom prst="rect">
            <a:avLst/>
          </a:prstGeom>
          <a:noFill/>
          <a:ln w="25400">
            <a:solidFill>
              <a:srgbClr val="0020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5E774C14-BA6B-2D7B-4A90-484521B52CB0}"/>
              </a:ext>
            </a:extLst>
          </p:cNvPr>
          <p:cNvSpPr txBox="1"/>
          <p:nvPr/>
        </p:nvSpPr>
        <p:spPr>
          <a:xfrm>
            <a:off x="7735165" y="4004078"/>
            <a:ext cx="612668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360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37836B16-74D6-AC7E-85F2-882ACCCC9D87}"/>
              </a:ext>
            </a:extLst>
          </p:cNvPr>
          <p:cNvSpPr txBox="1"/>
          <p:nvPr/>
        </p:nvSpPr>
        <p:spPr>
          <a:xfrm>
            <a:off x="7719504" y="3485379"/>
            <a:ext cx="327334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7</a:t>
            </a:r>
          </a:p>
        </p:txBody>
      </p:sp>
      <p:cxnSp>
        <p:nvCxnSpPr>
          <p:cNvPr id="95" name="Straight Arrow Connector 94">
            <a:extLst>
              <a:ext uri="{FF2B5EF4-FFF2-40B4-BE49-F238E27FC236}">
                <a16:creationId xmlns:a16="http://schemas.microsoft.com/office/drawing/2014/main" id="{89C0F77A-D6E0-6F34-4B7D-DBA12BFAF5A2}"/>
              </a:ext>
            </a:extLst>
          </p:cNvPr>
          <p:cNvCxnSpPr>
            <a:cxnSpLocks/>
          </p:cNvCxnSpPr>
          <p:nvPr/>
        </p:nvCxnSpPr>
        <p:spPr>
          <a:xfrm flipH="1">
            <a:off x="3319252" y="1440996"/>
            <a:ext cx="925734" cy="764499"/>
          </a:xfrm>
          <a:prstGeom prst="straightConnector1">
            <a:avLst/>
          </a:prstGeom>
          <a:ln w="44450">
            <a:solidFill>
              <a:srgbClr val="00205B"/>
            </a:solidFill>
            <a:prstDash val="solid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Straight Arrow Connector 97">
            <a:extLst>
              <a:ext uri="{FF2B5EF4-FFF2-40B4-BE49-F238E27FC236}">
                <a16:creationId xmlns:a16="http://schemas.microsoft.com/office/drawing/2014/main" id="{604A4929-FE94-E92E-059F-CF884B3F8E3C}"/>
              </a:ext>
            </a:extLst>
          </p:cNvPr>
          <p:cNvCxnSpPr>
            <a:cxnSpLocks/>
          </p:cNvCxnSpPr>
          <p:nvPr/>
        </p:nvCxnSpPr>
        <p:spPr>
          <a:xfrm>
            <a:off x="4825713" y="1440996"/>
            <a:ext cx="925734" cy="764499"/>
          </a:xfrm>
          <a:prstGeom prst="straightConnector1">
            <a:avLst/>
          </a:prstGeom>
          <a:ln w="44450">
            <a:solidFill>
              <a:srgbClr val="00205B"/>
            </a:solidFill>
            <a:prstDash val="solid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Straight Arrow Connector 98">
            <a:extLst>
              <a:ext uri="{FF2B5EF4-FFF2-40B4-BE49-F238E27FC236}">
                <a16:creationId xmlns:a16="http://schemas.microsoft.com/office/drawing/2014/main" id="{93978CFC-249F-9F14-60D0-6AB1AA567EE1}"/>
              </a:ext>
            </a:extLst>
          </p:cNvPr>
          <p:cNvCxnSpPr>
            <a:cxnSpLocks/>
          </p:cNvCxnSpPr>
          <p:nvPr/>
        </p:nvCxnSpPr>
        <p:spPr>
          <a:xfrm flipH="1">
            <a:off x="1510284" y="3056262"/>
            <a:ext cx="564672" cy="651037"/>
          </a:xfrm>
          <a:prstGeom prst="straightConnector1">
            <a:avLst/>
          </a:prstGeom>
          <a:ln w="44450">
            <a:solidFill>
              <a:srgbClr val="00205B"/>
            </a:solidFill>
            <a:prstDash val="solid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Straight Arrow Connector 103">
            <a:extLst>
              <a:ext uri="{FF2B5EF4-FFF2-40B4-BE49-F238E27FC236}">
                <a16:creationId xmlns:a16="http://schemas.microsoft.com/office/drawing/2014/main" id="{B2192E65-02FC-E342-2BA9-BB0FFC74046E}"/>
              </a:ext>
            </a:extLst>
          </p:cNvPr>
          <p:cNvCxnSpPr>
            <a:cxnSpLocks/>
          </p:cNvCxnSpPr>
          <p:nvPr/>
        </p:nvCxnSpPr>
        <p:spPr>
          <a:xfrm>
            <a:off x="2384477" y="3056262"/>
            <a:ext cx="564672" cy="651037"/>
          </a:xfrm>
          <a:prstGeom prst="straightConnector1">
            <a:avLst/>
          </a:prstGeom>
          <a:ln w="44450">
            <a:solidFill>
              <a:srgbClr val="00205B"/>
            </a:solidFill>
            <a:prstDash val="solid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Straight Arrow Connector 104">
            <a:extLst>
              <a:ext uri="{FF2B5EF4-FFF2-40B4-BE49-F238E27FC236}">
                <a16:creationId xmlns:a16="http://schemas.microsoft.com/office/drawing/2014/main" id="{6CCE906D-7377-749B-A577-574BDF91C0D4}"/>
              </a:ext>
            </a:extLst>
          </p:cNvPr>
          <p:cNvCxnSpPr>
            <a:cxnSpLocks/>
          </p:cNvCxnSpPr>
          <p:nvPr/>
        </p:nvCxnSpPr>
        <p:spPr>
          <a:xfrm flipH="1">
            <a:off x="6222055" y="3073831"/>
            <a:ext cx="564672" cy="651037"/>
          </a:xfrm>
          <a:prstGeom prst="straightConnector1">
            <a:avLst/>
          </a:prstGeom>
          <a:ln w="44450">
            <a:solidFill>
              <a:srgbClr val="00205B"/>
            </a:solidFill>
            <a:prstDash val="solid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Straight Arrow Connector 105">
            <a:extLst>
              <a:ext uri="{FF2B5EF4-FFF2-40B4-BE49-F238E27FC236}">
                <a16:creationId xmlns:a16="http://schemas.microsoft.com/office/drawing/2014/main" id="{6F28D2C1-75E4-CE58-85B8-434CEAECB01E}"/>
              </a:ext>
            </a:extLst>
          </p:cNvPr>
          <p:cNvCxnSpPr>
            <a:cxnSpLocks/>
          </p:cNvCxnSpPr>
          <p:nvPr/>
        </p:nvCxnSpPr>
        <p:spPr>
          <a:xfrm>
            <a:off x="7096248" y="3073831"/>
            <a:ext cx="564672" cy="651037"/>
          </a:xfrm>
          <a:prstGeom prst="straightConnector1">
            <a:avLst/>
          </a:prstGeom>
          <a:ln w="44450">
            <a:solidFill>
              <a:srgbClr val="00205B"/>
            </a:solidFill>
            <a:prstDash val="solid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7" name="TextBox 106">
            <a:extLst>
              <a:ext uri="{FF2B5EF4-FFF2-40B4-BE49-F238E27FC236}">
                <a16:creationId xmlns:a16="http://schemas.microsoft.com/office/drawing/2014/main" id="{EB612BE3-430A-1792-2B7D-11CAEF935C48}"/>
              </a:ext>
            </a:extLst>
          </p:cNvPr>
          <p:cNvSpPr txBox="1"/>
          <p:nvPr/>
        </p:nvSpPr>
        <p:spPr>
          <a:xfrm>
            <a:off x="2577167" y="1464046"/>
            <a:ext cx="1261884" cy="3692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799" dirty="0">
                <a:solidFill>
                  <a:srgbClr val="BA1C47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230より小</a:t>
            </a:r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C4878545-EB14-7E20-916E-4592395D0281}"/>
              </a:ext>
            </a:extLst>
          </p:cNvPr>
          <p:cNvSpPr txBox="1"/>
          <p:nvPr/>
        </p:nvSpPr>
        <p:spPr>
          <a:xfrm>
            <a:off x="5408918" y="1453018"/>
            <a:ext cx="1261884" cy="3692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799" dirty="0">
                <a:solidFill>
                  <a:srgbClr val="BA1C47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230より大</a:t>
            </a:r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EDC02BA2-59FF-DF3A-1865-75D44EF2FCC2}"/>
              </a:ext>
            </a:extLst>
          </p:cNvPr>
          <p:cNvSpPr txBox="1"/>
          <p:nvPr/>
        </p:nvSpPr>
        <p:spPr>
          <a:xfrm>
            <a:off x="478366" y="3041932"/>
            <a:ext cx="1261884" cy="3692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799" dirty="0">
                <a:solidFill>
                  <a:srgbClr val="BA1C47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150より小</a:t>
            </a:r>
          </a:p>
        </p:txBody>
      </p:sp>
      <p:sp>
        <p:nvSpPr>
          <p:cNvPr id="110" name="TextBox 109">
            <a:extLst>
              <a:ext uri="{FF2B5EF4-FFF2-40B4-BE49-F238E27FC236}">
                <a16:creationId xmlns:a16="http://schemas.microsoft.com/office/drawing/2014/main" id="{3025FE35-6815-415C-5A4F-65214FE8A5AD}"/>
              </a:ext>
            </a:extLst>
          </p:cNvPr>
          <p:cNvSpPr txBox="1"/>
          <p:nvPr/>
        </p:nvSpPr>
        <p:spPr>
          <a:xfrm>
            <a:off x="2688309" y="3018608"/>
            <a:ext cx="1261884" cy="3692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799" dirty="0">
                <a:solidFill>
                  <a:srgbClr val="BA1C47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150より大</a:t>
            </a:r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D8F6842B-8DA7-74B4-FCFA-5FEACF97D331}"/>
              </a:ext>
            </a:extLst>
          </p:cNvPr>
          <p:cNvSpPr txBox="1"/>
          <p:nvPr/>
        </p:nvSpPr>
        <p:spPr>
          <a:xfrm>
            <a:off x="5193807" y="3024812"/>
            <a:ext cx="1261884" cy="3692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799" dirty="0">
                <a:solidFill>
                  <a:srgbClr val="BA1C47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300より小</a:t>
            </a:r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54281AB9-1858-9A78-0A1C-5B14D82EC62A}"/>
              </a:ext>
            </a:extLst>
          </p:cNvPr>
          <p:cNvSpPr txBox="1"/>
          <p:nvPr/>
        </p:nvSpPr>
        <p:spPr>
          <a:xfrm>
            <a:off x="7403750" y="3001490"/>
            <a:ext cx="1261884" cy="3692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799" dirty="0">
                <a:solidFill>
                  <a:srgbClr val="BA1C47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300より大</a:t>
            </a:r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A1D8A1E4-1BA9-5CBF-1C95-7A027558E7C6}"/>
              </a:ext>
            </a:extLst>
          </p:cNvPr>
          <p:cNvSpPr txBox="1"/>
          <p:nvPr/>
        </p:nvSpPr>
        <p:spPr>
          <a:xfrm>
            <a:off x="1181932" y="808060"/>
            <a:ext cx="92845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400" dirty="0">
                <a:solidFill>
                  <a:srgbClr val="0070C0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索引キ</a:t>
            </a:r>
            <a:r>
              <a:rPr lang="en-JP" sz="1600" dirty="0">
                <a:solidFill>
                  <a:srgbClr val="0070C0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ー</a:t>
            </a:r>
          </a:p>
        </p:txBody>
      </p:sp>
      <p:sp>
        <p:nvSpPr>
          <p:cNvPr id="116" name="TextBox 115">
            <a:extLst>
              <a:ext uri="{FF2B5EF4-FFF2-40B4-BE49-F238E27FC236}">
                <a16:creationId xmlns:a16="http://schemas.microsoft.com/office/drawing/2014/main" id="{31268B6A-E015-88EC-24A6-FB5DEAB7DAAD}"/>
              </a:ext>
            </a:extLst>
          </p:cNvPr>
          <p:cNvSpPr txBox="1"/>
          <p:nvPr/>
        </p:nvSpPr>
        <p:spPr>
          <a:xfrm>
            <a:off x="861547" y="326932"/>
            <a:ext cx="126188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400" dirty="0">
                <a:solidFill>
                  <a:srgbClr val="0070C0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索引の行番号</a:t>
            </a:r>
          </a:p>
        </p:txBody>
      </p:sp>
      <p:cxnSp>
        <p:nvCxnSpPr>
          <p:cNvPr id="117" name="Straight Arrow Connector 116">
            <a:extLst>
              <a:ext uri="{FF2B5EF4-FFF2-40B4-BE49-F238E27FC236}">
                <a16:creationId xmlns:a16="http://schemas.microsoft.com/office/drawing/2014/main" id="{3247D40D-FA62-840D-E08A-6E78C0B43F47}"/>
              </a:ext>
            </a:extLst>
          </p:cNvPr>
          <p:cNvCxnSpPr>
            <a:cxnSpLocks/>
          </p:cNvCxnSpPr>
          <p:nvPr/>
        </p:nvCxnSpPr>
        <p:spPr>
          <a:xfrm>
            <a:off x="2110938" y="971347"/>
            <a:ext cx="346349" cy="0"/>
          </a:xfrm>
          <a:prstGeom prst="straightConnector1">
            <a:avLst/>
          </a:prstGeom>
          <a:ln w="34925">
            <a:solidFill>
              <a:srgbClr val="0070C0"/>
            </a:solidFill>
            <a:prstDash val="sysDot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Straight Arrow Connector 118">
            <a:extLst>
              <a:ext uri="{FF2B5EF4-FFF2-40B4-BE49-F238E27FC236}">
                <a16:creationId xmlns:a16="http://schemas.microsoft.com/office/drawing/2014/main" id="{42F65D61-1F96-BCCD-8B60-592AD648E08B}"/>
              </a:ext>
            </a:extLst>
          </p:cNvPr>
          <p:cNvCxnSpPr>
            <a:cxnSpLocks/>
          </p:cNvCxnSpPr>
          <p:nvPr/>
        </p:nvCxnSpPr>
        <p:spPr>
          <a:xfrm>
            <a:off x="2105602" y="460142"/>
            <a:ext cx="346349" cy="0"/>
          </a:xfrm>
          <a:prstGeom prst="straightConnector1">
            <a:avLst/>
          </a:prstGeom>
          <a:ln w="34925">
            <a:solidFill>
              <a:srgbClr val="0070C0"/>
            </a:solidFill>
            <a:prstDash val="sysDot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1" name="TextBox 120">
            <a:extLst>
              <a:ext uri="{FF2B5EF4-FFF2-40B4-BE49-F238E27FC236}">
                <a16:creationId xmlns:a16="http://schemas.microsoft.com/office/drawing/2014/main" id="{813C3672-983D-11E4-6539-579684E748C0}"/>
              </a:ext>
            </a:extLst>
          </p:cNvPr>
          <p:cNvSpPr txBox="1"/>
          <p:nvPr/>
        </p:nvSpPr>
        <p:spPr>
          <a:xfrm>
            <a:off x="1177115" y="1064429"/>
            <a:ext cx="93487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400" dirty="0">
                <a:solidFill>
                  <a:srgbClr val="0070C0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(例: 単価)</a:t>
            </a:r>
          </a:p>
        </p:txBody>
      </p:sp>
    </p:spTree>
    <p:extLst>
      <p:ext uri="{BB962C8B-B14F-4D97-AF65-F5344CB8AC3E}">
        <p14:creationId xmlns:p14="http://schemas.microsoft.com/office/powerpoint/2010/main" val="2377181692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14A30CA3-9E6B-2EE2-58E5-7E8DED009C38}"/>
              </a:ext>
            </a:extLst>
          </p:cNvPr>
          <p:cNvSpPr/>
          <p:nvPr/>
        </p:nvSpPr>
        <p:spPr>
          <a:xfrm>
            <a:off x="2584064" y="1014223"/>
            <a:ext cx="1268035" cy="3551509"/>
          </a:xfrm>
          <a:prstGeom prst="rect">
            <a:avLst/>
          </a:prstGeom>
          <a:solidFill>
            <a:srgbClr val="BA1C47">
              <a:alpha val="2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488ADA1-A8DD-39FF-F781-747849977D2F}"/>
              </a:ext>
            </a:extLst>
          </p:cNvPr>
          <p:cNvSpPr txBox="1"/>
          <p:nvPr/>
        </p:nvSpPr>
        <p:spPr>
          <a:xfrm>
            <a:off x="647272" y="672875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学籍番号</a:t>
            </a:r>
            <a:endParaRPr kumimoji="1" lang="en-JP" dirty="0">
              <a:solidFill>
                <a:srgbClr val="2B3348"/>
              </a:solidFill>
              <a:latin typeface="Noto Sans CJK JP Regular" panose="020B0500000000000000" pitchFamily="34" charset="-128"/>
              <a:ea typeface="Noto Sans CJK JP Regular" panose="020B0500000000000000" pitchFamily="34" charset="-128"/>
              <a:cs typeface="IPAPGothic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429C3D3-1429-BBFD-D56D-01999F1F92E9}"/>
              </a:ext>
            </a:extLst>
          </p:cNvPr>
          <p:cNvSpPr txBox="1"/>
          <p:nvPr/>
        </p:nvSpPr>
        <p:spPr>
          <a:xfrm>
            <a:off x="577156" y="1340298"/>
            <a:ext cx="125547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20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cxxxx001</a:t>
            </a:r>
            <a:endParaRPr kumimoji="1" lang="en-JP" sz="2000" dirty="0">
              <a:solidFill>
                <a:srgbClr val="2B3348"/>
              </a:solidFill>
              <a:latin typeface="Noto Sans CJK JP Regular" panose="020B0500000000000000" pitchFamily="34" charset="-128"/>
              <a:ea typeface="Noto Sans CJK JP Regular" panose="020B0500000000000000" pitchFamily="34" charset="-128"/>
              <a:cs typeface="IPAPGothic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11A3709-0FB2-55B3-7C4A-4A51E0A3320B}"/>
              </a:ext>
            </a:extLst>
          </p:cNvPr>
          <p:cNvSpPr txBox="1"/>
          <p:nvPr/>
        </p:nvSpPr>
        <p:spPr>
          <a:xfrm>
            <a:off x="577156" y="1848723"/>
            <a:ext cx="125547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20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cxxxx002</a:t>
            </a:r>
            <a:endParaRPr kumimoji="1" lang="en-JP" sz="2000" dirty="0">
              <a:solidFill>
                <a:srgbClr val="2B3348"/>
              </a:solidFill>
              <a:latin typeface="Noto Sans CJK JP Regular" panose="020B0500000000000000" pitchFamily="34" charset="-128"/>
              <a:ea typeface="Noto Sans CJK JP Regular" panose="020B0500000000000000" pitchFamily="34" charset="-128"/>
              <a:cs typeface="IPAPGothic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56D17DE-0CA8-5077-D5C4-7F8FF57D766C}"/>
              </a:ext>
            </a:extLst>
          </p:cNvPr>
          <p:cNvSpPr txBox="1"/>
          <p:nvPr/>
        </p:nvSpPr>
        <p:spPr>
          <a:xfrm>
            <a:off x="566321" y="3871804"/>
            <a:ext cx="12698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20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cxxx5000</a:t>
            </a:r>
            <a:endParaRPr kumimoji="1" lang="en-JP" sz="2000" dirty="0">
              <a:solidFill>
                <a:srgbClr val="2B3348"/>
              </a:solidFill>
              <a:latin typeface="Noto Sans CJK JP Regular" panose="020B0500000000000000" pitchFamily="34" charset="-128"/>
              <a:ea typeface="Noto Sans CJK JP Regular" panose="020B0500000000000000" pitchFamily="34" charset="-128"/>
              <a:cs typeface="IPAPGothic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CE5D665-8E87-C892-A55E-38901A4E929F}"/>
              </a:ext>
            </a:extLst>
          </p:cNvPr>
          <p:cNvSpPr txBox="1"/>
          <p:nvPr/>
        </p:nvSpPr>
        <p:spPr>
          <a:xfrm>
            <a:off x="2433251" y="662597"/>
            <a:ext cx="1569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ハッシュ関数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A6B8AADF-B961-FDA2-6A4D-6CBC52DC95E8}"/>
              </a:ext>
            </a:extLst>
          </p:cNvPr>
          <p:cNvCxnSpPr>
            <a:cxnSpLocks/>
            <a:stCxn id="3" idx="3"/>
          </p:cNvCxnSpPr>
          <p:nvPr/>
        </p:nvCxnSpPr>
        <p:spPr>
          <a:xfrm>
            <a:off x="1832628" y="1540353"/>
            <a:ext cx="1430921" cy="0"/>
          </a:xfrm>
          <a:prstGeom prst="straightConnector1">
            <a:avLst/>
          </a:prstGeom>
          <a:ln w="38100">
            <a:solidFill>
              <a:schemeClr val="tx1">
                <a:alpha val="49000"/>
              </a:schemeClr>
            </a:solidFill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B6D34AC6-2732-4E03-7A8A-51A6AD487F0A}"/>
              </a:ext>
            </a:extLst>
          </p:cNvPr>
          <p:cNvCxnSpPr>
            <a:cxnSpLocks/>
            <a:stCxn id="4" idx="3"/>
          </p:cNvCxnSpPr>
          <p:nvPr/>
        </p:nvCxnSpPr>
        <p:spPr>
          <a:xfrm>
            <a:off x="1832628" y="2048778"/>
            <a:ext cx="1423233" cy="0"/>
          </a:xfrm>
          <a:prstGeom prst="straightConnector1">
            <a:avLst/>
          </a:prstGeom>
          <a:ln w="38100">
            <a:solidFill>
              <a:schemeClr val="tx1">
                <a:alpha val="49000"/>
              </a:schemeClr>
            </a:solidFill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DFC79B96-E335-1580-79B6-9D1EB9CE236B}"/>
              </a:ext>
            </a:extLst>
          </p:cNvPr>
          <p:cNvCxnSpPr>
            <a:cxnSpLocks/>
            <a:stCxn id="5" idx="3"/>
          </p:cNvCxnSpPr>
          <p:nvPr/>
        </p:nvCxnSpPr>
        <p:spPr>
          <a:xfrm>
            <a:off x="1836220" y="4071859"/>
            <a:ext cx="1427329" cy="0"/>
          </a:xfrm>
          <a:prstGeom prst="straightConnector1">
            <a:avLst/>
          </a:prstGeom>
          <a:ln w="38100">
            <a:solidFill>
              <a:schemeClr val="tx1">
                <a:alpha val="49000"/>
              </a:schemeClr>
            </a:solidFill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48EF6978-E3A6-3F0D-A99A-9F072F9A6BAC}"/>
              </a:ext>
            </a:extLst>
          </p:cNvPr>
          <p:cNvSpPr txBox="1"/>
          <p:nvPr/>
        </p:nvSpPr>
        <p:spPr>
          <a:xfrm>
            <a:off x="5114757" y="1303817"/>
            <a:ext cx="38504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kumimoji="1" lang="en-JP" sz="2800" dirty="0">
                <a:solidFill>
                  <a:srgbClr val="BA1C47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7757830-7386-0C8E-EA83-D6596CCCD229}"/>
              </a:ext>
            </a:extLst>
          </p:cNvPr>
          <p:cNvSpPr txBox="1"/>
          <p:nvPr/>
        </p:nvSpPr>
        <p:spPr>
          <a:xfrm>
            <a:off x="4914382" y="2374241"/>
            <a:ext cx="78579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kumimoji="1" lang="en-JP" sz="2800" dirty="0">
                <a:solidFill>
                  <a:srgbClr val="BA1C47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100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0F6C53F-72B7-08FF-7D26-3CFE4C63F95F}"/>
              </a:ext>
            </a:extLst>
          </p:cNvPr>
          <p:cNvSpPr txBox="1"/>
          <p:nvPr/>
        </p:nvSpPr>
        <p:spPr>
          <a:xfrm>
            <a:off x="4824597" y="3730259"/>
            <a:ext cx="98616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kumimoji="1" lang="en-JP" sz="2800" dirty="0">
                <a:solidFill>
                  <a:srgbClr val="BA1C47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4999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26A458E2-B826-77B3-0603-8EE5052BC3B1}"/>
              </a:ext>
            </a:extLst>
          </p:cNvPr>
          <p:cNvSpPr txBox="1"/>
          <p:nvPr/>
        </p:nvSpPr>
        <p:spPr>
          <a:xfrm>
            <a:off x="4576692" y="672875"/>
            <a:ext cx="1338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kumimoji="1" lang="en-JP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ハッシュ値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998433A6-6D03-7C23-45B9-D2DD2BA54866}"/>
              </a:ext>
            </a:extLst>
          </p:cNvPr>
          <p:cNvCxnSpPr>
            <a:cxnSpLocks/>
            <a:endCxn id="28" idx="1"/>
          </p:cNvCxnSpPr>
          <p:nvPr/>
        </p:nvCxnSpPr>
        <p:spPr>
          <a:xfrm>
            <a:off x="3255861" y="1540353"/>
            <a:ext cx="1568736" cy="2451516"/>
          </a:xfrm>
          <a:prstGeom prst="straightConnector1">
            <a:avLst/>
          </a:prstGeom>
          <a:ln w="38100">
            <a:solidFill>
              <a:schemeClr val="tx1">
                <a:alpha val="49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3832150F-8593-2E5C-6321-0A8D7F797CAA}"/>
              </a:ext>
            </a:extLst>
          </p:cNvPr>
          <p:cNvCxnSpPr>
            <a:cxnSpLocks/>
            <a:endCxn id="26" idx="1"/>
          </p:cNvCxnSpPr>
          <p:nvPr/>
        </p:nvCxnSpPr>
        <p:spPr>
          <a:xfrm>
            <a:off x="3255861" y="2048778"/>
            <a:ext cx="1658521" cy="587073"/>
          </a:xfrm>
          <a:prstGeom prst="straightConnector1">
            <a:avLst/>
          </a:prstGeom>
          <a:ln w="38100">
            <a:solidFill>
              <a:schemeClr val="tx1">
                <a:alpha val="49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92DD5510-2FC7-7704-FF45-07FCDF3E1A1D}"/>
              </a:ext>
            </a:extLst>
          </p:cNvPr>
          <p:cNvCxnSpPr>
            <a:cxnSpLocks/>
          </p:cNvCxnSpPr>
          <p:nvPr/>
        </p:nvCxnSpPr>
        <p:spPr>
          <a:xfrm flipV="1">
            <a:off x="3263549" y="1775994"/>
            <a:ext cx="1803540" cy="2295865"/>
          </a:xfrm>
          <a:prstGeom prst="straightConnector1">
            <a:avLst/>
          </a:prstGeom>
          <a:ln w="38100">
            <a:solidFill>
              <a:schemeClr val="tx1">
                <a:alpha val="49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350EC0BB-B4A4-E36E-76FB-877158CE4D5A}"/>
              </a:ext>
            </a:extLst>
          </p:cNvPr>
          <p:cNvSpPr txBox="1"/>
          <p:nvPr/>
        </p:nvSpPr>
        <p:spPr>
          <a:xfrm>
            <a:off x="2356331" y="2667904"/>
            <a:ext cx="177003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JP" sz="16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例: 5000で割った</a:t>
            </a:r>
          </a:p>
          <a:p>
            <a:pPr algn="ctr"/>
            <a:r>
              <a:rPr lang="en-JP" sz="16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時の余りを計算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F1AA8D60-76F3-E078-5AA7-CB7E01ED3285}"/>
              </a:ext>
            </a:extLst>
          </p:cNvPr>
          <p:cNvSpPr/>
          <p:nvPr/>
        </p:nvSpPr>
        <p:spPr>
          <a:xfrm>
            <a:off x="6397871" y="1016926"/>
            <a:ext cx="2043910" cy="3551509"/>
          </a:xfrm>
          <a:prstGeom prst="rect">
            <a:avLst/>
          </a:prstGeom>
          <a:solidFill>
            <a:srgbClr val="BA1C47">
              <a:alpha val="2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6FCA9D05-B2DA-BBE7-7365-BBA40503BB22}"/>
              </a:ext>
            </a:extLst>
          </p:cNvPr>
          <p:cNvSpPr txBox="1"/>
          <p:nvPr/>
        </p:nvSpPr>
        <p:spPr>
          <a:xfrm>
            <a:off x="6864232" y="653193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kumimoji="1" lang="en-JP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記憶装置</a:t>
            </a: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832ABA19-7612-0A94-92C6-136AA3A22B3A}"/>
              </a:ext>
            </a:extLst>
          </p:cNvPr>
          <p:cNvSpPr/>
          <p:nvPr/>
        </p:nvSpPr>
        <p:spPr>
          <a:xfrm>
            <a:off x="6531083" y="1148172"/>
            <a:ext cx="1774295" cy="746304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BA66B3DF-88F1-8CC3-84D2-23552BAEB41C}"/>
              </a:ext>
            </a:extLst>
          </p:cNvPr>
          <p:cNvSpPr txBox="1"/>
          <p:nvPr/>
        </p:nvSpPr>
        <p:spPr>
          <a:xfrm>
            <a:off x="6548206" y="1371256"/>
            <a:ext cx="1770036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kumimoji="1" lang="en-JP" sz="15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学籍番号cxxx5000</a:t>
            </a:r>
          </a:p>
          <a:p>
            <a:pPr algn="l"/>
            <a:r>
              <a:rPr lang="en-JP" sz="15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のレコード</a:t>
            </a:r>
            <a:endParaRPr kumimoji="1" lang="en-JP" sz="1500" dirty="0">
              <a:solidFill>
                <a:srgbClr val="2B3348"/>
              </a:solidFill>
              <a:latin typeface="Noto Sans CJK JP Regular" panose="020B0500000000000000" pitchFamily="34" charset="-128"/>
              <a:ea typeface="Noto Sans CJK JP Regular" panose="020B0500000000000000" pitchFamily="34" charset="-128"/>
              <a:cs typeface="IPAPGothic"/>
            </a:endParaRPr>
          </a:p>
        </p:txBody>
      </p: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820E9DEE-8933-8AD5-F53F-BA56C1BF770E}"/>
              </a:ext>
            </a:extLst>
          </p:cNvPr>
          <p:cNvCxnSpPr>
            <a:cxnSpLocks/>
          </p:cNvCxnSpPr>
          <p:nvPr/>
        </p:nvCxnSpPr>
        <p:spPr>
          <a:xfrm>
            <a:off x="5488311" y="1565427"/>
            <a:ext cx="998372" cy="0"/>
          </a:xfrm>
          <a:prstGeom prst="straightConnector1">
            <a:avLst/>
          </a:prstGeom>
          <a:ln w="38100">
            <a:solidFill>
              <a:srgbClr val="BA1C47">
                <a:alpha val="49135"/>
              </a:srgb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TextBox 53">
            <a:extLst>
              <a:ext uri="{FF2B5EF4-FFF2-40B4-BE49-F238E27FC236}">
                <a16:creationId xmlns:a16="http://schemas.microsoft.com/office/drawing/2014/main" id="{DF3334C2-EA5C-8F3A-A139-FFE64C98F116}"/>
              </a:ext>
            </a:extLst>
          </p:cNvPr>
          <p:cNvSpPr txBox="1"/>
          <p:nvPr/>
        </p:nvSpPr>
        <p:spPr>
          <a:xfrm>
            <a:off x="6554457" y="1148172"/>
            <a:ext cx="58381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200" u="sng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Arial" panose="020B0604020202020204" pitchFamily="34" charset="0"/>
              </a:rPr>
              <a:t>場所</a:t>
            </a:r>
            <a:r>
              <a:rPr kumimoji="1" lang="en-JP" sz="1200" b="1" u="sng" dirty="0">
                <a:solidFill>
                  <a:srgbClr val="BA1C47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1</a:t>
            </a:r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6003862D-A2B0-2E33-EEBB-08C2AAC439BE}"/>
              </a:ext>
            </a:extLst>
          </p:cNvPr>
          <p:cNvSpPr/>
          <p:nvPr/>
        </p:nvSpPr>
        <p:spPr>
          <a:xfrm>
            <a:off x="6531083" y="2300855"/>
            <a:ext cx="1774295" cy="746304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5BB13F11-A078-4C68-12F4-330108EDF32B}"/>
              </a:ext>
            </a:extLst>
          </p:cNvPr>
          <p:cNvSpPr txBox="1"/>
          <p:nvPr/>
        </p:nvSpPr>
        <p:spPr>
          <a:xfrm>
            <a:off x="6548206" y="2523939"/>
            <a:ext cx="1758815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kumimoji="1" lang="en-JP" sz="15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学籍番号cxxxx002</a:t>
            </a:r>
          </a:p>
          <a:p>
            <a:pPr algn="l"/>
            <a:r>
              <a:rPr lang="en-JP" sz="15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のレコード</a:t>
            </a:r>
            <a:endParaRPr kumimoji="1" lang="en-JP" sz="1500" dirty="0">
              <a:solidFill>
                <a:srgbClr val="2B3348"/>
              </a:solidFill>
              <a:latin typeface="Noto Sans CJK JP Regular" panose="020B0500000000000000" pitchFamily="34" charset="-128"/>
              <a:ea typeface="Noto Sans CJK JP Regular" panose="020B0500000000000000" pitchFamily="34" charset="-128"/>
              <a:cs typeface="IPAPGothic"/>
            </a:endParaRP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352C1560-65A6-D110-2A84-CF9726A79C88}"/>
              </a:ext>
            </a:extLst>
          </p:cNvPr>
          <p:cNvSpPr txBox="1"/>
          <p:nvPr/>
        </p:nvSpPr>
        <p:spPr>
          <a:xfrm>
            <a:off x="6554457" y="2300855"/>
            <a:ext cx="74732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200" u="sng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Arial" panose="020B0604020202020204" pitchFamily="34" charset="0"/>
              </a:rPr>
              <a:t>場所</a:t>
            </a:r>
            <a:r>
              <a:rPr kumimoji="1" lang="en-JP" sz="1200" b="1" u="sng" dirty="0">
                <a:solidFill>
                  <a:srgbClr val="BA1C47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100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7E70B253-9EF1-90D0-5E0F-9D9F636A7048}"/>
              </a:ext>
            </a:extLst>
          </p:cNvPr>
          <p:cNvSpPr/>
          <p:nvPr/>
        </p:nvSpPr>
        <p:spPr>
          <a:xfrm>
            <a:off x="6531083" y="3601968"/>
            <a:ext cx="1774295" cy="746304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FFD23BC2-B8C5-C85E-2393-E08AE5219F49}"/>
              </a:ext>
            </a:extLst>
          </p:cNvPr>
          <p:cNvSpPr txBox="1"/>
          <p:nvPr/>
        </p:nvSpPr>
        <p:spPr>
          <a:xfrm>
            <a:off x="6548206" y="3825052"/>
            <a:ext cx="1758815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kumimoji="1" lang="en-JP" sz="15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学籍番号cxxxx001</a:t>
            </a:r>
          </a:p>
          <a:p>
            <a:pPr algn="l"/>
            <a:r>
              <a:rPr lang="en-JP" sz="15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のレコード</a:t>
            </a:r>
            <a:endParaRPr kumimoji="1" lang="en-JP" sz="1500" dirty="0">
              <a:solidFill>
                <a:srgbClr val="2B3348"/>
              </a:solidFill>
              <a:latin typeface="Noto Sans CJK JP Regular" panose="020B0500000000000000" pitchFamily="34" charset="-128"/>
              <a:ea typeface="Noto Sans CJK JP Regular" panose="020B0500000000000000" pitchFamily="34" charset="-128"/>
              <a:cs typeface="IPAPGothic"/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43051AE3-5CE9-F75B-B67E-92133B0C063B}"/>
              </a:ext>
            </a:extLst>
          </p:cNvPr>
          <p:cNvSpPr txBox="1"/>
          <p:nvPr/>
        </p:nvSpPr>
        <p:spPr>
          <a:xfrm>
            <a:off x="6554457" y="3601968"/>
            <a:ext cx="86754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200" u="sng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Arial" panose="020B0604020202020204" pitchFamily="34" charset="0"/>
              </a:rPr>
              <a:t>場所 </a:t>
            </a:r>
            <a:r>
              <a:rPr kumimoji="1" lang="en-JP" sz="1200" b="1" u="sng" dirty="0">
                <a:solidFill>
                  <a:srgbClr val="BA1C47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4999</a:t>
            </a:r>
          </a:p>
        </p:txBody>
      </p: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B87D6B76-B735-17A9-5680-131660E03039}"/>
              </a:ext>
            </a:extLst>
          </p:cNvPr>
          <p:cNvCxnSpPr>
            <a:cxnSpLocks/>
          </p:cNvCxnSpPr>
          <p:nvPr/>
        </p:nvCxnSpPr>
        <p:spPr>
          <a:xfrm>
            <a:off x="5660918" y="2635851"/>
            <a:ext cx="825765" cy="0"/>
          </a:xfrm>
          <a:prstGeom prst="straightConnector1">
            <a:avLst/>
          </a:prstGeom>
          <a:ln w="38100">
            <a:solidFill>
              <a:srgbClr val="BA1C47">
                <a:alpha val="49135"/>
              </a:srgb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1D75B9E7-2758-6067-D26F-75C85EF26C2E}"/>
              </a:ext>
            </a:extLst>
          </p:cNvPr>
          <p:cNvCxnSpPr>
            <a:cxnSpLocks/>
          </p:cNvCxnSpPr>
          <p:nvPr/>
        </p:nvCxnSpPr>
        <p:spPr>
          <a:xfrm>
            <a:off x="5722441" y="3980507"/>
            <a:ext cx="825765" cy="0"/>
          </a:xfrm>
          <a:prstGeom prst="straightConnector1">
            <a:avLst/>
          </a:prstGeom>
          <a:ln w="38100">
            <a:solidFill>
              <a:srgbClr val="BA1C47">
                <a:alpha val="49135"/>
              </a:srgb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28709683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528D8176-7C02-4CD6-ED69-56906DB3A72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30307246"/>
              </p:ext>
            </p:extLst>
          </p:nvPr>
        </p:nvGraphicFramePr>
        <p:xfrm>
          <a:off x="2648197" y="1566966"/>
          <a:ext cx="3385185" cy="2151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54430">
                  <a:extLst>
                    <a:ext uri="{9D8B030D-6E8A-4147-A177-3AD203B41FA5}">
                      <a16:colId xmlns:a16="http://schemas.microsoft.com/office/drawing/2014/main" val="3994198236"/>
                    </a:ext>
                  </a:extLst>
                </a:gridCol>
                <a:gridCol w="2230755">
                  <a:extLst>
                    <a:ext uri="{9D8B030D-6E8A-4147-A177-3AD203B41FA5}">
                      <a16:colId xmlns:a16="http://schemas.microsoft.com/office/drawing/2014/main" val="1253664211"/>
                    </a:ext>
                  </a:extLst>
                </a:gridCol>
              </a:tblGrid>
              <a:tr h="255897">
                <a:tc>
                  <a:txBody>
                    <a:bodyPr/>
                    <a:lstStyle/>
                    <a:p>
                      <a:r>
                        <a:rPr lang="en-JP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Key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Value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8354487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user_xxxx</a:t>
                      </a:r>
                      <a:endParaRPr lang="en-JP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JP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{address: 瑞穂区, age: 22}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237548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user_yyyy</a:t>
                      </a:r>
                      <a:endParaRPr lang="en-JP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{address: 昭和区, age: 18}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4761599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</a:t>
                      </a:r>
                      <a:r>
                        <a:rPr lang="en-JP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ser_zzz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JP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{age: 29}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061065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</a:t>
                      </a:r>
                      <a:r>
                        <a:rPr lang="en-JP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roduct_xxx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{price: 250}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758064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JP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…</a:t>
                      </a: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JP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4604336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75705452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528D8176-7C02-4CD6-ED69-56906DB3A72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53724102"/>
              </p:ext>
            </p:extLst>
          </p:nvPr>
        </p:nvGraphicFramePr>
        <p:xfrm>
          <a:off x="531618" y="259712"/>
          <a:ext cx="8080764" cy="456870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0977">
                  <a:extLst>
                    <a:ext uri="{9D8B030D-6E8A-4147-A177-3AD203B41FA5}">
                      <a16:colId xmlns:a16="http://schemas.microsoft.com/office/drawing/2014/main" val="3994198236"/>
                    </a:ext>
                  </a:extLst>
                </a:gridCol>
                <a:gridCol w="6759787">
                  <a:extLst>
                    <a:ext uri="{9D8B030D-6E8A-4147-A177-3AD203B41FA5}">
                      <a16:colId xmlns:a16="http://schemas.microsoft.com/office/drawing/2014/main" val="1253664211"/>
                    </a:ext>
                  </a:extLst>
                </a:gridCol>
              </a:tblGrid>
              <a:tr h="370208">
                <a:tc>
                  <a:txBody>
                    <a:bodyPr/>
                    <a:lstStyle/>
                    <a:p>
                      <a:r>
                        <a:rPr lang="en-JP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Key</a:t>
                      </a:r>
                    </a:p>
                  </a:txBody>
                  <a:tcPr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Value</a:t>
                      </a:r>
                    </a:p>
                  </a:txBody>
                  <a:tcPr anchor="ctr"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83544870"/>
                  </a:ext>
                </a:extLst>
              </a:tr>
              <a:tr h="1056640">
                <a:tc>
                  <a:txBody>
                    <a:bodyPr/>
                    <a:lstStyle/>
                    <a:p>
                      <a:pPr algn="l"/>
                      <a:r>
                        <a:rPr lang="en-US" sz="20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cxxx0001</a:t>
                      </a:r>
                      <a:endParaRPr lang="en-JP" sz="20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JP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23754834"/>
                  </a:ext>
                </a:extLst>
              </a:tr>
              <a:tr h="1469813">
                <a:tc>
                  <a:txBody>
                    <a:bodyPr/>
                    <a:lstStyle/>
                    <a:p>
                      <a:pPr algn="l"/>
                      <a:r>
                        <a:rPr lang="en-US" sz="20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cxxx0002</a:t>
                      </a:r>
                      <a:endParaRPr lang="en-JP" sz="20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JP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47615996"/>
                  </a:ext>
                </a:extLst>
              </a:tr>
              <a:tr h="1151467">
                <a:tc>
                  <a:txBody>
                    <a:bodyPr/>
                    <a:lstStyle/>
                    <a:p>
                      <a:pPr algn="l"/>
                      <a:r>
                        <a:rPr lang="en-US" sz="20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cxxx0003</a:t>
                      </a:r>
                      <a:endParaRPr lang="en-JP" sz="20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JP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06106528"/>
                  </a:ext>
                </a:extLst>
              </a:tr>
              <a:tr h="520581">
                <a:tc>
                  <a:txBody>
                    <a:bodyPr/>
                    <a:lstStyle/>
                    <a:p>
                      <a:r>
                        <a:rPr lang="en-JP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…</a:t>
                      </a: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JP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46043364"/>
                  </a:ext>
                </a:extLst>
              </a:tr>
            </a:tbl>
          </a:graphicData>
        </a:graphic>
      </p:graphicFrame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4B28E392-13A1-43E2-A3F3-43D8852515F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51707631"/>
              </p:ext>
            </p:extLst>
          </p:nvPr>
        </p:nvGraphicFramePr>
        <p:xfrm>
          <a:off x="2157393" y="722488"/>
          <a:ext cx="1530774" cy="68382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30774">
                  <a:extLst>
                    <a:ext uri="{9D8B030D-6E8A-4147-A177-3AD203B41FA5}">
                      <a16:colId xmlns:a16="http://schemas.microsoft.com/office/drawing/2014/main" val="1522291028"/>
                    </a:ext>
                  </a:extLst>
                </a:gridCol>
              </a:tblGrid>
              <a:tr h="252168">
                <a:tc>
                  <a:txBody>
                    <a:bodyPr/>
                    <a:lstStyle/>
                    <a:p>
                      <a:r>
                        <a:rPr lang="en-JP" dirty="0">
                          <a:latin typeface="IPAPGothic" panose="020B0500000000000000" pitchFamily="34" charset="-128"/>
                          <a:ea typeface="IPAPGothic" panose="020B0500000000000000" pitchFamily="34" charset="-128"/>
                        </a:rPr>
                        <a:t>書籍名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70711119"/>
                  </a:ext>
                </a:extLst>
              </a:tr>
              <a:tr h="386643">
                <a:tc>
                  <a:txBody>
                    <a:bodyPr/>
                    <a:lstStyle/>
                    <a:p>
                      <a:r>
                        <a:rPr lang="en-JP" dirty="0">
                          <a:latin typeface="IPAPGothic" panose="020B0500000000000000" pitchFamily="34" charset="-128"/>
                          <a:ea typeface="IPAPGothic" panose="020B0500000000000000" pitchFamily="34" charset="-128"/>
                        </a:rPr>
                        <a:t>データベース入門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84040555"/>
                  </a:ext>
                </a:extLst>
              </a:tr>
            </a:tbl>
          </a:graphicData>
        </a:graphic>
      </p:graphicFrame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43314266-F287-EED2-657D-7F1665C6354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49596017"/>
              </p:ext>
            </p:extLst>
          </p:nvPr>
        </p:nvGraphicFramePr>
        <p:xfrm>
          <a:off x="3962052" y="722488"/>
          <a:ext cx="1263403" cy="63881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63403">
                  <a:extLst>
                    <a:ext uri="{9D8B030D-6E8A-4147-A177-3AD203B41FA5}">
                      <a16:colId xmlns:a16="http://schemas.microsoft.com/office/drawing/2014/main" val="1522291028"/>
                    </a:ext>
                  </a:extLst>
                </a:gridCol>
              </a:tblGrid>
              <a:tr h="204513">
                <a:tc>
                  <a:txBody>
                    <a:bodyPr/>
                    <a:lstStyle/>
                    <a:p>
                      <a:r>
                        <a:rPr lang="en-JP" dirty="0">
                          <a:latin typeface="IPAPGothic" panose="020B0500000000000000" pitchFamily="34" charset="-128"/>
                          <a:ea typeface="IPAPGothic" panose="020B0500000000000000" pitchFamily="34" charset="-128"/>
                        </a:rPr>
                        <a:t>出版日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70711119"/>
                  </a:ext>
                </a:extLst>
              </a:tr>
              <a:tr h="341631">
                <a:tc>
                  <a:txBody>
                    <a:bodyPr/>
                    <a:lstStyle/>
                    <a:p>
                      <a:r>
                        <a:rPr lang="en-JP" dirty="0">
                          <a:latin typeface="IPAPGothic" panose="020B0500000000000000" pitchFamily="34" charset="-128"/>
                          <a:ea typeface="IPAPGothic" panose="020B0500000000000000" pitchFamily="34" charset="-128"/>
                        </a:rPr>
                        <a:t>2009/05/22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84040555"/>
                  </a:ext>
                </a:extLst>
              </a:tr>
            </a:tbl>
          </a:graphicData>
        </a:graphic>
      </p:graphicFrame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DC783417-E128-2FEC-CB6D-76B81176E31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67375605"/>
              </p:ext>
            </p:extLst>
          </p:nvPr>
        </p:nvGraphicFramePr>
        <p:xfrm>
          <a:off x="5518573" y="722488"/>
          <a:ext cx="1263403" cy="60694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63403">
                  <a:extLst>
                    <a:ext uri="{9D8B030D-6E8A-4147-A177-3AD203B41FA5}">
                      <a16:colId xmlns:a16="http://schemas.microsoft.com/office/drawing/2014/main" val="1522291028"/>
                    </a:ext>
                  </a:extLst>
                </a:gridCol>
              </a:tblGrid>
              <a:tr h="190432">
                <a:tc>
                  <a:txBody>
                    <a:bodyPr/>
                    <a:lstStyle/>
                    <a:p>
                      <a:r>
                        <a:rPr lang="en-US" dirty="0" err="1">
                          <a:latin typeface="IPAPGothic" panose="020B0500000000000000" pitchFamily="34" charset="-128"/>
                          <a:ea typeface="IPAPGothic" panose="020B0500000000000000" pitchFamily="34" charset="-128"/>
                        </a:rPr>
                        <a:t>価格</a:t>
                      </a:r>
                      <a:endParaRPr lang="en-JP" dirty="0">
                        <a:latin typeface="IPAPGothic" panose="020B0500000000000000" pitchFamily="34" charset="-128"/>
                        <a:ea typeface="IPAPGothic" panose="020B0500000000000000" pitchFamily="34" charset="-128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70711119"/>
                  </a:ext>
                </a:extLst>
              </a:tr>
              <a:tr h="309762">
                <a:tc>
                  <a:txBody>
                    <a:bodyPr/>
                    <a:lstStyle/>
                    <a:p>
                      <a:r>
                        <a:rPr lang="en-JP" dirty="0">
                          <a:latin typeface="IPAPGothic" panose="020B0500000000000000" pitchFamily="34" charset="-128"/>
                          <a:ea typeface="IPAPGothic" panose="020B0500000000000000" pitchFamily="34" charset="-128"/>
                        </a:rPr>
                        <a:t>2200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84040555"/>
                  </a:ext>
                </a:extLst>
              </a:tr>
            </a:tbl>
          </a:graphicData>
        </a:graphic>
      </p:graphicFrame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5535D6DA-3168-81ED-BB7D-B5F38DDCF5E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2628001"/>
              </p:ext>
            </p:extLst>
          </p:nvPr>
        </p:nvGraphicFramePr>
        <p:xfrm>
          <a:off x="2157393" y="1824732"/>
          <a:ext cx="1683004" cy="65837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83004">
                  <a:extLst>
                    <a:ext uri="{9D8B030D-6E8A-4147-A177-3AD203B41FA5}">
                      <a16:colId xmlns:a16="http://schemas.microsoft.com/office/drawing/2014/main" val="1522291028"/>
                    </a:ext>
                  </a:extLst>
                </a:gridCol>
              </a:tblGrid>
              <a:tr h="277618">
                <a:tc>
                  <a:txBody>
                    <a:bodyPr/>
                    <a:lstStyle/>
                    <a:p>
                      <a:r>
                        <a:rPr lang="en-JP" dirty="0">
                          <a:latin typeface="IPAPGothic" panose="020B0500000000000000" pitchFamily="34" charset="-128"/>
                          <a:ea typeface="IPAPGothic" panose="020B0500000000000000" pitchFamily="34" charset="-128"/>
                        </a:rPr>
                        <a:t>タイトル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70711119"/>
                  </a:ext>
                </a:extLst>
              </a:tr>
              <a:tr h="361193">
                <a:tc>
                  <a:txBody>
                    <a:bodyPr/>
                    <a:lstStyle/>
                    <a:p>
                      <a:r>
                        <a:rPr lang="en-JP" dirty="0">
                          <a:latin typeface="IPAPGothic" panose="020B0500000000000000" pitchFamily="34" charset="-128"/>
                          <a:ea typeface="IPAPGothic" panose="020B0500000000000000" pitchFamily="34" charset="-128"/>
                        </a:rPr>
                        <a:t>はじめての機械学習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84040555"/>
                  </a:ext>
                </a:extLst>
              </a:tr>
            </a:tbl>
          </a:graphicData>
        </a:graphic>
      </p:graphicFrame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9B3EB122-50AE-143B-80D5-EB4DD4678A2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74307667"/>
              </p:ext>
            </p:extLst>
          </p:nvPr>
        </p:nvGraphicFramePr>
        <p:xfrm>
          <a:off x="3962052" y="1824732"/>
          <a:ext cx="1263403" cy="63881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63403">
                  <a:extLst>
                    <a:ext uri="{9D8B030D-6E8A-4147-A177-3AD203B41FA5}">
                      <a16:colId xmlns:a16="http://schemas.microsoft.com/office/drawing/2014/main" val="1522291028"/>
                    </a:ext>
                  </a:extLst>
                </a:gridCol>
              </a:tblGrid>
              <a:tr h="204513">
                <a:tc>
                  <a:txBody>
                    <a:bodyPr/>
                    <a:lstStyle/>
                    <a:p>
                      <a:r>
                        <a:rPr lang="en-JP" dirty="0">
                          <a:latin typeface="IPAPGothic" panose="020B0500000000000000" pitchFamily="34" charset="-128"/>
                          <a:ea typeface="IPAPGothic" panose="020B0500000000000000" pitchFamily="34" charset="-128"/>
                        </a:rPr>
                        <a:t>出版日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70711119"/>
                  </a:ext>
                </a:extLst>
              </a:tr>
              <a:tr h="341631">
                <a:tc>
                  <a:txBody>
                    <a:bodyPr/>
                    <a:lstStyle/>
                    <a:p>
                      <a:r>
                        <a:rPr lang="en-JP" dirty="0">
                          <a:latin typeface="IPAPGothic" panose="020B0500000000000000" pitchFamily="34" charset="-128"/>
                          <a:ea typeface="IPAPGothic" panose="020B0500000000000000" pitchFamily="34" charset="-128"/>
                        </a:rPr>
                        <a:t>2015/05/17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84040555"/>
                  </a:ext>
                </a:extLst>
              </a:tr>
            </a:tbl>
          </a:graphicData>
        </a:graphic>
      </p:graphicFrame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43F2C702-7CDB-A2F4-FB1F-D1613EF0EAB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90838334"/>
              </p:ext>
            </p:extLst>
          </p:nvPr>
        </p:nvGraphicFramePr>
        <p:xfrm>
          <a:off x="7065477" y="716197"/>
          <a:ext cx="1263403" cy="60694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63403">
                  <a:extLst>
                    <a:ext uri="{9D8B030D-6E8A-4147-A177-3AD203B41FA5}">
                      <a16:colId xmlns:a16="http://schemas.microsoft.com/office/drawing/2014/main" val="1522291028"/>
                    </a:ext>
                  </a:extLst>
                </a:gridCol>
              </a:tblGrid>
              <a:tr h="190432">
                <a:tc>
                  <a:txBody>
                    <a:bodyPr/>
                    <a:lstStyle/>
                    <a:p>
                      <a:r>
                        <a:rPr lang="en-JP" dirty="0">
                          <a:latin typeface="IPAPGothic" panose="020B0500000000000000" pitchFamily="34" charset="-128"/>
                          <a:ea typeface="IPAPGothic" panose="020B0500000000000000" pitchFamily="34" charset="-128"/>
                        </a:rPr>
                        <a:t>著者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70711119"/>
                  </a:ext>
                </a:extLst>
              </a:tr>
              <a:tr h="309762">
                <a:tc>
                  <a:txBody>
                    <a:bodyPr/>
                    <a:lstStyle/>
                    <a:p>
                      <a:r>
                        <a:rPr lang="en-JP" dirty="0">
                          <a:latin typeface="IPAPGothic" panose="020B0500000000000000" pitchFamily="34" charset="-128"/>
                          <a:ea typeface="IPAPGothic" panose="020B0500000000000000" pitchFamily="34" charset="-128"/>
                        </a:rPr>
                        <a:t>北 千種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84040555"/>
                  </a:ext>
                </a:extLst>
              </a:tr>
            </a:tbl>
          </a:graphicData>
        </a:graphic>
      </p:graphicFrame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4A4CCAB8-DC97-F1BD-F5B0-42EF26C33DE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47253617"/>
              </p:ext>
            </p:extLst>
          </p:nvPr>
        </p:nvGraphicFramePr>
        <p:xfrm>
          <a:off x="5518573" y="1840666"/>
          <a:ext cx="1263403" cy="60694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63403">
                  <a:extLst>
                    <a:ext uri="{9D8B030D-6E8A-4147-A177-3AD203B41FA5}">
                      <a16:colId xmlns:a16="http://schemas.microsoft.com/office/drawing/2014/main" val="1522291028"/>
                    </a:ext>
                  </a:extLst>
                </a:gridCol>
              </a:tblGrid>
              <a:tr h="190432">
                <a:tc>
                  <a:txBody>
                    <a:bodyPr/>
                    <a:lstStyle/>
                    <a:p>
                      <a:r>
                        <a:rPr lang="en-US" dirty="0" err="1">
                          <a:latin typeface="IPAPGothic" panose="020B0500000000000000" pitchFamily="34" charset="-128"/>
                          <a:ea typeface="IPAPGothic" panose="020B0500000000000000" pitchFamily="34" charset="-128"/>
                        </a:rPr>
                        <a:t>価格</a:t>
                      </a:r>
                      <a:endParaRPr lang="en-JP" dirty="0">
                        <a:latin typeface="IPAPGothic" panose="020B0500000000000000" pitchFamily="34" charset="-128"/>
                        <a:ea typeface="IPAPGothic" panose="020B0500000000000000" pitchFamily="34" charset="-128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70711119"/>
                  </a:ext>
                </a:extLst>
              </a:tr>
              <a:tr h="309762">
                <a:tc>
                  <a:txBody>
                    <a:bodyPr/>
                    <a:lstStyle/>
                    <a:p>
                      <a:r>
                        <a:rPr lang="en-JP" dirty="0">
                          <a:latin typeface="IPAPGothic" panose="020B0500000000000000" pitchFamily="34" charset="-128"/>
                          <a:ea typeface="IPAPGothic" panose="020B0500000000000000" pitchFamily="34" charset="-128"/>
                        </a:rPr>
                        <a:t>2500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84040555"/>
                  </a:ext>
                </a:extLst>
              </a:tr>
            </a:tbl>
          </a:graphicData>
        </a:graphic>
      </p:graphicFrame>
      <p:graphicFrame>
        <p:nvGraphicFramePr>
          <p:cNvPr id="12" name="Table 11">
            <a:extLst>
              <a:ext uri="{FF2B5EF4-FFF2-40B4-BE49-F238E27FC236}">
                <a16:creationId xmlns:a16="http://schemas.microsoft.com/office/drawing/2014/main" id="{425C8ADC-7A1C-5E01-C833-AADBFBBD062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3703811"/>
              </p:ext>
            </p:extLst>
          </p:nvPr>
        </p:nvGraphicFramePr>
        <p:xfrm>
          <a:off x="7065477" y="1850310"/>
          <a:ext cx="1263403" cy="122646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63403">
                  <a:extLst>
                    <a:ext uri="{9D8B030D-6E8A-4147-A177-3AD203B41FA5}">
                      <a16:colId xmlns:a16="http://schemas.microsoft.com/office/drawing/2014/main" val="1522291028"/>
                    </a:ext>
                  </a:extLst>
                </a:gridCol>
              </a:tblGrid>
              <a:tr h="190432">
                <a:tc>
                  <a:txBody>
                    <a:bodyPr/>
                    <a:lstStyle/>
                    <a:p>
                      <a:r>
                        <a:rPr lang="en-JP" dirty="0">
                          <a:latin typeface="IPAPGothic" panose="020B0500000000000000" pitchFamily="34" charset="-128"/>
                          <a:ea typeface="IPAPGothic" panose="020B0500000000000000" pitchFamily="34" charset="-128"/>
                        </a:rPr>
                        <a:t>著者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70711119"/>
                  </a:ext>
                </a:extLst>
              </a:tr>
              <a:tr h="309762">
                <a:tc>
                  <a:txBody>
                    <a:bodyPr/>
                    <a:lstStyle/>
                    <a:p>
                      <a:r>
                        <a:rPr lang="en-JP" dirty="0">
                          <a:latin typeface="IPAPGothic" panose="020B0500000000000000" pitchFamily="34" charset="-128"/>
                          <a:ea typeface="IPAPGothic" panose="020B0500000000000000" pitchFamily="34" charset="-128"/>
                        </a:rPr>
                        <a:t>山畑 滝子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84040555"/>
                  </a:ext>
                </a:extLst>
              </a:tr>
              <a:tr h="309762">
                <a:tc>
                  <a:txBody>
                    <a:bodyPr/>
                    <a:lstStyle/>
                    <a:p>
                      <a:r>
                        <a:rPr lang="en-JP" dirty="0">
                          <a:latin typeface="IPAPGothic" panose="020B0500000000000000" pitchFamily="34" charset="-128"/>
                          <a:ea typeface="IPAPGothic" panose="020B0500000000000000" pitchFamily="34" charset="-128"/>
                        </a:rPr>
                        <a:t>川澄 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32261658"/>
                  </a:ext>
                </a:extLst>
              </a:tr>
              <a:tr h="309762">
                <a:tc>
                  <a:txBody>
                    <a:bodyPr/>
                    <a:lstStyle/>
                    <a:p>
                      <a:r>
                        <a:rPr lang="en-JP" dirty="0">
                          <a:latin typeface="IPAPGothic" panose="020B0500000000000000" pitchFamily="34" charset="-128"/>
                          <a:ea typeface="IPAPGothic" panose="020B0500000000000000" pitchFamily="34" charset="-128"/>
                        </a:rPr>
                        <a:t>…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21053739"/>
                  </a:ext>
                </a:extLst>
              </a:tr>
            </a:tbl>
          </a:graphicData>
        </a:graphic>
      </p:graphicFrame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FB2EB11B-5633-AAC9-13D5-87FF36DA236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46978990"/>
              </p:ext>
            </p:extLst>
          </p:nvPr>
        </p:nvGraphicFramePr>
        <p:xfrm>
          <a:off x="2157393" y="3273204"/>
          <a:ext cx="1465432" cy="8001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5432">
                  <a:extLst>
                    <a:ext uri="{9D8B030D-6E8A-4147-A177-3AD203B41FA5}">
                      <a16:colId xmlns:a16="http://schemas.microsoft.com/office/drawing/2014/main" val="1522291028"/>
                    </a:ext>
                  </a:extLst>
                </a:gridCol>
              </a:tblGrid>
              <a:tr h="277618">
                <a:tc>
                  <a:txBody>
                    <a:bodyPr/>
                    <a:lstStyle/>
                    <a:p>
                      <a:r>
                        <a:rPr lang="en-JP" dirty="0">
                          <a:latin typeface="IPAPGothic" panose="020B0500000000000000" pitchFamily="34" charset="-128"/>
                          <a:ea typeface="IPAPGothic" panose="020B0500000000000000" pitchFamily="34" charset="-128"/>
                        </a:rPr>
                        <a:t>タイトル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70711119"/>
                  </a:ext>
                </a:extLst>
              </a:tr>
              <a:tr h="361193">
                <a:tc>
                  <a:txBody>
                    <a:bodyPr/>
                    <a:lstStyle/>
                    <a:p>
                      <a:r>
                        <a:rPr lang="en-JP" dirty="0">
                          <a:latin typeface="IPAPGothic" panose="020B0500000000000000" pitchFamily="34" charset="-128"/>
                          <a:ea typeface="IPAPGothic" panose="020B0500000000000000" pitchFamily="34" charset="-128"/>
                        </a:rPr>
                        <a:t>データベースの</a:t>
                      </a:r>
                      <a:br>
                        <a:rPr lang="en-JP" dirty="0">
                          <a:latin typeface="IPAPGothic" panose="020B0500000000000000" pitchFamily="34" charset="-128"/>
                          <a:ea typeface="IPAPGothic" panose="020B0500000000000000" pitchFamily="34" charset="-128"/>
                        </a:rPr>
                      </a:br>
                      <a:r>
                        <a:rPr lang="en-JP" dirty="0">
                          <a:latin typeface="IPAPGothic" panose="020B0500000000000000" pitchFamily="34" charset="-128"/>
                          <a:ea typeface="IPAPGothic" panose="020B0500000000000000" pitchFamily="34" charset="-128"/>
                        </a:rPr>
                        <a:t>講義ノート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84040555"/>
                  </a:ext>
                </a:extLst>
              </a:tr>
            </a:tbl>
          </a:graphicData>
        </a:graphic>
      </p:graphicFrame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21A9CEA5-D195-BB61-18A8-6DF3BE93B43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49636810"/>
              </p:ext>
            </p:extLst>
          </p:nvPr>
        </p:nvGraphicFramePr>
        <p:xfrm>
          <a:off x="3962052" y="3273204"/>
          <a:ext cx="1263403" cy="63881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63403">
                  <a:extLst>
                    <a:ext uri="{9D8B030D-6E8A-4147-A177-3AD203B41FA5}">
                      <a16:colId xmlns:a16="http://schemas.microsoft.com/office/drawing/2014/main" val="1522291028"/>
                    </a:ext>
                  </a:extLst>
                </a:gridCol>
              </a:tblGrid>
              <a:tr h="204513">
                <a:tc>
                  <a:txBody>
                    <a:bodyPr/>
                    <a:lstStyle/>
                    <a:p>
                      <a:r>
                        <a:rPr lang="en-JP" dirty="0">
                          <a:latin typeface="IPAPGothic" panose="020B0500000000000000" pitchFamily="34" charset="-128"/>
                          <a:ea typeface="IPAPGothic" panose="020B0500000000000000" pitchFamily="34" charset="-128"/>
                        </a:rPr>
                        <a:t>出版日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70711119"/>
                  </a:ext>
                </a:extLst>
              </a:tr>
              <a:tr h="341631">
                <a:tc>
                  <a:txBody>
                    <a:bodyPr/>
                    <a:lstStyle/>
                    <a:p>
                      <a:r>
                        <a:rPr lang="en-JP" dirty="0">
                          <a:latin typeface="IPAPGothic" panose="020B0500000000000000" pitchFamily="34" charset="-128"/>
                          <a:ea typeface="IPAPGothic" panose="020B0500000000000000" pitchFamily="34" charset="-128"/>
                        </a:rPr>
                        <a:t>2024/04/10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84040555"/>
                  </a:ext>
                </a:extLst>
              </a:tr>
            </a:tbl>
          </a:graphicData>
        </a:graphic>
      </p:graphicFrame>
      <p:graphicFrame>
        <p:nvGraphicFramePr>
          <p:cNvPr id="15" name="Table 14">
            <a:extLst>
              <a:ext uri="{FF2B5EF4-FFF2-40B4-BE49-F238E27FC236}">
                <a16:creationId xmlns:a16="http://schemas.microsoft.com/office/drawing/2014/main" id="{4E1E96AA-AA4E-608D-CF5C-E643C129C42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83973502"/>
              </p:ext>
            </p:extLst>
          </p:nvPr>
        </p:nvGraphicFramePr>
        <p:xfrm>
          <a:off x="5518573" y="3289138"/>
          <a:ext cx="1263403" cy="60694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63403">
                  <a:extLst>
                    <a:ext uri="{9D8B030D-6E8A-4147-A177-3AD203B41FA5}">
                      <a16:colId xmlns:a16="http://schemas.microsoft.com/office/drawing/2014/main" val="1522291028"/>
                    </a:ext>
                  </a:extLst>
                </a:gridCol>
              </a:tblGrid>
              <a:tr h="190432">
                <a:tc>
                  <a:txBody>
                    <a:bodyPr/>
                    <a:lstStyle/>
                    <a:p>
                      <a:r>
                        <a:rPr lang="en-US" dirty="0" err="1">
                          <a:latin typeface="IPAPGothic" panose="020B0500000000000000" pitchFamily="34" charset="-128"/>
                          <a:ea typeface="IPAPGothic" panose="020B0500000000000000" pitchFamily="34" charset="-128"/>
                        </a:rPr>
                        <a:t>価格</a:t>
                      </a:r>
                      <a:endParaRPr lang="en-JP" dirty="0">
                        <a:latin typeface="IPAPGothic" panose="020B0500000000000000" pitchFamily="34" charset="-128"/>
                        <a:ea typeface="IPAPGothic" panose="020B0500000000000000" pitchFamily="34" charset="-128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70711119"/>
                  </a:ext>
                </a:extLst>
              </a:tr>
              <a:tr h="309762">
                <a:tc>
                  <a:txBody>
                    <a:bodyPr/>
                    <a:lstStyle/>
                    <a:p>
                      <a:r>
                        <a:rPr lang="en-JP" dirty="0">
                          <a:latin typeface="IPAPGothic" panose="020B0500000000000000" pitchFamily="34" charset="-128"/>
                          <a:ea typeface="IPAPGothic" panose="020B0500000000000000" pitchFamily="34" charset="-128"/>
                        </a:rPr>
                        <a:t>xxx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84040555"/>
                  </a:ext>
                </a:extLst>
              </a:tr>
            </a:tbl>
          </a:graphicData>
        </a:graphic>
      </p:graphicFrame>
      <p:graphicFrame>
        <p:nvGraphicFramePr>
          <p:cNvPr id="16" name="Table 15">
            <a:extLst>
              <a:ext uri="{FF2B5EF4-FFF2-40B4-BE49-F238E27FC236}">
                <a16:creationId xmlns:a16="http://schemas.microsoft.com/office/drawing/2014/main" id="{E918FA4B-63ED-88A1-7276-AABD1173CB8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85355214"/>
              </p:ext>
            </p:extLst>
          </p:nvPr>
        </p:nvGraphicFramePr>
        <p:xfrm>
          <a:off x="7065476" y="3289138"/>
          <a:ext cx="1263404" cy="916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1610">
                  <a:extLst>
                    <a:ext uri="{9D8B030D-6E8A-4147-A177-3AD203B41FA5}">
                      <a16:colId xmlns:a16="http://schemas.microsoft.com/office/drawing/2014/main" val="1522291028"/>
                    </a:ext>
                  </a:extLst>
                </a:gridCol>
                <a:gridCol w="621794">
                  <a:extLst>
                    <a:ext uri="{9D8B030D-6E8A-4147-A177-3AD203B41FA5}">
                      <a16:colId xmlns:a16="http://schemas.microsoft.com/office/drawing/2014/main" val="3901596929"/>
                    </a:ext>
                  </a:extLst>
                </a:gridCol>
              </a:tblGrid>
              <a:tr h="190432">
                <a:tc gridSpan="2">
                  <a:txBody>
                    <a:bodyPr/>
                    <a:lstStyle/>
                    <a:p>
                      <a:pPr algn="ctr"/>
                      <a:r>
                        <a:rPr lang="en-JP" dirty="0">
                          <a:latin typeface="IPAPGothic" panose="020B0500000000000000" pitchFamily="34" charset="-128"/>
                          <a:ea typeface="IPAPGothic" panose="020B0500000000000000" pitchFamily="34" charset="-128"/>
                        </a:rPr>
                        <a:t>著者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JP" dirty="0">
                        <a:latin typeface="IPAPGothic" panose="020B0500000000000000" pitchFamily="34" charset="-128"/>
                        <a:ea typeface="IPAPGothic" panose="020B0500000000000000" pitchFamily="34" charset="-128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70711119"/>
                  </a:ext>
                </a:extLst>
              </a:tr>
              <a:tr h="309762">
                <a:tc>
                  <a:txBody>
                    <a:bodyPr/>
                    <a:lstStyle/>
                    <a:p>
                      <a:pPr algn="ctr"/>
                      <a:r>
                        <a:rPr lang="en-JP" dirty="0">
                          <a:latin typeface="IPAPGothic" panose="020B0500000000000000" pitchFamily="34" charset="-128"/>
                          <a:ea typeface="IPAPGothic" panose="020B0500000000000000" pitchFamily="34" charset="-128"/>
                        </a:rPr>
                        <a:t>姓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JP" dirty="0">
                          <a:latin typeface="IPAPGothic" panose="020B0500000000000000" pitchFamily="34" charset="-128"/>
                          <a:ea typeface="IPAPGothic" panose="020B0500000000000000" pitchFamily="34" charset="-128"/>
                        </a:rPr>
                        <a:t>名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4040555"/>
                  </a:ext>
                </a:extLst>
              </a:tr>
              <a:tr h="309762">
                <a:tc>
                  <a:txBody>
                    <a:bodyPr/>
                    <a:lstStyle/>
                    <a:p>
                      <a:pPr algn="ctr"/>
                      <a:r>
                        <a:rPr lang="en-JP" dirty="0">
                          <a:latin typeface="IPAPGothic" panose="020B0500000000000000" pitchFamily="34" charset="-128"/>
                          <a:ea typeface="IPAPGothic" panose="020B0500000000000000" pitchFamily="34" charset="-128"/>
                        </a:rPr>
                        <a:t>山本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JP" dirty="0">
                          <a:latin typeface="IPAPGothic" panose="020B0500000000000000" pitchFamily="34" charset="-128"/>
                          <a:ea typeface="IPAPGothic" panose="020B0500000000000000" pitchFamily="34" charset="-128"/>
                        </a:rPr>
                        <a:t>祐輔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32261658"/>
                  </a:ext>
                </a:extLst>
              </a:tr>
            </a:tbl>
          </a:graphicData>
        </a:graphic>
      </p:graphicFrame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717BDBF2-C1B5-D30C-AF4A-24BCEAD1A896}"/>
              </a:ext>
            </a:extLst>
          </p:cNvPr>
          <p:cNvSpPr/>
          <p:nvPr/>
        </p:nvSpPr>
        <p:spPr>
          <a:xfrm>
            <a:off x="2066306" y="3138213"/>
            <a:ext cx="1621862" cy="1009797"/>
          </a:xfrm>
          <a:prstGeom prst="roundRect">
            <a:avLst/>
          </a:prstGeom>
          <a:noFill/>
          <a:ln w="44450">
            <a:solidFill>
              <a:srgbClr val="BA1C47"/>
            </a:solidFill>
            <a:prstDash val="sysDot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2B64DA75-AC38-038C-96AC-74E7C3208DDB}"/>
              </a:ext>
            </a:extLst>
          </p:cNvPr>
          <p:cNvSpPr/>
          <p:nvPr/>
        </p:nvSpPr>
        <p:spPr>
          <a:xfrm>
            <a:off x="3877739" y="3138214"/>
            <a:ext cx="1432028" cy="1009796"/>
          </a:xfrm>
          <a:prstGeom prst="roundRect">
            <a:avLst/>
          </a:prstGeom>
          <a:noFill/>
          <a:ln w="44450">
            <a:solidFill>
              <a:srgbClr val="BA1C47"/>
            </a:solidFill>
            <a:prstDash val="sysDot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CDCAEA9-AAFE-E0F9-3274-0EBDA9CDA3DF}"/>
              </a:ext>
            </a:extLst>
          </p:cNvPr>
          <p:cNvSpPr txBox="1"/>
          <p:nvPr/>
        </p:nvSpPr>
        <p:spPr>
          <a:xfrm>
            <a:off x="2868180" y="2777261"/>
            <a:ext cx="182614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600" dirty="0">
                <a:solidFill>
                  <a:srgbClr val="BA1C47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カラムファミリー</a:t>
            </a:r>
            <a:endParaRPr kumimoji="1" lang="en-JP" sz="1600" dirty="0">
              <a:solidFill>
                <a:srgbClr val="BA1C47"/>
              </a:solidFill>
              <a:latin typeface="Noto Sans CJK JP Regular" panose="020B0500000000000000" pitchFamily="34" charset="-128"/>
              <a:ea typeface="Noto Sans CJK JP Regular" panose="020B0500000000000000" pitchFamily="34" charset="-128"/>
              <a:cs typeface="IPAPGothic"/>
            </a:endParaRPr>
          </a:p>
        </p:txBody>
      </p:sp>
      <p:sp>
        <p:nvSpPr>
          <p:cNvPr id="29" name="Rounded Rectangle 28">
            <a:extLst>
              <a:ext uri="{FF2B5EF4-FFF2-40B4-BE49-F238E27FC236}">
                <a16:creationId xmlns:a16="http://schemas.microsoft.com/office/drawing/2014/main" id="{82376B2F-753A-E705-AFFB-4D0EA70A1FEA}"/>
              </a:ext>
            </a:extLst>
          </p:cNvPr>
          <p:cNvSpPr/>
          <p:nvPr/>
        </p:nvSpPr>
        <p:spPr>
          <a:xfrm>
            <a:off x="6971176" y="3537334"/>
            <a:ext cx="1432028" cy="784159"/>
          </a:xfrm>
          <a:prstGeom prst="roundRect">
            <a:avLst>
              <a:gd name="adj" fmla="val 7181"/>
            </a:avLst>
          </a:prstGeom>
          <a:solidFill>
            <a:srgbClr val="BA1C47">
              <a:alpha val="16000"/>
            </a:srgbClr>
          </a:solidFill>
          <a:ln w="44450">
            <a:noFill/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BDACB730-6866-6F18-E645-441FC6A437CC}"/>
              </a:ext>
            </a:extLst>
          </p:cNvPr>
          <p:cNvSpPr txBox="1"/>
          <p:nvPr/>
        </p:nvSpPr>
        <p:spPr>
          <a:xfrm>
            <a:off x="6437138" y="4482735"/>
            <a:ext cx="2646878" cy="584775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pPr algn="l"/>
            <a:r>
              <a:rPr lang="en-JP" sz="1600" dirty="0">
                <a:solidFill>
                  <a:srgbClr val="BA1C47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カラムファミリ</a:t>
            </a:r>
            <a:r>
              <a:rPr lang="en-JP" sz="1600">
                <a:solidFill>
                  <a:srgbClr val="BA1C47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ー内には</a:t>
            </a:r>
            <a:endParaRPr lang="en-JP" sz="1600" dirty="0">
              <a:solidFill>
                <a:srgbClr val="BA1C47"/>
              </a:solidFill>
              <a:latin typeface="Noto Sans CJK JP Regular" panose="020B0500000000000000" pitchFamily="34" charset="-128"/>
              <a:ea typeface="Noto Sans CJK JP Regular" panose="020B0500000000000000" pitchFamily="34" charset="-128"/>
              <a:cs typeface="IPAPGothic"/>
            </a:endParaRPr>
          </a:p>
          <a:p>
            <a:pPr algn="l"/>
            <a:r>
              <a:rPr lang="en-JP" sz="1600" dirty="0">
                <a:solidFill>
                  <a:srgbClr val="BA1C47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カラムを自由に設定できる</a:t>
            </a:r>
            <a:endParaRPr kumimoji="1" lang="en-JP" sz="1600" dirty="0">
              <a:solidFill>
                <a:srgbClr val="BA1C47"/>
              </a:solidFill>
              <a:latin typeface="Noto Sans CJK JP Regular" panose="020B0500000000000000" pitchFamily="34" charset="-128"/>
              <a:ea typeface="Noto Sans CJK JP Regular" panose="020B0500000000000000" pitchFamily="34" charset="-128"/>
              <a:cs typeface="IPAPGothic"/>
            </a:endParaRP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BBCF1848-AF4A-8D8E-8928-9D46D0D203BB}"/>
              </a:ext>
            </a:extLst>
          </p:cNvPr>
          <p:cNvCxnSpPr>
            <a:cxnSpLocks/>
          </p:cNvCxnSpPr>
          <p:nvPr/>
        </p:nvCxnSpPr>
        <p:spPr>
          <a:xfrm flipV="1">
            <a:off x="7697178" y="4116480"/>
            <a:ext cx="0" cy="366255"/>
          </a:xfrm>
          <a:prstGeom prst="straightConnector1">
            <a:avLst/>
          </a:prstGeom>
          <a:ln w="34925">
            <a:solidFill>
              <a:srgbClr val="BA1C47"/>
            </a:solidFill>
            <a:prstDash val="sysDot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65706855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DBFD364E-1178-3DB0-2285-C89C25AED560}"/>
              </a:ext>
            </a:extLst>
          </p:cNvPr>
          <p:cNvSpPr/>
          <p:nvPr/>
        </p:nvSpPr>
        <p:spPr>
          <a:xfrm>
            <a:off x="5112234" y="187205"/>
            <a:ext cx="3647191" cy="4488872"/>
          </a:xfrm>
          <a:prstGeom prst="rect">
            <a:avLst/>
          </a:prstGeom>
          <a:solidFill>
            <a:schemeClr val="tx1">
              <a:alpha val="9847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A018E78-427C-955C-2175-04B239127017}"/>
              </a:ext>
            </a:extLst>
          </p:cNvPr>
          <p:cNvSpPr/>
          <p:nvPr/>
        </p:nvSpPr>
        <p:spPr>
          <a:xfrm>
            <a:off x="220842" y="187205"/>
            <a:ext cx="4410786" cy="4488872"/>
          </a:xfrm>
          <a:prstGeom prst="rect">
            <a:avLst/>
          </a:prstGeom>
          <a:solidFill>
            <a:schemeClr val="tx1">
              <a:alpha val="9847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D1FAE12-D5CA-5C5F-9C76-0DD4399048CC}"/>
              </a:ext>
            </a:extLst>
          </p:cNvPr>
          <p:cNvSpPr txBox="1"/>
          <p:nvPr/>
        </p:nvSpPr>
        <p:spPr>
          <a:xfrm>
            <a:off x="289700" y="314305"/>
            <a:ext cx="4385540" cy="43396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kumimoji="1" lang="en-JP" sz="1200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&lt;students&gt;</a:t>
            </a:r>
          </a:p>
          <a:p>
            <a:pPr algn="l"/>
            <a:r>
              <a:rPr lang="ja-JP" altLang="en-US" sz="120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　　</a:t>
            </a:r>
            <a:r>
              <a:rPr lang="en-JP" sz="1200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&lt;student&gt;</a:t>
            </a:r>
          </a:p>
          <a:p>
            <a:pPr algn="l"/>
            <a:r>
              <a:rPr lang="ja-JP" altLang="en-US" sz="1200" b="1">
                <a:solidFill>
                  <a:srgbClr val="0070C0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　　　　</a:t>
            </a:r>
            <a:r>
              <a:rPr lang="en-JP" sz="1200" b="1" dirty="0">
                <a:solidFill>
                  <a:srgbClr val="0070C0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&lt;name&gt;山畑 滝子&lt;/name&gt;</a:t>
            </a:r>
          </a:p>
          <a:p>
            <a:pPr algn="l"/>
            <a:r>
              <a:rPr lang="ja-JP" altLang="en-US" sz="120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　　　　</a:t>
            </a:r>
            <a:r>
              <a:rPr lang="en-JP" sz="1200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&lt;birthdate&gt;2003/12/01&lt;/birthdate&gt;</a:t>
            </a:r>
          </a:p>
          <a:p>
            <a:pPr algn="l"/>
            <a:r>
              <a:rPr lang="ja-JP" altLang="en-US" sz="120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　　　　</a:t>
            </a:r>
            <a:r>
              <a:rPr lang="en-JP" sz="1200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&lt;gender&gt;女&lt;/gender&gt;</a:t>
            </a:r>
          </a:p>
          <a:p>
            <a:pPr algn="l"/>
            <a:r>
              <a:rPr lang="ja-JP" altLang="en-US" sz="120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　　　　</a:t>
            </a:r>
            <a:r>
              <a:rPr lang="en-JP" sz="1200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 &lt;department&gt;経済学部&lt;/department&gt;</a:t>
            </a:r>
          </a:p>
          <a:p>
            <a:pPr algn="l"/>
            <a:r>
              <a:rPr lang="ja-JP" altLang="en-US" sz="120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　</a:t>
            </a:r>
            <a:r>
              <a:rPr lang="ja-JP" altLang="en-US" sz="1200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　</a:t>
            </a:r>
            <a:r>
              <a:rPr lang="en-JP" sz="1200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&lt;/student&gt;</a:t>
            </a:r>
          </a:p>
          <a:p>
            <a:pPr algn="l"/>
            <a:r>
              <a:rPr lang="ja-JP" altLang="en-US" sz="120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　</a:t>
            </a:r>
            <a:r>
              <a:rPr lang="ja-JP" altLang="en-US" sz="1200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　</a:t>
            </a:r>
            <a:r>
              <a:rPr lang="en-JP" sz="1200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&lt;student&gt;</a:t>
            </a:r>
          </a:p>
          <a:p>
            <a:pPr algn="l"/>
            <a:r>
              <a:rPr lang="ja-JP" altLang="en-US" sz="1200">
                <a:solidFill>
                  <a:srgbClr val="37AA73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　　　</a:t>
            </a:r>
            <a:r>
              <a:rPr lang="ja-JP" altLang="en-US" sz="1200" b="1">
                <a:solidFill>
                  <a:srgbClr val="37AA73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　</a:t>
            </a:r>
            <a:r>
              <a:rPr lang="en-JP" sz="1200" b="1" dirty="0">
                <a:solidFill>
                  <a:srgbClr val="37AA73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&lt;name&gt;</a:t>
            </a:r>
          </a:p>
          <a:p>
            <a:r>
              <a:rPr lang="ja-JP" altLang="en-US" sz="1200" b="1">
                <a:solidFill>
                  <a:srgbClr val="37AA73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　　　　　</a:t>
            </a:r>
            <a:r>
              <a:rPr lang="ja-JP" altLang="en-US" sz="1200" b="1" dirty="0">
                <a:solidFill>
                  <a:srgbClr val="37AA73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　</a:t>
            </a:r>
            <a:r>
              <a:rPr lang="en-JP" sz="1200" b="1" dirty="0">
                <a:solidFill>
                  <a:srgbClr val="37AA73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&lt;family_name&gt;川澄&lt;/family_name&gt;</a:t>
            </a:r>
          </a:p>
          <a:p>
            <a:pPr algn="l"/>
            <a:r>
              <a:rPr lang="en-JP" sz="1200" b="1" dirty="0">
                <a:solidFill>
                  <a:srgbClr val="37AA73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		&lt;first_name&gt;桜&lt;/first_name&gt;</a:t>
            </a:r>
          </a:p>
          <a:p>
            <a:pPr algn="l"/>
            <a:r>
              <a:rPr lang="en-JP" sz="1200" b="1" dirty="0">
                <a:solidFill>
                  <a:srgbClr val="37AA73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	</a:t>
            </a:r>
            <a:r>
              <a:rPr lang="ja-JP" altLang="en-US" sz="1200" b="1">
                <a:solidFill>
                  <a:srgbClr val="37AA73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　</a:t>
            </a:r>
            <a:r>
              <a:rPr lang="en-JP" sz="1200" b="1" dirty="0">
                <a:solidFill>
                  <a:srgbClr val="37AA73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&lt;/name&gt;</a:t>
            </a:r>
          </a:p>
          <a:p>
            <a:pPr algn="l"/>
            <a:r>
              <a:rPr lang="ja-JP" altLang="en-US" sz="120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　　　　</a:t>
            </a:r>
            <a:r>
              <a:rPr lang="en-JP" sz="1200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&lt;birthdate&gt;2001/07/07&lt;/birthdate&gt;</a:t>
            </a:r>
          </a:p>
          <a:p>
            <a:pPr algn="l"/>
            <a:r>
              <a:rPr lang="ja-JP" altLang="en-US" sz="120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　　　　</a:t>
            </a:r>
            <a:r>
              <a:rPr lang="en-JP" sz="1200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&lt;gender&gt;女&lt;/gender&gt;</a:t>
            </a:r>
          </a:p>
          <a:p>
            <a:pPr algn="l"/>
            <a:r>
              <a:rPr lang="ja-JP" altLang="en-US" sz="120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　　　　</a:t>
            </a:r>
            <a:r>
              <a:rPr lang="en-JP" sz="1200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&lt;department&gt;医学部&lt;/department&gt;</a:t>
            </a:r>
          </a:p>
          <a:p>
            <a:pPr algn="l"/>
            <a:r>
              <a:rPr lang="ja-JP" altLang="en-US" sz="1200" b="1">
                <a:solidFill>
                  <a:srgbClr val="BA1C47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　　　　</a:t>
            </a:r>
            <a:r>
              <a:rPr lang="en-JP" sz="1200" b="1" dirty="0">
                <a:solidFill>
                  <a:srgbClr val="BA1C47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&lt;scholarships&gt;</a:t>
            </a:r>
          </a:p>
          <a:p>
            <a:pPr algn="l"/>
            <a:r>
              <a:rPr lang="ja-JP" altLang="en-US" sz="1200" b="1">
                <a:solidFill>
                  <a:srgbClr val="BA1C47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　　　　　</a:t>
            </a:r>
            <a:r>
              <a:rPr lang="en-JP" sz="1200" b="1" dirty="0">
                <a:solidFill>
                  <a:srgbClr val="BA1C47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&lt;scholarship&gt;</a:t>
            </a:r>
          </a:p>
          <a:p>
            <a:pPr algn="l"/>
            <a:r>
              <a:rPr lang="en-JP" sz="1200" b="1" dirty="0">
                <a:solidFill>
                  <a:srgbClr val="BA1C47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	</a:t>
            </a:r>
            <a:r>
              <a:rPr lang="ja-JP" altLang="en-US" sz="1200" b="1">
                <a:solidFill>
                  <a:srgbClr val="BA1C47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　　　</a:t>
            </a:r>
            <a:r>
              <a:rPr lang="en-JP" sz="1200" b="1" dirty="0">
                <a:solidFill>
                  <a:srgbClr val="BA1C47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&lt;name&gt;YASSO&lt;/name&gt;</a:t>
            </a:r>
          </a:p>
          <a:p>
            <a:pPr algn="l"/>
            <a:r>
              <a:rPr lang="en-JP" sz="1200" b="1" dirty="0">
                <a:solidFill>
                  <a:srgbClr val="BA1C47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	</a:t>
            </a:r>
            <a:r>
              <a:rPr lang="ja-JP" altLang="en-US" sz="1200" b="1">
                <a:solidFill>
                  <a:srgbClr val="BA1C47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　</a:t>
            </a:r>
            <a:r>
              <a:rPr lang="en-JP" sz="1200" b="1" dirty="0">
                <a:solidFill>
                  <a:srgbClr val="BA1C47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	&lt;registered_at&gt; 2023/05/01&lt;/resgistered_at&gt;</a:t>
            </a:r>
          </a:p>
          <a:p>
            <a:pPr algn="l"/>
            <a:r>
              <a:rPr lang="en-JP" sz="1200" b="1" dirty="0">
                <a:solidFill>
                  <a:srgbClr val="BA1C47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	</a:t>
            </a:r>
            <a:r>
              <a:rPr lang="ja-JP" altLang="en-US" sz="1200" b="1">
                <a:solidFill>
                  <a:srgbClr val="BA1C47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　　</a:t>
            </a:r>
            <a:r>
              <a:rPr lang="en-JP" sz="1200" b="1" dirty="0">
                <a:solidFill>
                  <a:srgbClr val="BA1C47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&lt;/scholarship&gt;</a:t>
            </a:r>
          </a:p>
          <a:p>
            <a:pPr algn="l"/>
            <a:r>
              <a:rPr lang="ja-JP" altLang="en-US" sz="1200" b="1">
                <a:solidFill>
                  <a:srgbClr val="BA1C47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　　　　</a:t>
            </a:r>
            <a:r>
              <a:rPr lang="en-JP" sz="1200" b="1" dirty="0">
                <a:solidFill>
                  <a:srgbClr val="BA1C47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&lt;/scholarships&gt;</a:t>
            </a:r>
          </a:p>
          <a:p>
            <a:pPr algn="l"/>
            <a:r>
              <a:rPr lang="ja-JP" altLang="en-US" sz="120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　</a:t>
            </a:r>
            <a:r>
              <a:rPr lang="ja-JP" altLang="en-US" sz="1200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　</a:t>
            </a:r>
            <a:r>
              <a:rPr lang="en-JP" sz="1200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&lt;/student&gt;</a:t>
            </a:r>
          </a:p>
          <a:p>
            <a:pPr algn="l"/>
            <a:r>
              <a:rPr kumimoji="1" lang="en-JP" sz="1200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&lt;/students&gt;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4D56957-DA99-ABF2-BA6B-8A783C862AA0}"/>
              </a:ext>
            </a:extLst>
          </p:cNvPr>
          <p:cNvSpPr txBox="1"/>
          <p:nvPr/>
        </p:nvSpPr>
        <p:spPr>
          <a:xfrm>
            <a:off x="5333460" y="226925"/>
            <a:ext cx="3498719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kumimoji="1" lang="en-US" sz="1200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{</a:t>
            </a:r>
          </a:p>
          <a:p>
            <a:pPr algn="l"/>
            <a:r>
              <a:rPr lang="ja-JP" altLang="en-US" sz="120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　</a:t>
            </a:r>
            <a:r>
              <a:rPr lang="en-US" altLang="ja-JP" sz="1200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“students”: [</a:t>
            </a:r>
          </a:p>
          <a:p>
            <a:pPr algn="l"/>
            <a:r>
              <a:rPr lang="ja-JP" altLang="en-US" sz="120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　　</a:t>
            </a:r>
            <a:r>
              <a:rPr lang="en-US" altLang="ja-JP" sz="1200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“student”: {</a:t>
            </a:r>
          </a:p>
          <a:p>
            <a:pPr algn="l"/>
            <a:r>
              <a:rPr lang="ja-JP" altLang="en-US" sz="120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　　　</a:t>
            </a:r>
            <a:r>
              <a:rPr lang="en-US" altLang="ja-JP" sz="1200" b="1" dirty="0">
                <a:solidFill>
                  <a:srgbClr val="0070C0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“name”: “</a:t>
            </a:r>
            <a:r>
              <a:rPr lang="ja-JP" altLang="en-US" sz="1200" b="1">
                <a:solidFill>
                  <a:srgbClr val="0070C0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山畑</a:t>
            </a:r>
            <a:r>
              <a:rPr lang="en-US" altLang="ja-JP" sz="1200" b="1" dirty="0">
                <a:solidFill>
                  <a:srgbClr val="0070C0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 </a:t>
            </a:r>
            <a:r>
              <a:rPr lang="ja-JP" altLang="en-US" sz="1200" b="1">
                <a:solidFill>
                  <a:srgbClr val="0070C0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滝子</a:t>
            </a:r>
            <a:r>
              <a:rPr lang="en-US" altLang="ja-JP" sz="1200" b="1" dirty="0">
                <a:solidFill>
                  <a:srgbClr val="0070C0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”,</a:t>
            </a:r>
          </a:p>
          <a:p>
            <a:pPr algn="l"/>
            <a:r>
              <a:rPr lang="ja-JP" altLang="en-US" sz="120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　　　</a:t>
            </a:r>
            <a:r>
              <a:rPr lang="en-US" altLang="ja-JP" sz="1200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“birthdate”: 2003/12/01”,</a:t>
            </a:r>
          </a:p>
          <a:p>
            <a:pPr algn="l"/>
            <a:r>
              <a:rPr lang="ja-JP" altLang="en-US" sz="120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　　　</a:t>
            </a:r>
            <a:r>
              <a:rPr lang="en-US" altLang="ja-JP" sz="1200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“gender”: “</a:t>
            </a:r>
            <a:r>
              <a:rPr lang="ja-JP" altLang="en-US" sz="120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女</a:t>
            </a:r>
            <a:r>
              <a:rPr lang="en-US" altLang="ja-JP" sz="1200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”,</a:t>
            </a:r>
          </a:p>
          <a:p>
            <a:pPr algn="l"/>
            <a:r>
              <a:rPr lang="ja-JP" altLang="en-US" sz="120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　　　</a:t>
            </a:r>
            <a:r>
              <a:rPr lang="en-US" altLang="ja-JP" sz="1200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“department”: “</a:t>
            </a:r>
            <a:r>
              <a:rPr lang="ja-JP" altLang="en-US" sz="120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経済学部</a:t>
            </a:r>
            <a:r>
              <a:rPr lang="en-US" altLang="ja-JP" sz="1200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”</a:t>
            </a:r>
          </a:p>
          <a:p>
            <a:pPr algn="l"/>
            <a:r>
              <a:rPr lang="ja-JP" altLang="en-US" sz="120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　　</a:t>
            </a:r>
            <a:r>
              <a:rPr lang="en-US" altLang="ja-JP" sz="1200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},</a:t>
            </a:r>
          </a:p>
          <a:p>
            <a:pPr algn="l"/>
            <a:r>
              <a:rPr lang="ja-JP" altLang="en-US" sz="120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　　</a:t>
            </a:r>
            <a:r>
              <a:rPr lang="en-US" altLang="ja-JP" sz="1200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“student”: {</a:t>
            </a:r>
          </a:p>
          <a:p>
            <a:pPr algn="l"/>
            <a:r>
              <a:rPr lang="ja-JP" altLang="en-US" sz="1200">
                <a:solidFill>
                  <a:srgbClr val="37AA73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　</a:t>
            </a:r>
            <a:r>
              <a:rPr lang="ja-JP" altLang="en-US" sz="1200" b="1">
                <a:solidFill>
                  <a:srgbClr val="37AA73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　　</a:t>
            </a:r>
            <a:r>
              <a:rPr lang="en-US" altLang="ja-JP" sz="1200" b="1" dirty="0">
                <a:solidFill>
                  <a:srgbClr val="37AA73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“name”: {</a:t>
            </a:r>
          </a:p>
          <a:p>
            <a:pPr algn="l"/>
            <a:r>
              <a:rPr lang="ja-JP" altLang="en-US" sz="1200" b="1">
                <a:solidFill>
                  <a:srgbClr val="37AA73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　　　　</a:t>
            </a:r>
            <a:r>
              <a:rPr lang="en-US" altLang="ja-JP" sz="1200" b="1" dirty="0">
                <a:solidFill>
                  <a:srgbClr val="37AA73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“</a:t>
            </a:r>
            <a:r>
              <a:rPr lang="en-US" altLang="ja-JP" sz="1200" b="1" dirty="0" err="1">
                <a:solidFill>
                  <a:srgbClr val="37AA73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family_name</a:t>
            </a:r>
            <a:r>
              <a:rPr lang="en-US" altLang="ja-JP" sz="1200" b="1" dirty="0">
                <a:solidFill>
                  <a:srgbClr val="37AA73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”: “</a:t>
            </a:r>
            <a:r>
              <a:rPr lang="ja-JP" altLang="en-US" sz="1200" b="1">
                <a:solidFill>
                  <a:srgbClr val="37AA73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川澄</a:t>
            </a:r>
            <a:r>
              <a:rPr lang="en-US" altLang="ja-JP" sz="1200" b="1" dirty="0">
                <a:solidFill>
                  <a:srgbClr val="37AA73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”,</a:t>
            </a:r>
          </a:p>
          <a:p>
            <a:pPr algn="l"/>
            <a:r>
              <a:rPr lang="ja-JP" altLang="en-US" sz="1200" b="1">
                <a:solidFill>
                  <a:srgbClr val="37AA73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　　　　</a:t>
            </a:r>
            <a:r>
              <a:rPr lang="en-US" altLang="ja-JP" sz="1200" b="1" dirty="0">
                <a:solidFill>
                  <a:srgbClr val="37AA73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“</a:t>
            </a:r>
            <a:r>
              <a:rPr lang="en-US" altLang="ja-JP" sz="1200" b="1" dirty="0" err="1">
                <a:solidFill>
                  <a:srgbClr val="37AA73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first_name</a:t>
            </a:r>
            <a:r>
              <a:rPr lang="en-US" altLang="ja-JP" sz="1200" b="1" dirty="0">
                <a:solidFill>
                  <a:srgbClr val="37AA73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”: “</a:t>
            </a:r>
            <a:r>
              <a:rPr lang="ja-JP" altLang="en-US" sz="1200" b="1">
                <a:solidFill>
                  <a:srgbClr val="37AA73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桜</a:t>
            </a:r>
            <a:r>
              <a:rPr lang="en-US" altLang="ja-JP" sz="1200" b="1" dirty="0">
                <a:solidFill>
                  <a:srgbClr val="37AA73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”</a:t>
            </a:r>
          </a:p>
          <a:p>
            <a:pPr algn="l"/>
            <a:r>
              <a:rPr lang="ja-JP" altLang="en-US" sz="1200" b="1">
                <a:solidFill>
                  <a:srgbClr val="37AA73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　　　</a:t>
            </a:r>
            <a:r>
              <a:rPr lang="en-US" altLang="ja-JP" sz="1200" b="1" dirty="0">
                <a:solidFill>
                  <a:srgbClr val="37AA73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},</a:t>
            </a:r>
          </a:p>
          <a:p>
            <a:pPr algn="l"/>
            <a:r>
              <a:rPr lang="ja-JP" altLang="en-US" sz="120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　　　</a:t>
            </a:r>
            <a:r>
              <a:rPr lang="en-US" altLang="ja-JP" sz="1200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“birthdate”: 2001/07/07”,</a:t>
            </a:r>
          </a:p>
          <a:p>
            <a:pPr algn="l"/>
            <a:r>
              <a:rPr lang="ja-JP" altLang="en-US" sz="120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　　　</a:t>
            </a:r>
            <a:r>
              <a:rPr lang="en-US" altLang="ja-JP" sz="1200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“gender”: “</a:t>
            </a:r>
            <a:r>
              <a:rPr lang="ja-JP" altLang="en-US" sz="120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女</a:t>
            </a:r>
            <a:r>
              <a:rPr lang="en-US" altLang="ja-JP" sz="1200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”,</a:t>
            </a:r>
          </a:p>
          <a:p>
            <a:pPr algn="l"/>
            <a:r>
              <a:rPr lang="ja-JP" altLang="en-US" sz="120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　　　</a:t>
            </a:r>
            <a:r>
              <a:rPr lang="en-US" altLang="ja-JP" sz="1200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“department”: “</a:t>
            </a:r>
            <a:r>
              <a:rPr lang="ja-JP" altLang="en-US" sz="120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医学部</a:t>
            </a:r>
            <a:r>
              <a:rPr lang="en-US" altLang="ja-JP" sz="1200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”,</a:t>
            </a:r>
          </a:p>
          <a:p>
            <a:pPr algn="l"/>
            <a:r>
              <a:rPr lang="ja-JP" altLang="en-US" sz="120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　　　</a:t>
            </a:r>
            <a:r>
              <a:rPr lang="en-US" altLang="ja-JP" sz="1200" b="1" dirty="0">
                <a:solidFill>
                  <a:srgbClr val="BA1C47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“scholarship”: [</a:t>
            </a:r>
          </a:p>
          <a:p>
            <a:pPr algn="l"/>
            <a:r>
              <a:rPr lang="ja-JP" altLang="en-US" sz="1200" b="1">
                <a:solidFill>
                  <a:srgbClr val="BA1C47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　　　　</a:t>
            </a:r>
            <a:r>
              <a:rPr lang="en-US" altLang="ja-JP" sz="1200" b="1" dirty="0">
                <a:solidFill>
                  <a:srgbClr val="BA1C47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“scholarship”: {</a:t>
            </a:r>
          </a:p>
          <a:p>
            <a:pPr algn="l"/>
            <a:r>
              <a:rPr lang="ja-JP" altLang="en-US" sz="1200" b="1">
                <a:solidFill>
                  <a:srgbClr val="BA1C47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　　　　　</a:t>
            </a:r>
            <a:r>
              <a:rPr lang="en-US" altLang="ja-JP" sz="1200" b="1" dirty="0">
                <a:solidFill>
                  <a:srgbClr val="BA1C47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“name”: “YASSO”, </a:t>
            </a:r>
          </a:p>
          <a:p>
            <a:pPr algn="l"/>
            <a:r>
              <a:rPr lang="ja-JP" altLang="en-US" sz="1200" b="1">
                <a:solidFill>
                  <a:srgbClr val="BA1C47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　　　　　</a:t>
            </a:r>
            <a:r>
              <a:rPr lang="en-US" altLang="ja-JP" sz="1200" b="1" dirty="0">
                <a:solidFill>
                  <a:srgbClr val="BA1C47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“</a:t>
            </a:r>
            <a:r>
              <a:rPr lang="en-US" altLang="ja-JP" sz="1200" b="1" dirty="0" err="1">
                <a:solidFill>
                  <a:srgbClr val="BA1C47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registered_at</a:t>
            </a:r>
            <a:r>
              <a:rPr lang="en-US" altLang="ja-JP" sz="1200" b="1" dirty="0">
                <a:solidFill>
                  <a:srgbClr val="BA1C47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”: “2023/05/01”</a:t>
            </a:r>
          </a:p>
          <a:p>
            <a:pPr algn="l"/>
            <a:r>
              <a:rPr lang="ja-JP" altLang="en-US" sz="1200" b="1">
                <a:solidFill>
                  <a:srgbClr val="BA1C47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　　　　</a:t>
            </a:r>
            <a:r>
              <a:rPr lang="en-US" altLang="ja-JP" sz="1200" b="1" dirty="0">
                <a:solidFill>
                  <a:srgbClr val="BA1C47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}</a:t>
            </a:r>
          </a:p>
          <a:p>
            <a:pPr algn="l"/>
            <a:r>
              <a:rPr lang="ja-JP" altLang="en-US" sz="1200" b="1">
                <a:solidFill>
                  <a:srgbClr val="BA1C47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　　　</a:t>
            </a:r>
            <a:r>
              <a:rPr lang="en-US" altLang="ja-JP" sz="1200" b="1" dirty="0">
                <a:solidFill>
                  <a:srgbClr val="BA1C47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]</a:t>
            </a:r>
          </a:p>
          <a:p>
            <a:pPr algn="l"/>
            <a:r>
              <a:rPr lang="en-US" sz="1200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　]</a:t>
            </a:r>
          </a:p>
          <a:p>
            <a:pPr algn="l"/>
            <a:r>
              <a:rPr kumimoji="1" lang="en-US" sz="1200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}</a:t>
            </a:r>
            <a:endParaRPr kumimoji="1" lang="en-JP" sz="1200" dirty="0">
              <a:solidFill>
                <a:srgbClr val="2B3348"/>
              </a:solidFill>
              <a:latin typeface="Arial" panose="020B0604020202020204" pitchFamily="34" charset="0"/>
              <a:ea typeface="Noto Sans CJK JP Regular" panose="020B0500000000000000" pitchFamily="34" charset="-128"/>
              <a:cs typeface="Arial" panose="020B06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3C1C9F3-2B49-02C8-4FEA-B9387B0E20EA}"/>
              </a:ext>
            </a:extLst>
          </p:cNvPr>
          <p:cNvSpPr txBox="1"/>
          <p:nvPr/>
        </p:nvSpPr>
        <p:spPr>
          <a:xfrm>
            <a:off x="1471216" y="4676077"/>
            <a:ext cx="221887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kumimoji="1" lang="en-JP" sz="20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XMLドキュメント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EFA6603-F25E-7738-0218-82A3F2F1C24E}"/>
              </a:ext>
            </a:extLst>
          </p:cNvPr>
          <p:cNvSpPr txBox="1"/>
          <p:nvPr/>
        </p:nvSpPr>
        <p:spPr>
          <a:xfrm>
            <a:off x="5886818" y="4653955"/>
            <a:ext cx="239200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20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JSONドキュメント</a:t>
            </a:r>
            <a:endParaRPr kumimoji="1" lang="en-JP" sz="2000" dirty="0">
              <a:solidFill>
                <a:srgbClr val="2B3348"/>
              </a:solidFill>
              <a:latin typeface="Noto Sans CJK JP Regular" panose="020B0500000000000000" pitchFamily="34" charset="-128"/>
              <a:ea typeface="Noto Sans CJK JP Regular" panose="020B0500000000000000" pitchFamily="34" charset="-128"/>
              <a:cs typeface="IPAPGothic"/>
            </a:endParaRPr>
          </a:p>
        </p:txBody>
      </p:sp>
    </p:spTree>
    <p:extLst>
      <p:ext uri="{BB962C8B-B14F-4D97-AF65-F5344CB8AC3E}">
        <p14:creationId xmlns:p14="http://schemas.microsoft.com/office/powerpoint/2010/main" val="3321211905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Oval 36">
            <a:extLst>
              <a:ext uri="{FF2B5EF4-FFF2-40B4-BE49-F238E27FC236}">
                <a16:creationId xmlns:a16="http://schemas.microsoft.com/office/drawing/2014/main" id="{DC8AE202-71A5-7F79-8824-CCE8AFCB7066}"/>
              </a:ext>
            </a:extLst>
          </p:cNvPr>
          <p:cNvSpPr/>
          <p:nvPr/>
        </p:nvSpPr>
        <p:spPr>
          <a:xfrm>
            <a:off x="2650066" y="452384"/>
            <a:ext cx="788505" cy="788505"/>
          </a:xfrm>
          <a:prstGeom prst="ellipse">
            <a:avLst/>
          </a:prstGeom>
          <a:solidFill>
            <a:srgbClr val="0070C0">
              <a:alpha val="24864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4984B2A3-4CD2-5D06-076E-616612282DF7}"/>
              </a:ext>
            </a:extLst>
          </p:cNvPr>
          <p:cNvSpPr/>
          <p:nvPr/>
        </p:nvSpPr>
        <p:spPr>
          <a:xfrm>
            <a:off x="825023" y="2756667"/>
            <a:ext cx="788505" cy="788505"/>
          </a:xfrm>
          <a:prstGeom prst="ellipse">
            <a:avLst/>
          </a:prstGeom>
          <a:solidFill>
            <a:srgbClr val="0070C0">
              <a:alpha val="24864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615548B-E983-2828-8078-8DAA56D5184A}"/>
              </a:ext>
            </a:extLst>
          </p:cNvPr>
          <p:cNvSpPr txBox="1"/>
          <p:nvPr/>
        </p:nvSpPr>
        <p:spPr>
          <a:xfrm>
            <a:off x="2605736" y="2075288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kumimoji="1" lang="en-JP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愛知県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F4AF5C57-4B15-2A8E-1B7E-4BAC9C9BB7C1}"/>
              </a:ext>
            </a:extLst>
          </p:cNvPr>
          <p:cNvSpPr/>
          <p:nvPr/>
        </p:nvSpPr>
        <p:spPr>
          <a:xfrm>
            <a:off x="2650066" y="1865702"/>
            <a:ext cx="788505" cy="788505"/>
          </a:xfrm>
          <a:prstGeom prst="ellipse">
            <a:avLst/>
          </a:prstGeom>
          <a:solidFill>
            <a:srgbClr val="0070C0">
              <a:alpha val="24864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DF7ECAD-0FD4-4D86-39AC-3382B36DE5B8}"/>
              </a:ext>
            </a:extLst>
          </p:cNvPr>
          <p:cNvSpPr txBox="1"/>
          <p:nvPr/>
        </p:nvSpPr>
        <p:spPr>
          <a:xfrm>
            <a:off x="780693" y="2966253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kumimoji="1" lang="en-JP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名古屋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DC75FAC0-4912-76A7-A4C3-F19E4A682AFF}"/>
              </a:ext>
            </a:extLst>
          </p:cNvPr>
          <p:cNvSpPr/>
          <p:nvPr/>
        </p:nvSpPr>
        <p:spPr>
          <a:xfrm>
            <a:off x="3671431" y="3495027"/>
            <a:ext cx="788505" cy="788505"/>
          </a:xfrm>
          <a:prstGeom prst="ellipse">
            <a:avLst/>
          </a:prstGeom>
          <a:solidFill>
            <a:srgbClr val="0070C0">
              <a:alpha val="24864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2BE0DD5-DF36-75C8-1E45-F83883386765}"/>
              </a:ext>
            </a:extLst>
          </p:cNvPr>
          <p:cNvSpPr txBox="1"/>
          <p:nvPr/>
        </p:nvSpPr>
        <p:spPr>
          <a:xfrm>
            <a:off x="3742517" y="3704614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kumimoji="1" lang="en-JP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南京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DF84B420-853E-9D1B-A47F-FE7A4C24A0EC}"/>
              </a:ext>
            </a:extLst>
          </p:cNvPr>
          <p:cNvSpPr/>
          <p:nvPr/>
        </p:nvSpPr>
        <p:spPr>
          <a:xfrm>
            <a:off x="5292771" y="1161405"/>
            <a:ext cx="788505" cy="788505"/>
          </a:xfrm>
          <a:prstGeom prst="ellipse">
            <a:avLst/>
          </a:prstGeom>
          <a:solidFill>
            <a:srgbClr val="0070C0">
              <a:alpha val="24864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054B83A-42D5-1633-9E01-2562DC5E81CA}"/>
              </a:ext>
            </a:extLst>
          </p:cNvPr>
          <p:cNvSpPr txBox="1"/>
          <p:nvPr/>
        </p:nvSpPr>
        <p:spPr>
          <a:xfrm>
            <a:off x="5248441" y="1395912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kumimoji="1" lang="en-JP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トリノ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34277509-95BE-33DD-8D57-9E29779FC526}"/>
              </a:ext>
            </a:extLst>
          </p:cNvPr>
          <p:cNvSpPr/>
          <p:nvPr/>
        </p:nvSpPr>
        <p:spPr>
          <a:xfrm>
            <a:off x="4698011" y="2566326"/>
            <a:ext cx="788505" cy="788505"/>
          </a:xfrm>
          <a:prstGeom prst="ellipse">
            <a:avLst/>
          </a:prstGeom>
          <a:solidFill>
            <a:srgbClr val="0070C0">
              <a:alpha val="24864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A84DAAF-ED4B-999C-2F05-36354048771E}"/>
              </a:ext>
            </a:extLst>
          </p:cNvPr>
          <p:cNvSpPr txBox="1"/>
          <p:nvPr/>
        </p:nvSpPr>
        <p:spPr>
          <a:xfrm>
            <a:off x="4647598" y="2775912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kumimoji="1" lang="en-JP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シドニー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F30ACB17-7774-7BA6-0387-6D2A18B88718}"/>
              </a:ext>
            </a:extLst>
          </p:cNvPr>
          <p:cNvCxnSpPr>
            <a:stCxn id="3" idx="3"/>
            <a:endCxn id="5" idx="7"/>
          </p:cNvCxnSpPr>
          <p:nvPr/>
        </p:nvCxnSpPr>
        <p:spPr>
          <a:xfrm flipH="1">
            <a:off x="1498054" y="2538733"/>
            <a:ext cx="1267486" cy="333408"/>
          </a:xfrm>
          <a:prstGeom prst="straightConnector1">
            <a:avLst/>
          </a:prstGeom>
          <a:ln>
            <a:solidFill>
              <a:srgbClr val="002060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FBBB6FE8-5AEC-A61F-31E4-D1C5DACB7E0A}"/>
              </a:ext>
            </a:extLst>
          </p:cNvPr>
          <p:cNvSpPr txBox="1"/>
          <p:nvPr/>
        </p:nvSpPr>
        <p:spPr>
          <a:xfrm>
            <a:off x="1404454" y="2329146"/>
            <a:ext cx="121058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kumimoji="1" lang="en-JP" sz="16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県庁所在地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089A1B65-E6CF-FFCD-D899-2786AC97D1FB}"/>
              </a:ext>
            </a:extLst>
          </p:cNvPr>
          <p:cNvCxnSpPr>
            <a:cxnSpLocks/>
            <a:stCxn id="3" idx="5"/>
            <a:endCxn id="6" idx="1"/>
          </p:cNvCxnSpPr>
          <p:nvPr/>
        </p:nvCxnSpPr>
        <p:spPr>
          <a:xfrm>
            <a:off x="3323097" y="2538733"/>
            <a:ext cx="463808" cy="1071768"/>
          </a:xfrm>
          <a:prstGeom prst="straightConnector1">
            <a:avLst/>
          </a:prstGeom>
          <a:ln>
            <a:solidFill>
              <a:srgbClr val="002060"/>
            </a:solidFill>
            <a:headEnd type="arrow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34CA75BC-DF3E-D928-8524-6AAF6DD86BB1}"/>
              </a:ext>
            </a:extLst>
          </p:cNvPr>
          <p:cNvCxnSpPr>
            <a:cxnSpLocks/>
            <a:stCxn id="3" idx="6"/>
            <a:endCxn id="10" idx="2"/>
          </p:cNvCxnSpPr>
          <p:nvPr/>
        </p:nvCxnSpPr>
        <p:spPr>
          <a:xfrm>
            <a:off x="3438571" y="2259955"/>
            <a:ext cx="1259440" cy="700624"/>
          </a:xfrm>
          <a:prstGeom prst="straightConnector1">
            <a:avLst/>
          </a:prstGeom>
          <a:ln>
            <a:solidFill>
              <a:srgbClr val="002060"/>
            </a:solidFill>
            <a:headEnd type="arrow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69623A86-3920-1423-F247-027A17841B65}"/>
              </a:ext>
            </a:extLst>
          </p:cNvPr>
          <p:cNvCxnSpPr>
            <a:cxnSpLocks/>
            <a:stCxn id="3" idx="6"/>
            <a:endCxn id="9" idx="1"/>
          </p:cNvCxnSpPr>
          <p:nvPr/>
        </p:nvCxnSpPr>
        <p:spPr>
          <a:xfrm flipV="1">
            <a:off x="3438571" y="1580578"/>
            <a:ext cx="1809870" cy="679377"/>
          </a:xfrm>
          <a:prstGeom prst="straightConnector1">
            <a:avLst/>
          </a:prstGeom>
          <a:ln>
            <a:solidFill>
              <a:srgbClr val="002060"/>
            </a:solidFill>
            <a:headEnd type="arrow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334D3F02-7041-AF4F-FC4B-7980493DDC45}"/>
              </a:ext>
            </a:extLst>
          </p:cNvPr>
          <p:cNvSpPr txBox="1"/>
          <p:nvPr/>
        </p:nvSpPr>
        <p:spPr>
          <a:xfrm rot="20538469">
            <a:off x="3768703" y="1595861"/>
            <a:ext cx="100540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kumimoji="1" lang="en-JP" sz="16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姉妹都市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0A26A32-5C77-052C-50B6-164A78B96A31}"/>
              </a:ext>
            </a:extLst>
          </p:cNvPr>
          <p:cNvSpPr txBox="1"/>
          <p:nvPr/>
        </p:nvSpPr>
        <p:spPr>
          <a:xfrm rot="1800000">
            <a:off x="3693935" y="2352338"/>
            <a:ext cx="100540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kumimoji="1" lang="en-JP" sz="16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姉妹都市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547246F7-6CA6-B3A2-9FC0-E431B955E0D2}"/>
              </a:ext>
            </a:extLst>
          </p:cNvPr>
          <p:cNvSpPr txBox="1"/>
          <p:nvPr/>
        </p:nvSpPr>
        <p:spPr>
          <a:xfrm rot="3974085">
            <a:off x="2900113" y="2963077"/>
            <a:ext cx="100540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kumimoji="1" lang="en-JP" sz="16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姉妹都市</a:t>
            </a: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C51B6C17-E39D-D253-A8E2-4FF0BB1EBA19}"/>
              </a:ext>
            </a:extLst>
          </p:cNvPr>
          <p:cNvCxnSpPr>
            <a:cxnSpLocks/>
            <a:stCxn id="3" idx="0"/>
            <a:endCxn id="37" idx="4"/>
          </p:cNvCxnSpPr>
          <p:nvPr/>
        </p:nvCxnSpPr>
        <p:spPr>
          <a:xfrm flipV="1">
            <a:off x="3044319" y="1240889"/>
            <a:ext cx="0" cy="624813"/>
          </a:xfrm>
          <a:prstGeom prst="straightConnector1">
            <a:avLst/>
          </a:prstGeom>
          <a:ln>
            <a:solidFill>
              <a:srgbClr val="002060"/>
            </a:solidFill>
            <a:headEnd type="arrow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898577A7-A5B7-5BFA-D26B-504CCF5A996D}"/>
              </a:ext>
            </a:extLst>
          </p:cNvPr>
          <p:cNvSpPr txBox="1"/>
          <p:nvPr/>
        </p:nvSpPr>
        <p:spPr>
          <a:xfrm>
            <a:off x="2704070" y="667548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kumimoji="1" lang="en-JP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日本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0CE0280A-72AE-35E7-5690-7A99D1EF3CAB}"/>
              </a:ext>
            </a:extLst>
          </p:cNvPr>
          <p:cNvSpPr txBox="1"/>
          <p:nvPr/>
        </p:nvSpPr>
        <p:spPr>
          <a:xfrm>
            <a:off x="2686256" y="1370990"/>
            <a:ext cx="4154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県</a:t>
            </a:r>
            <a:endParaRPr kumimoji="1" lang="en-JP" dirty="0">
              <a:solidFill>
                <a:srgbClr val="2B3348"/>
              </a:solidFill>
              <a:latin typeface="Noto Sans CJK JP Regular" panose="020B0500000000000000" pitchFamily="34" charset="-128"/>
              <a:ea typeface="Noto Sans CJK JP Regular" panose="020B0500000000000000" pitchFamily="34" charset="-128"/>
              <a:cs typeface="IPAPGothic"/>
            </a:endParaRPr>
          </a:p>
        </p:txBody>
      </p:sp>
      <p:sp>
        <p:nvSpPr>
          <p:cNvPr id="48" name="Oval 47">
            <a:extLst>
              <a:ext uri="{FF2B5EF4-FFF2-40B4-BE49-F238E27FC236}">
                <a16:creationId xmlns:a16="http://schemas.microsoft.com/office/drawing/2014/main" id="{814E0690-85BA-0DD8-F13C-8711B10641A0}"/>
              </a:ext>
            </a:extLst>
          </p:cNvPr>
          <p:cNvSpPr/>
          <p:nvPr/>
        </p:nvSpPr>
        <p:spPr>
          <a:xfrm>
            <a:off x="7483786" y="1698044"/>
            <a:ext cx="788505" cy="788505"/>
          </a:xfrm>
          <a:prstGeom prst="ellipse">
            <a:avLst/>
          </a:prstGeom>
          <a:solidFill>
            <a:srgbClr val="0070C0">
              <a:alpha val="24864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5ABE5C3C-D42A-D3DD-BC97-98403FEEE240}"/>
              </a:ext>
            </a:extLst>
          </p:cNvPr>
          <p:cNvSpPr txBox="1"/>
          <p:nvPr/>
        </p:nvSpPr>
        <p:spPr>
          <a:xfrm>
            <a:off x="7124663" y="1927572"/>
            <a:ext cx="1569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kumimoji="1" lang="en-JP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ラグランジュ</a:t>
            </a:r>
          </a:p>
        </p:txBody>
      </p:sp>
      <p:sp>
        <p:nvSpPr>
          <p:cNvPr id="50" name="Oval 49">
            <a:extLst>
              <a:ext uri="{FF2B5EF4-FFF2-40B4-BE49-F238E27FC236}">
                <a16:creationId xmlns:a16="http://schemas.microsoft.com/office/drawing/2014/main" id="{E35E24BA-1E90-576A-E6DF-1927E96830DD}"/>
              </a:ext>
            </a:extLst>
          </p:cNvPr>
          <p:cNvSpPr/>
          <p:nvPr/>
        </p:nvSpPr>
        <p:spPr>
          <a:xfrm>
            <a:off x="6828420" y="2872141"/>
            <a:ext cx="788505" cy="788505"/>
          </a:xfrm>
          <a:prstGeom prst="ellipse">
            <a:avLst/>
          </a:prstGeom>
          <a:solidFill>
            <a:srgbClr val="0070C0">
              <a:alpha val="24864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36919CAE-2D15-1554-59CD-109720A33920}"/>
              </a:ext>
            </a:extLst>
          </p:cNvPr>
          <p:cNvSpPr txBox="1"/>
          <p:nvPr/>
        </p:nvSpPr>
        <p:spPr>
          <a:xfrm>
            <a:off x="6540564" y="3119307"/>
            <a:ext cx="1338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kumimoji="1" lang="en-JP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アボガドロ</a:t>
            </a:r>
          </a:p>
        </p:txBody>
      </p: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181BFEE2-A93C-DD4F-07DF-26C70F64297C}"/>
              </a:ext>
            </a:extLst>
          </p:cNvPr>
          <p:cNvCxnSpPr>
            <a:cxnSpLocks/>
            <a:endCxn id="9" idx="3"/>
          </p:cNvCxnSpPr>
          <p:nvPr/>
        </p:nvCxnSpPr>
        <p:spPr>
          <a:xfrm flipH="1" flipV="1">
            <a:off x="6125604" y="1580578"/>
            <a:ext cx="1410578" cy="329347"/>
          </a:xfrm>
          <a:prstGeom prst="straightConnector1">
            <a:avLst/>
          </a:prstGeom>
          <a:ln>
            <a:solidFill>
              <a:srgbClr val="002060"/>
            </a:solidFill>
            <a:headEnd type="none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id="{E2B53C88-044D-0FAF-5683-B1C98DB00233}"/>
              </a:ext>
            </a:extLst>
          </p:cNvPr>
          <p:cNvCxnSpPr>
            <a:cxnSpLocks/>
            <a:stCxn id="50" idx="1"/>
            <a:endCxn id="8" idx="5"/>
          </p:cNvCxnSpPr>
          <p:nvPr/>
        </p:nvCxnSpPr>
        <p:spPr>
          <a:xfrm flipH="1" flipV="1">
            <a:off x="5965802" y="1834436"/>
            <a:ext cx="978092" cy="1153179"/>
          </a:xfrm>
          <a:prstGeom prst="straightConnector1">
            <a:avLst/>
          </a:prstGeom>
          <a:ln>
            <a:solidFill>
              <a:srgbClr val="002060"/>
            </a:solidFill>
            <a:headEnd type="none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TextBox 62">
            <a:extLst>
              <a:ext uri="{FF2B5EF4-FFF2-40B4-BE49-F238E27FC236}">
                <a16:creationId xmlns:a16="http://schemas.microsoft.com/office/drawing/2014/main" id="{2CB4893C-EF24-9888-ACDB-6F90C53FE2D8}"/>
              </a:ext>
            </a:extLst>
          </p:cNvPr>
          <p:cNvSpPr txBox="1"/>
          <p:nvPr/>
        </p:nvSpPr>
        <p:spPr>
          <a:xfrm>
            <a:off x="6722038" y="1408571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kumimoji="1" lang="en-JP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出身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E2E36040-98B8-A753-B88E-3F4AC9B959E6}"/>
              </a:ext>
            </a:extLst>
          </p:cNvPr>
          <p:cNvSpPr txBox="1"/>
          <p:nvPr/>
        </p:nvSpPr>
        <p:spPr>
          <a:xfrm>
            <a:off x="5943563" y="2464804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kumimoji="1" lang="en-JP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出身</a:t>
            </a:r>
          </a:p>
        </p:txBody>
      </p:sp>
      <p:sp>
        <p:nvSpPr>
          <p:cNvPr id="65" name="Oval 64">
            <a:extLst>
              <a:ext uri="{FF2B5EF4-FFF2-40B4-BE49-F238E27FC236}">
                <a16:creationId xmlns:a16="http://schemas.microsoft.com/office/drawing/2014/main" id="{0403EBAF-FF6B-1C3A-05C3-078FC8211C7C}"/>
              </a:ext>
            </a:extLst>
          </p:cNvPr>
          <p:cNvSpPr/>
          <p:nvPr/>
        </p:nvSpPr>
        <p:spPr>
          <a:xfrm>
            <a:off x="5571549" y="4073946"/>
            <a:ext cx="788505" cy="788505"/>
          </a:xfrm>
          <a:prstGeom prst="ellipse">
            <a:avLst/>
          </a:prstGeom>
          <a:solidFill>
            <a:srgbClr val="0070C0">
              <a:alpha val="24864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/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4BD78550-9A89-2286-59A0-1137F6400D11}"/>
              </a:ext>
            </a:extLst>
          </p:cNvPr>
          <p:cNvSpPr txBox="1"/>
          <p:nvPr/>
        </p:nvSpPr>
        <p:spPr>
          <a:xfrm>
            <a:off x="5642635" y="4283533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物理</a:t>
            </a:r>
            <a:endParaRPr kumimoji="1" lang="en-JP" dirty="0">
              <a:solidFill>
                <a:srgbClr val="2B3348"/>
              </a:solidFill>
              <a:latin typeface="Noto Sans CJK JP Regular" panose="020B0500000000000000" pitchFamily="34" charset="-128"/>
              <a:ea typeface="Noto Sans CJK JP Regular" panose="020B0500000000000000" pitchFamily="34" charset="-128"/>
              <a:cs typeface="IPAPGothic"/>
            </a:endParaRPr>
          </a:p>
        </p:txBody>
      </p:sp>
      <p:cxnSp>
        <p:nvCxnSpPr>
          <p:cNvPr id="67" name="Straight Arrow Connector 66">
            <a:extLst>
              <a:ext uri="{FF2B5EF4-FFF2-40B4-BE49-F238E27FC236}">
                <a16:creationId xmlns:a16="http://schemas.microsoft.com/office/drawing/2014/main" id="{31FC888F-1039-0B80-2E5F-4C6CAE20875A}"/>
              </a:ext>
            </a:extLst>
          </p:cNvPr>
          <p:cNvCxnSpPr>
            <a:cxnSpLocks/>
            <a:stCxn id="50" idx="3"/>
            <a:endCxn id="65" idx="7"/>
          </p:cNvCxnSpPr>
          <p:nvPr/>
        </p:nvCxnSpPr>
        <p:spPr>
          <a:xfrm flipH="1">
            <a:off x="6244580" y="3545172"/>
            <a:ext cx="699314" cy="644248"/>
          </a:xfrm>
          <a:prstGeom prst="straightConnector1">
            <a:avLst/>
          </a:prstGeom>
          <a:ln>
            <a:solidFill>
              <a:srgbClr val="002060"/>
            </a:solidFill>
            <a:headEnd type="none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TextBox 70">
            <a:extLst>
              <a:ext uri="{FF2B5EF4-FFF2-40B4-BE49-F238E27FC236}">
                <a16:creationId xmlns:a16="http://schemas.microsoft.com/office/drawing/2014/main" id="{5243D31F-5932-4CB6-8E5D-49F0B284EB37}"/>
              </a:ext>
            </a:extLst>
          </p:cNvPr>
          <p:cNvSpPr txBox="1"/>
          <p:nvPr/>
        </p:nvSpPr>
        <p:spPr>
          <a:xfrm>
            <a:off x="6493133" y="3907812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kumimoji="1" lang="en-JP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専門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B13C7FDC-3890-C13A-2B73-5443B70DC1CB}"/>
              </a:ext>
            </a:extLst>
          </p:cNvPr>
          <p:cNvSpPr txBox="1"/>
          <p:nvPr/>
        </p:nvSpPr>
        <p:spPr>
          <a:xfrm>
            <a:off x="7949468" y="1316427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kumimoji="1" lang="en-JP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専門</a:t>
            </a:r>
          </a:p>
        </p:txBody>
      </p:sp>
      <p:sp>
        <p:nvSpPr>
          <p:cNvPr id="73" name="Oval 72">
            <a:extLst>
              <a:ext uri="{FF2B5EF4-FFF2-40B4-BE49-F238E27FC236}">
                <a16:creationId xmlns:a16="http://schemas.microsoft.com/office/drawing/2014/main" id="{9E82B2DB-C48D-CEC9-38BA-6BF8E2BA8239}"/>
              </a:ext>
            </a:extLst>
          </p:cNvPr>
          <p:cNvSpPr/>
          <p:nvPr/>
        </p:nvSpPr>
        <p:spPr>
          <a:xfrm>
            <a:off x="7626644" y="404176"/>
            <a:ext cx="788505" cy="788505"/>
          </a:xfrm>
          <a:prstGeom prst="ellipse">
            <a:avLst/>
          </a:prstGeom>
          <a:solidFill>
            <a:srgbClr val="0070C0">
              <a:alpha val="24864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/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6FCCC3BB-9732-C860-A729-09D1B3F9D304}"/>
              </a:ext>
            </a:extLst>
          </p:cNvPr>
          <p:cNvSpPr txBox="1"/>
          <p:nvPr/>
        </p:nvSpPr>
        <p:spPr>
          <a:xfrm>
            <a:off x="7697730" y="613763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kumimoji="1" lang="en-JP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数学</a:t>
            </a:r>
          </a:p>
        </p:txBody>
      </p:sp>
      <p:cxnSp>
        <p:nvCxnSpPr>
          <p:cNvPr id="75" name="Straight Arrow Connector 74">
            <a:extLst>
              <a:ext uri="{FF2B5EF4-FFF2-40B4-BE49-F238E27FC236}">
                <a16:creationId xmlns:a16="http://schemas.microsoft.com/office/drawing/2014/main" id="{187849A6-E31A-F016-E415-BC9744997DBC}"/>
              </a:ext>
            </a:extLst>
          </p:cNvPr>
          <p:cNvCxnSpPr>
            <a:cxnSpLocks/>
            <a:stCxn id="48" idx="0"/>
            <a:endCxn id="73" idx="4"/>
          </p:cNvCxnSpPr>
          <p:nvPr/>
        </p:nvCxnSpPr>
        <p:spPr>
          <a:xfrm flipV="1">
            <a:off x="7878039" y="1192681"/>
            <a:ext cx="142858" cy="505363"/>
          </a:xfrm>
          <a:prstGeom prst="straightConnector1">
            <a:avLst/>
          </a:prstGeom>
          <a:ln>
            <a:solidFill>
              <a:srgbClr val="002060"/>
            </a:solidFill>
            <a:headEnd type="none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0" name="Oval 79">
            <a:extLst>
              <a:ext uri="{FF2B5EF4-FFF2-40B4-BE49-F238E27FC236}">
                <a16:creationId xmlns:a16="http://schemas.microsoft.com/office/drawing/2014/main" id="{A143072F-44CD-2AF0-79A2-60C450AAFA75}"/>
              </a:ext>
            </a:extLst>
          </p:cNvPr>
          <p:cNvSpPr/>
          <p:nvPr/>
        </p:nvSpPr>
        <p:spPr>
          <a:xfrm>
            <a:off x="825023" y="4134818"/>
            <a:ext cx="788505" cy="788505"/>
          </a:xfrm>
          <a:prstGeom prst="ellipse">
            <a:avLst/>
          </a:prstGeom>
          <a:solidFill>
            <a:srgbClr val="0070C0">
              <a:alpha val="24864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/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FEBBA3A8-1D2E-2D3F-4120-432C9E862F1A}"/>
              </a:ext>
            </a:extLst>
          </p:cNvPr>
          <p:cNvSpPr txBox="1"/>
          <p:nvPr/>
        </p:nvSpPr>
        <p:spPr>
          <a:xfrm>
            <a:off x="780693" y="4212292"/>
            <a:ext cx="87716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en-JP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名古屋</a:t>
            </a:r>
          </a:p>
          <a:p>
            <a:pPr algn="ctr"/>
            <a:r>
              <a:rPr lang="en-JP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大学</a:t>
            </a:r>
            <a:endParaRPr kumimoji="1" lang="en-JP" dirty="0">
              <a:solidFill>
                <a:srgbClr val="2B3348"/>
              </a:solidFill>
              <a:latin typeface="Noto Sans CJK JP Regular" panose="020B0500000000000000" pitchFamily="34" charset="-128"/>
              <a:ea typeface="Noto Sans CJK JP Regular" panose="020B0500000000000000" pitchFamily="34" charset="-128"/>
              <a:cs typeface="IPAPGothic"/>
            </a:endParaRPr>
          </a:p>
        </p:txBody>
      </p:sp>
      <p:cxnSp>
        <p:nvCxnSpPr>
          <p:cNvPr id="82" name="Straight Arrow Connector 81">
            <a:extLst>
              <a:ext uri="{FF2B5EF4-FFF2-40B4-BE49-F238E27FC236}">
                <a16:creationId xmlns:a16="http://schemas.microsoft.com/office/drawing/2014/main" id="{B3D842C7-ABB4-9BB9-D5F3-6715F780F86A}"/>
              </a:ext>
            </a:extLst>
          </p:cNvPr>
          <p:cNvCxnSpPr>
            <a:cxnSpLocks/>
            <a:stCxn id="3" idx="4"/>
          </p:cNvCxnSpPr>
          <p:nvPr/>
        </p:nvCxnSpPr>
        <p:spPr>
          <a:xfrm flipH="1">
            <a:off x="1497098" y="2654207"/>
            <a:ext cx="1547221" cy="1622937"/>
          </a:xfrm>
          <a:prstGeom prst="straightConnector1">
            <a:avLst/>
          </a:prstGeom>
          <a:ln>
            <a:solidFill>
              <a:srgbClr val="002060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8" name="TextBox 87">
            <a:extLst>
              <a:ext uri="{FF2B5EF4-FFF2-40B4-BE49-F238E27FC236}">
                <a16:creationId xmlns:a16="http://schemas.microsoft.com/office/drawing/2014/main" id="{44F99A6D-E102-31B9-FE8F-7411EBB9B0A8}"/>
              </a:ext>
            </a:extLst>
          </p:cNvPr>
          <p:cNvSpPr txBox="1"/>
          <p:nvPr/>
        </p:nvSpPr>
        <p:spPr>
          <a:xfrm>
            <a:off x="2143562" y="3519947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kumimoji="1" lang="en-JP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国立大学</a:t>
            </a:r>
          </a:p>
        </p:txBody>
      </p:sp>
      <p:sp>
        <p:nvSpPr>
          <p:cNvPr id="91" name="Oval 90">
            <a:extLst>
              <a:ext uri="{FF2B5EF4-FFF2-40B4-BE49-F238E27FC236}">
                <a16:creationId xmlns:a16="http://schemas.microsoft.com/office/drawing/2014/main" id="{D7992AAE-2FF9-7CC3-791E-604B7546004F}"/>
              </a:ext>
            </a:extLst>
          </p:cNvPr>
          <p:cNvSpPr/>
          <p:nvPr/>
        </p:nvSpPr>
        <p:spPr>
          <a:xfrm>
            <a:off x="2714320" y="4258307"/>
            <a:ext cx="788505" cy="788505"/>
          </a:xfrm>
          <a:prstGeom prst="ellipse">
            <a:avLst/>
          </a:prstGeom>
          <a:solidFill>
            <a:srgbClr val="0070C0">
              <a:alpha val="24864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/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71F9339F-D62C-A63C-1E95-11799208CBA2}"/>
              </a:ext>
            </a:extLst>
          </p:cNvPr>
          <p:cNvSpPr txBox="1"/>
          <p:nvPr/>
        </p:nvSpPr>
        <p:spPr>
          <a:xfrm>
            <a:off x="2669990" y="4486731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JP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小林誠</a:t>
            </a:r>
            <a:endParaRPr kumimoji="1" lang="en-JP" dirty="0">
              <a:solidFill>
                <a:srgbClr val="2B3348"/>
              </a:solidFill>
              <a:latin typeface="Noto Sans CJK JP Regular" panose="020B0500000000000000" pitchFamily="34" charset="-128"/>
              <a:ea typeface="Noto Sans CJK JP Regular" panose="020B0500000000000000" pitchFamily="34" charset="-128"/>
              <a:cs typeface="IPAPGothic"/>
            </a:endParaRPr>
          </a:p>
        </p:txBody>
      </p:sp>
      <p:cxnSp>
        <p:nvCxnSpPr>
          <p:cNvPr id="93" name="Straight Arrow Connector 92">
            <a:extLst>
              <a:ext uri="{FF2B5EF4-FFF2-40B4-BE49-F238E27FC236}">
                <a16:creationId xmlns:a16="http://schemas.microsoft.com/office/drawing/2014/main" id="{2C93FB76-18D7-3EF7-B8D0-CBF7AE1179BE}"/>
              </a:ext>
            </a:extLst>
          </p:cNvPr>
          <p:cNvCxnSpPr>
            <a:cxnSpLocks/>
            <a:stCxn id="92" idx="1"/>
            <a:endCxn id="81" idx="3"/>
          </p:cNvCxnSpPr>
          <p:nvPr/>
        </p:nvCxnSpPr>
        <p:spPr>
          <a:xfrm flipH="1" flipV="1">
            <a:off x="1657856" y="4535458"/>
            <a:ext cx="1012134" cy="135939"/>
          </a:xfrm>
          <a:prstGeom prst="straightConnector1">
            <a:avLst/>
          </a:prstGeom>
          <a:ln>
            <a:solidFill>
              <a:srgbClr val="002060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" name="TextBox 95">
            <a:extLst>
              <a:ext uri="{FF2B5EF4-FFF2-40B4-BE49-F238E27FC236}">
                <a16:creationId xmlns:a16="http://schemas.microsoft.com/office/drawing/2014/main" id="{D881DEBC-9EE1-F546-8D74-1DD497152A5B}"/>
              </a:ext>
            </a:extLst>
          </p:cNvPr>
          <p:cNvSpPr txBox="1"/>
          <p:nvPr/>
        </p:nvSpPr>
        <p:spPr>
          <a:xfrm>
            <a:off x="1837155" y="4258307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出身校</a:t>
            </a:r>
            <a:endParaRPr kumimoji="1" lang="en-JP" dirty="0">
              <a:solidFill>
                <a:srgbClr val="2B3348"/>
              </a:solidFill>
              <a:latin typeface="Noto Sans CJK JP Regular" panose="020B0500000000000000" pitchFamily="34" charset="-128"/>
              <a:ea typeface="Noto Sans CJK JP Regular" panose="020B0500000000000000" pitchFamily="34" charset="-128"/>
              <a:cs typeface="IPAPGothic"/>
            </a:endParaRPr>
          </a:p>
        </p:txBody>
      </p:sp>
      <p:cxnSp>
        <p:nvCxnSpPr>
          <p:cNvPr id="98" name="Straight Arrow Connector 97">
            <a:extLst>
              <a:ext uri="{FF2B5EF4-FFF2-40B4-BE49-F238E27FC236}">
                <a16:creationId xmlns:a16="http://schemas.microsoft.com/office/drawing/2014/main" id="{B063A9C3-31F5-3648-8137-1EA82611C523}"/>
              </a:ext>
            </a:extLst>
          </p:cNvPr>
          <p:cNvCxnSpPr>
            <a:cxnSpLocks/>
            <a:stCxn id="92" idx="3"/>
            <a:endCxn id="65" idx="2"/>
          </p:cNvCxnSpPr>
          <p:nvPr/>
        </p:nvCxnSpPr>
        <p:spPr>
          <a:xfrm flipV="1">
            <a:off x="3547153" y="4468199"/>
            <a:ext cx="2024396" cy="203198"/>
          </a:xfrm>
          <a:prstGeom prst="straightConnector1">
            <a:avLst/>
          </a:prstGeom>
          <a:ln>
            <a:solidFill>
              <a:srgbClr val="002060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" name="TextBox 100">
            <a:extLst>
              <a:ext uri="{FF2B5EF4-FFF2-40B4-BE49-F238E27FC236}">
                <a16:creationId xmlns:a16="http://schemas.microsoft.com/office/drawing/2014/main" id="{51BE1D7F-D051-6B7A-713B-B816A15212BB}"/>
              </a:ext>
            </a:extLst>
          </p:cNvPr>
          <p:cNvSpPr txBox="1"/>
          <p:nvPr/>
        </p:nvSpPr>
        <p:spPr>
          <a:xfrm>
            <a:off x="4305620" y="4587910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kumimoji="1" lang="en-JP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専門</a:t>
            </a:r>
          </a:p>
        </p:txBody>
      </p:sp>
    </p:spTree>
    <p:extLst>
      <p:ext uri="{BB962C8B-B14F-4D97-AF65-F5344CB8AC3E}">
        <p14:creationId xmlns:p14="http://schemas.microsoft.com/office/powerpoint/2010/main" val="4069396043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03334ECD-942F-2D96-74D5-81F0EBFC008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05258878"/>
              </p:ext>
            </p:extLst>
          </p:nvPr>
        </p:nvGraphicFramePr>
        <p:xfrm>
          <a:off x="728133" y="1967972"/>
          <a:ext cx="1303867" cy="15151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40267">
                  <a:extLst>
                    <a:ext uri="{9D8B030D-6E8A-4147-A177-3AD203B41FA5}">
                      <a16:colId xmlns:a16="http://schemas.microsoft.com/office/drawing/2014/main" val="2745869319"/>
                    </a:ext>
                  </a:extLst>
                </a:gridCol>
                <a:gridCol w="863600">
                  <a:extLst>
                    <a:ext uri="{9D8B030D-6E8A-4147-A177-3AD203B41FA5}">
                      <a16:colId xmlns:a16="http://schemas.microsoft.com/office/drawing/2014/main" val="717499992"/>
                    </a:ext>
                  </a:extLst>
                </a:gridCol>
              </a:tblGrid>
              <a:tr h="349504">
                <a:tc>
                  <a:txBody>
                    <a:bodyPr/>
                    <a:lstStyle/>
                    <a:p>
                      <a:r>
                        <a:rPr lang="en-JP" dirty="0"/>
                        <a:t>key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JP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00787865"/>
                  </a:ext>
                </a:extLst>
              </a:tr>
              <a:tr h="582822">
                <a:tc>
                  <a:txBody>
                    <a:bodyPr/>
                    <a:lstStyle/>
                    <a:p>
                      <a:pPr algn="ctr"/>
                      <a:r>
                        <a:rPr lang="en-JP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JP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4160508"/>
                  </a:ext>
                </a:extLst>
              </a:tr>
              <a:tr h="582822">
                <a:tc>
                  <a:txBody>
                    <a:bodyPr/>
                    <a:lstStyle/>
                    <a:p>
                      <a:pPr algn="ctr"/>
                      <a:r>
                        <a:rPr lang="en-JP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JP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37750577"/>
                  </a:ext>
                </a:extLst>
              </a:tr>
            </a:tbl>
          </a:graphicData>
        </a:graphic>
      </p:graphicFrame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5608CC9A-C39E-6836-C9EB-BB562C17B9F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01750339"/>
              </p:ext>
            </p:extLst>
          </p:nvPr>
        </p:nvGraphicFramePr>
        <p:xfrm>
          <a:off x="2514601" y="1967973"/>
          <a:ext cx="2150534" cy="151514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9847">
                  <a:extLst>
                    <a:ext uri="{9D8B030D-6E8A-4147-A177-3AD203B41FA5}">
                      <a16:colId xmlns:a16="http://schemas.microsoft.com/office/drawing/2014/main" val="2745869319"/>
                    </a:ext>
                  </a:extLst>
                </a:gridCol>
                <a:gridCol w="570229">
                  <a:extLst>
                    <a:ext uri="{9D8B030D-6E8A-4147-A177-3AD203B41FA5}">
                      <a16:colId xmlns:a16="http://schemas.microsoft.com/office/drawing/2014/main" val="717499992"/>
                    </a:ext>
                  </a:extLst>
                </a:gridCol>
                <a:gridCol w="570229">
                  <a:extLst>
                    <a:ext uri="{9D8B030D-6E8A-4147-A177-3AD203B41FA5}">
                      <a16:colId xmlns:a16="http://schemas.microsoft.com/office/drawing/2014/main" val="2107459392"/>
                    </a:ext>
                  </a:extLst>
                </a:gridCol>
                <a:gridCol w="570229">
                  <a:extLst>
                    <a:ext uri="{9D8B030D-6E8A-4147-A177-3AD203B41FA5}">
                      <a16:colId xmlns:a16="http://schemas.microsoft.com/office/drawing/2014/main" val="930283688"/>
                    </a:ext>
                  </a:extLst>
                </a:gridCol>
              </a:tblGrid>
              <a:tr h="306917">
                <a:tc>
                  <a:txBody>
                    <a:bodyPr/>
                    <a:lstStyle/>
                    <a:p>
                      <a:r>
                        <a:rPr lang="en-JP" dirty="0"/>
                        <a:t>key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JP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JP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JP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00787865"/>
                  </a:ext>
                </a:extLst>
              </a:tr>
              <a:tr h="604116">
                <a:tc>
                  <a:txBody>
                    <a:bodyPr/>
                    <a:lstStyle/>
                    <a:p>
                      <a:pPr algn="ctr"/>
                      <a:r>
                        <a:rPr lang="en-JP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JP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JP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JP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4160508"/>
                  </a:ext>
                </a:extLst>
              </a:tr>
              <a:tr h="604116">
                <a:tc>
                  <a:txBody>
                    <a:bodyPr/>
                    <a:lstStyle/>
                    <a:p>
                      <a:pPr algn="ctr"/>
                      <a:r>
                        <a:rPr lang="en-JP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JP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JP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JP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37750577"/>
                  </a:ext>
                </a:extLst>
              </a:tr>
            </a:tbl>
          </a:graphicData>
        </a:graphic>
      </p:graphicFrame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54369549-2967-1A1C-AE75-1E6E2CAA3E9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99472342"/>
              </p:ext>
            </p:extLst>
          </p:nvPr>
        </p:nvGraphicFramePr>
        <p:xfrm>
          <a:off x="3136055" y="3023127"/>
          <a:ext cx="208280" cy="30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80">
                  <a:extLst>
                    <a:ext uri="{9D8B030D-6E8A-4147-A177-3AD203B41FA5}">
                      <a16:colId xmlns:a16="http://schemas.microsoft.com/office/drawing/2014/main" val="2745869319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endParaRPr lang="en-JP" sz="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00787865"/>
                  </a:ext>
                </a:extLst>
              </a:tr>
              <a:tr h="0">
                <a:tc>
                  <a:txBody>
                    <a:bodyPr/>
                    <a:lstStyle/>
                    <a:p>
                      <a:endParaRPr lang="en-JP" sz="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4160508"/>
                  </a:ext>
                </a:extLst>
              </a:tr>
            </a:tbl>
          </a:graphicData>
        </a:graphic>
      </p:graphicFrame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CCDC-C130-DFEF-E703-BA325AD5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29615982"/>
              </p:ext>
            </p:extLst>
          </p:nvPr>
        </p:nvGraphicFramePr>
        <p:xfrm>
          <a:off x="3100496" y="2444749"/>
          <a:ext cx="294638" cy="25400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4638">
                  <a:extLst>
                    <a:ext uri="{9D8B030D-6E8A-4147-A177-3AD203B41FA5}">
                      <a16:colId xmlns:a16="http://schemas.microsoft.com/office/drawing/2014/main" val="2745869319"/>
                    </a:ext>
                  </a:extLst>
                </a:gridCol>
              </a:tblGrid>
              <a:tr h="254002">
                <a:tc>
                  <a:txBody>
                    <a:bodyPr/>
                    <a:lstStyle/>
                    <a:p>
                      <a:endParaRPr lang="en-JP" sz="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4160508"/>
                  </a:ext>
                </a:extLst>
              </a:tr>
            </a:tbl>
          </a:graphicData>
        </a:graphic>
      </p:graphicFrame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96425817-343E-8B4D-2CB2-D889019E6FD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98590826"/>
              </p:ext>
            </p:extLst>
          </p:nvPr>
        </p:nvGraphicFramePr>
        <p:xfrm>
          <a:off x="4174068" y="3003551"/>
          <a:ext cx="416560" cy="30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80">
                  <a:extLst>
                    <a:ext uri="{9D8B030D-6E8A-4147-A177-3AD203B41FA5}">
                      <a16:colId xmlns:a16="http://schemas.microsoft.com/office/drawing/2014/main" val="2745869319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71749999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endParaRPr lang="en-JP" sz="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JP" sz="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00787865"/>
                  </a:ext>
                </a:extLst>
              </a:tr>
              <a:tr h="0">
                <a:tc>
                  <a:txBody>
                    <a:bodyPr/>
                    <a:lstStyle/>
                    <a:p>
                      <a:endParaRPr lang="en-JP" sz="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JP" sz="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4160508"/>
                  </a:ext>
                </a:extLst>
              </a:tr>
            </a:tbl>
          </a:graphicData>
        </a:graphic>
      </p:graphicFrame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2B61708C-C4A2-50EC-D1C3-BA2207E09E3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17133297"/>
              </p:ext>
            </p:extLst>
          </p:nvPr>
        </p:nvGraphicFramePr>
        <p:xfrm>
          <a:off x="3613574" y="2419350"/>
          <a:ext cx="416560" cy="30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80">
                  <a:extLst>
                    <a:ext uri="{9D8B030D-6E8A-4147-A177-3AD203B41FA5}">
                      <a16:colId xmlns:a16="http://schemas.microsoft.com/office/drawing/2014/main" val="2745869319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71749999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endParaRPr lang="en-JP" sz="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JP" sz="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00787865"/>
                  </a:ext>
                </a:extLst>
              </a:tr>
              <a:tr h="0">
                <a:tc>
                  <a:txBody>
                    <a:bodyPr/>
                    <a:lstStyle/>
                    <a:p>
                      <a:endParaRPr lang="en-JP" sz="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JP" sz="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4160508"/>
                  </a:ext>
                </a:extLst>
              </a:tr>
            </a:tbl>
          </a:graphicData>
        </a:graphic>
      </p:graphicFrame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AE331081-F4B0-8FCE-6C27-8B1E4F6E02E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94692364"/>
              </p:ext>
            </p:extLst>
          </p:nvPr>
        </p:nvGraphicFramePr>
        <p:xfrm>
          <a:off x="5208239" y="1980197"/>
          <a:ext cx="1303867" cy="151514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40267">
                  <a:extLst>
                    <a:ext uri="{9D8B030D-6E8A-4147-A177-3AD203B41FA5}">
                      <a16:colId xmlns:a16="http://schemas.microsoft.com/office/drawing/2014/main" val="2745869319"/>
                    </a:ext>
                  </a:extLst>
                </a:gridCol>
                <a:gridCol w="863600">
                  <a:extLst>
                    <a:ext uri="{9D8B030D-6E8A-4147-A177-3AD203B41FA5}">
                      <a16:colId xmlns:a16="http://schemas.microsoft.com/office/drawing/2014/main" val="717499992"/>
                    </a:ext>
                  </a:extLst>
                </a:gridCol>
              </a:tblGrid>
              <a:tr h="301917">
                <a:tc>
                  <a:txBody>
                    <a:bodyPr/>
                    <a:lstStyle/>
                    <a:p>
                      <a:r>
                        <a:rPr lang="en-JP" dirty="0"/>
                        <a:t>key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JP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00787865"/>
                  </a:ext>
                </a:extLst>
              </a:tr>
              <a:tr h="606616">
                <a:tc>
                  <a:txBody>
                    <a:bodyPr/>
                    <a:lstStyle/>
                    <a:p>
                      <a:pPr algn="ctr"/>
                      <a:r>
                        <a:rPr lang="en-JP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JP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4160508"/>
                  </a:ext>
                </a:extLst>
              </a:tr>
              <a:tr h="606616">
                <a:tc>
                  <a:txBody>
                    <a:bodyPr/>
                    <a:lstStyle/>
                    <a:p>
                      <a:pPr algn="ctr"/>
                      <a:r>
                        <a:rPr lang="en-JP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JP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37750577"/>
                  </a:ext>
                </a:extLst>
              </a:tr>
            </a:tbl>
          </a:graphicData>
        </a:graphic>
      </p:graphicFrame>
      <p:sp>
        <p:nvSpPr>
          <p:cNvPr id="12" name="TextBox 11">
            <a:extLst>
              <a:ext uri="{FF2B5EF4-FFF2-40B4-BE49-F238E27FC236}">
                <a16:creationId xmlns:a16="http://schemas.microsoft.com/office/drawing/2014/main" id="{468E8251-1F85-015D-C8C4-066790BDA0C4}"/>
              </a:ext>
            </a:extLst>
          </p:cNvPr>
          <p:cNvSpPr txBox="1"/>
          <p:nvPr/>
        </p:nvSpPr>
        <p:spPr>
          <a:xfrm>
            <a:off x="5613402" y="2256279"/>
            <a:ext cx="1303867" cy="63094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kumimoji="1" lang="en-US" sz="500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{</a:t>
            </a:r>
          </a:p>
          <a:p>
            <a:pPr algn="l"/>
            <a:r>
              <a:rPr lang="ja-JP" altLang="en-US" sz="50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　</a:t>
            </a:r>
            <a:r>
              <a:rPr lang="en-US" altLang="ja-JP" sz="500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“</a:t>
            </a:r>
            <a:r>
              <a:rPr lang="en-US" altLang="ja-JP" sz="500" dirty="0"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student”: {</a:t>
            </a:r>
          </a:p>
          <a:p>
            <a:pPr algn="l"/>
            <a:r>
              <a:rPr lang="ja-JP" altLang="en-US" sz="500"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　　</a:t>
            </a:r>
            <a:r>
              <a:rPr lang="en-US" altLang="ja-JP" sz="500" dirty="0"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“name”: “</a:t>
            </a:r>
            <a:r>
              <a:rPr lang="ja-JP" altLang="en-US" sz="500"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山畑</a:t>
            </a:r>
            <a:r>
              <a:rPr lang="en-US" altLang="ja-JP" sz="500" dirty="0"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 </a:t>
            </a:r>
            <a:r>
              <a:rPr lang="ja-JP" altLang="en-US" sz="500"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滝子</a:t>
            </a:r>
            <a:r>
              <a:rPr lang="en-US" altLang="ja-JP" sz="500" dirty="0"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”,</a:t>
            </a:r>
          </a:p>
          <a:p>
            <a:pPr algn="l"/>
            <a:r>
              <a:rPr lang="ja-JP" altLang="en-US" sz="500"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　　</a:t>
            </a:r>
            <a:r>
              <a:rPr lang="en-US" altLang="ja-JP" sz="500" dirty="0"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“birthdate”: 2003/12/01”,</a:t>
            </a:r>
          </a:p>
          <a:p>
            <a:pPr algn="l"/>
            <a:r>
              <a:rPr lang="ja-JP" altLang="en-US" sz="500"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　　</a:t>
            </a:r>
            <a:r>
              <a:rPr lang="en-US" altLang="ja-JP" sz="500" dirty="0"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“gender”: “</a:t>
            </a:r>
            <a:r>
              <a:rPr lang="ja-JP" altLang="en-US" sz="500"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女</a:t>
            </a:r>
            <a:r>
              <a:rPr lang="en-US" altLang="ja-JP" sz="500" dirty="0"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”,</a:t>
            </a:r>
          </a:p>
          <a:p>
            <a:pPr algn="l"/>
            <a:r>
              <a:rPr lang="ja-JP" altLang="en-US" sz="500"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　</a:t>
            </a:r>
            <a:r>
              <a:rPr kumimoji="1" lang="en-US" sz="500" dirty="0"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}</a:t>
            </a:r>
          </a:p>
          <a:p>
            <a:pPr algn="l"/>
            <a:r>
              <a:rPr lang="en-US" sz="500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}</a:t>
            </a:r>
            <a:endParaRPr kumimoji="1" lang="en-JP" sz="500" dirty="0">
              <a:solidFill>
                <a:srgbClr val="2B3348"/>
              </a:solidFill>
              <a:latin typeface="Arial" panose="020B0604020202020204" pitchFamily="34" charset="0"/>
              <a:ea typeface="Noto Sans CJK JP Regular" panose="020B0500000000000000" pitchFamily="34" charset="-128"/>
              <a:cs typeface="Arial" panose="020B0604020202020204" pitchFamily="34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C16F04B-0055-F962-07BE-6C5FA7A0826B}"/>
              </a:ext>
            </a:extLst>
          </p:cNvPr>
          <p:cNvSpPr txBox="1"/>
          <p:nvPr/>
        </p:nvSpPr>
        <p:spPr>
          <a:xfrm>
            <a:off x="5613402" y="2864404"/>
            <a:ext cx="1303867" cy="63094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kumimoji="1" lang="en-US" sz="500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{</a:t>
            </a:r>
          </a:p>
          <a:p>
            <a:pPr algn="l"/>
            <a:r>
              <a:rPr lang="ja-JP" altLang="en-US" sz="50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　</a:t>
            </a:r>
            <a:r>
              <a:rPr lang="en-US" altLang="ja-JP" sz="500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“</a:t>
            </a:r>
            <a:r>
              <a:rPr lang="en-US" altLang="ja-JP" sz="500" dirty="0"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student”: {</a:t>
            </a:r>
          </a:p>
          <a:p>
            <a:pPr algn="l"/>
            <a:r>
              <a:rPr lang="ja-JP" altLang="en-US" sz="500"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　　</a:t>
            </a:r>
            <a:r>
              <a:rPr lang="en-US" altLang="ja-JP" sz="500" dirty="0"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“name”: “</a:t>
            </a:r>
            <a:r>
              <a:rPr lang="ja-JP" altLang="en-US" sz="500"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山畑</a:t>
            </a:r>
            <a:r>
              <a:rPr lang="en-US" altLang="ja-JP" sz="500" dirty="0"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 </a:t>
            </a:r>
            <a:r>
              <a:rPr lang="ja-JP" altLang="en-US" sz="500"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滝子</a:t>
            </a:r>
            <a:r>
              <a:rPr lang="en-US" altLang="ja-JP" sz="500" dirty="0"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”,</a:t>
            </a:r>
          </a:p>
          <a:p>
            <a:pPr algn="l"/>
            <a:r>
              <a:rPr lang="ja-JP" altLang="en-US" sz="500"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　　</a:t>
            </a:r>
            <a:r>
              <a:rPr lang="en-US" altLang="ja-JP" sz="500" dirty="0"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“birthdate”: 2003/12/01”,</a:t>
            </a:r>
          </a:p>
          <a:p>
            <a:pPr algn="l"/>
            <a:r>
              <a:rPr lang="ja-JP" altLang="en-US" sz="500"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　　</a:t>
            </a:r>
            <a:r>
              <a:rPr lang="en-US" altLang="ja-JP" sz="500" dirty="0"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“gender”: “</a:t>
            </a:r>
            <a:r>
              <a:rPr lang="ja-JP" altLang="en-US" sz="500"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女</a:t>
            </a:r>
            <a:r>
              <a:rPr lang="en-US" altLang="ja-JP" sz="500" dirty="0"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”,</a:t>
            </a:r>
          </a:p>
          <a:p>
            <a:pPr algn="l"/>
            <a:r>
              <a:rPr lang="ja-JP" altLang="en-US" sz="500"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　</a:t>
            </a:r>
            <a:r>
              <a:rPr kumimoji="1" lang="en-US" sz="500" dirty="0"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}</a:t>
            </a:r>
          </a:p>
          <a:p>
            <a:pPr algn="l"/>
            <a:r>
              <a:rPr lang="en-US" sz="500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}</a:t>
            </a:r>
            <a:endParaRPr kumimoji="1" lang="en-JP" sz="500" dirty="0">
              <a:solidFill>
                <a:srgbClr val="2B3348"/>
              </a:solidFill>
              <a:latin typeface="Arial" panose="020B0604020202020204" pitchFamily="34" charset="0"/>
              <a:ea typeface="Noto Sans CJK JP Regular" panose="020B0500000000000000" pitchFamily="34" charset="-128"/>
              <a:cs typeface="Arial" panose="020B0604020202020204" pitchFamily="34" charset="0"/>
            </a:endParaRP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31B91404-B67C-9FC4-9E42-05E95F959CC5}"/>
              </a:ext>
            </a:extLst>
          </p:cNvPr>
          <p:cNvCxnSpPr>
            <a:cxnSpLocks/>
            <a:stCxn id="26" idx="1"/>
            <a:endCxn id="22" idx="5"/>
          </p:cNvCxnSpPr>
          <p:nvPr/>
        </p:nvCxnSpPr>
        <p:spPr>
          <a:xfrm flipH="1" flipV="1">
            <a:off x="7260383" y="2842682"/>
            <a:ext cx="268440" cy="160019"/>
          </a:xfrm>
          <a:prstGeom prst="straightConnector1">
            <a:avLst/>
          </a:prstGeom>
          <a:ln w="15875">
            <a:solidFill>
              <a:srgbClr val="0070C0"/>
            </a:solidFill>
            <a:headEnd type="arrow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Oval 21">
            <a:extLst>
              <a:ext uri="{FF2B5EF4-FFF2-40B4-BE49-F238E27FC236}">
                <a16:creationId xmlns:a16="http://schemas.microsoft.com/office/drawing/2014/main" id="{B935E80D-10C0-8564-A0A4-30858457C04B}"/>
              </a:ext>
            </a:extLst>
          </p:cNvPr>
          <p:cNvSpPr/>
          <p:nvPr/>
        </p:nvSpPr>
        <p:spPr>
          <a:xfrm>
            <a:off x="7027338" y="2609637"/>
            <a:ext cx="273029" cy="273029"/>
          </a:xfrm>
          <a:prstGeom prst="ellipse">
            <a:avLst/>
          </a:prstGeom>
          <a:solidFill>
            <a:srgbClr val="0070C0">
              <a:alpha val="8021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/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C60CF7EB-8EF7-B6A8-6F1D-6A36768A1915}"/>
              </a:ext>
            </a:extLst>
          </p:cNvPr>
          <p:cNvSpPr/>
          <p:nvPr/>
        </p:nvSpPr>
        <p:spPr>
          <a:xfrm>
            <a:off x="7829732" y="2610167"/>
            <a:ext cx="273029" cy="273029"/>
          </a:xfrm>
          <a:prstGeom prst="ellipse">
            <a:avLst/>
          </a:prstGeom>
          <a:solidFill>
            <a:srgbClr val="0070C0">
              <a:alpha val="8021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7359B723-03DB-C0EA-2CCC-D1C414FC5CD6}"/>
              </a:ext>
            </a:extLst>
          </p:cNvPr>
          <p:cNvSpPr/>
          <p:nvPr/>
        </p:nvSpPr>
        <p:spPr>
          <a:xfrm>
            <a:off x="7488839" y="2962717"/>
            <a:ext cx="273029" cy="273029"/>
          </a:xfrm>
          <a:prstGeom prst="ellipse">
            <a:avLst/>
          </a:prstGeom>
          <a:solidFill>
            <a:srgbClr val="0070C0">
              <a:alpha val="8021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/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86CF0131-BF96-E05F-AD97-6ECB46C0D5F7}"/>
              </a:ext>
            </a:extLst>
          </p:cNvPr>
          <p:cNvCxnSpPr>
            <a:cxnSpLocks/>
            <a:stCxn id="34" idx="5"/>
            <a:endCxn id="25" idx="1"/>
          </p:cNvCxnSpPr>
          <p:nvPr/>
        </p:nvCxnSpPr>
        <p:spPr>
          <a:xfrm>
            <a:off x="7793907" y="2490661"/>
            <a:ext cx="75809" cy="159490"/>
          </a:xfrm>
          <a:prstGeom prst="straightConnector1">
            <a:avLst/>
          </a:prstGeom>
          <a:ln w="15875">
            <a:solidFill>
              <a:srgbClr val="0070C0"/>
            </a:solidFill>
            <a:headEnd type="arrow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F3153914-6338-8604-40DE-B056EE3DDF06}"/>
              </a:ext>
            </a:extLst>
          </p:cNvPr>
          <p:cNvCxnSpPr>
            <a:cxnSpLocks/>
            <a:stCxn id="25" idx="3"/>
            <a:endCxn id="26" idx="7"/>
          </p:cNvCxnSpPr>
          <p:nvPr/>
        </p:nvCxnSpPr>
        <p:spPr>
          <a:xfrm flipH="1">
            <a:off x="7721884" y="2843212"/>
            <a:ext cx="147832" cy="159489"/>
          </a:xfrm>
          <a:prstGeom prst="straightConnector1">
            <a:avLst/>
          </a:prstGeom>
          <a:ln w="15875">
            <a:solidFill>
              <a:srgbClr val="0070C0"/>
            </a:solidFill>
            <a:headEnd type="arrow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Oval 33">
            <a:extLst>
              <a:ext uri="{FF2B5EF4-FFF2-40B4-BE49-F238E27FC236}">
                <a16:creationId xmlns:a16="http://schemas.microsoft.com/office/drawing/2014/main" id="{85969DF7-7ACB-47F3-ED8A-89C797E95BD0}"/>
              </a:ext>
            </a:extLst>
          </p:cNvPr>
          <p:cNvSpPr/>
          <p:nvPr/>
        </p:nvSpPr>
        <p:spPr>
          <a:xfrm>
            <a:off x="7560862" y="2257616"/>
            <a:ext cx="273029" cy="273029"/>
          </a:xfrm>
          <a:prstGeom prst="ellipse">
            <a:avLst/>
          </a:prstGeom>
          <a:solidFill>
            <a:srgbClr val="0070C0">
              <a:alpha val="8021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/>
          </a:p>
        </p:txBody>
      </p:sp>
      <p:sp>
        <p:nvSpPr>
          <p:cNvPr id="43" name="Oval 42">
            <a:extLst>
              <a:ext uri="{FF2B5EF4-FFF2-40B4-BE49-F238E27FC236}">
                <a16:creationId xmlns:a16="http://schemas.microsoft.com/office/drawing/2014/main" id="{A6A62E4C-6EF5-E429-EBBF-E51BAEE2727D}"/>
              </a:ext>
            </a:extLst>
          </p:cNvPr>
          <p:cNvSpPr/>
          <p:nvPr/>
        </p:nvSpPr>
        <p:spPr>
          <a:xfrm>
            <a:off x="8165801" y="2971222"/>
            <a:ext cx="273029" cy="273029"/>
          </a:xfrm>
          <a:prstGeom prst="ellipse">
            <a:avLst/>
          </a:prstGeom>
          <a:solidFill>
            <a:srgbClr val="0070C0">
              <a:alpha val="8021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/>
          </a:p>
        </p:txBody>
      </p: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A17612A2-8647-4203-A5DD-7D9DB7B0590C}"/>
              </a:ext>
            </a:extLst>
          </p:cNvPr>
          <p:cNvCxnSpPr>
            <a:cxnSpLocks/>
            <a:stCxn id="43" idx="1"/>
            <a:endCxn id="25" idx="5"/>
          </p:cNvCxnSpPr>
          <p:nvPr/>
        </p:nvCxnSpPr>
        <p:spPr>
          <a:xfrm flipH="1" flipV="1">
            <a:off x="8062777" y="2843212"/>
            <a:ext cx="143008" cy="167994"/>
          </a:xfrm>
          <a:prstGeom prst="straightConnector1">
            <a:avLst/>
          </a:prstGeom>
          <a:ln w="15875">
            <a:solidFill>
              <a:srgbClr val="0070C0"/>
            </a:solidFill>
            <a:headEnd type="arrow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Oval 50">
            <a:extLst>
              <a:ext uri="{FF2B5EF4-FFF2-40B4-BE49-F238E27FC236}">
                <a16:creationId xmlns:a16="http://schemas.microsoft.com/office/drawing/2014/main" id="{BF54FC40-4A1C-5B9C-CB91-F8AA6DDCC218}"/>
              </a:ext>
            </a:extLst>
          </p:cNvPr>
          <p:cNvSpPr/>
          <p:nvPr/>
        </p:nvSpPr>
        <p:spPr>
          <a:xfrm>
            <a:off x="8358581" y="2298721"/>
            <a:ext cx="273029" cy="273029"/>
          </a:xfrm>
          <a:prstGeom prst="ellipse">
            <a:avLst/>
          </a:prstGeom>
          <a:solidFill>
            <a:srgbClr val="0070C0">
              <a:alpha val="8021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/>
          </a:p>
        </p:txBody>
      </p: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F0E8FF93-1789-DA56-FF07-6F801D017F84}"/>
              </a:ext>
            </a:extLst>
          </p:cNvPr>
          <p:cNvCxnSpPr>
            <a:cxnSpLocks/>
            <a:stCxn id="51" idx="3"/>
            <a:endCxn id="25" idx="7"/>
          </p:cNvCxnSpPr>
          <p:nvPr/>
        </p:nvCxnSpPr>
        <p:spPr>
          <a:xfrm flipH="1">
            <a:off x="8062777" y="2531766"/>
            <a:ext cx="335788" cy="118385"/>
          </a:xfrm>
          <a:prstGeom prst="straightConnector1">
            <a:avLst/>
          </a:prstGeom>
          <a:ln w="15875">
            <a:solidFill>
              <a:srgbClr val="0070C0"/>
            </a:solidFill>
            <a:headEnd type="arrow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TextBox 57">
            <a:extLst>
              <a:ext uri="{FF2B5EF4-FFF2-40B4-BE49-F238E27FC236}">
                <a16:creationId xmlns:a16="http://schemas.microsoft.com/office/drawing/2014/main" id="{A9869A40-0862-50A1-C528-4CB072E7546E}"/>
              </a:ext>
            </a:extLst>
          </p:cNvPr>
          <p:cNvSpPr txBox="1"/>
          <p:nvPr/>
        </p:nvSpPr>
        <p:spPr>
          <a:xfrm>
            <a:off x="208911" y="1544919"/>
            <a:ext cx="23423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 err="1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キ</a:t>
            </a:r>
            <a:r>
              <a:rPr lang="en-US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ー・</a:t>
            </a:r>
            <a:r>
              <a:rPr lang="en-US" dirty="0" err="1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バリュー型</a:t>
            </a:r>
            <a:r>
              <a:rPr kumimoji="1" lang="en-US" dirty="0" err="1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DB</a:t>
            </a:r>
            <a:endParaRPr kumimoji="1" lang="en-JP" dirty="0" err="1">
              <a:solidFill>
                <a:srgbClr val="2B3348"/>
              </a:solidFill>
              <a:latin typeface="Noto Sans CJK JP Regular" panose="020B0500000000000000" pitchFamily="34" charset="-128"/>
              <a:ea typeface="Noto Sans CJK JP Regular" panose="020B0500000000000000" pitchFamily="34" charset="-128"/>
              <a:cs typeface="IPAPGothic"/>
            </a:endParaRP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7D64961E-6361-9C49-DA8A-059E857B284D}"/>
              </a:ext>
            </a:extLst>
          </p:cNvPr>
          <p:cNvSpPr txBox="1"/>
          <p:nvPr/>
        </p:nvSpPr>
        <p:spPr>
          <a:xfrm>
            <a:off x="3019501" y="1544919"/>
            <a:ext cx="11881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 err="1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列指向</a:t>
            </a:r>
            <a:r>
              <a:rPr lang="en-JP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DB</a:t>
            </a:r>
            <a:endParaRPr lang="en-US" dirty="0">
              <a:solidFill>
                <a:srgbClr val="2B3348"/>
              </a:solidFill>
              <a:latin typeface="Noto Sans CJK JP Regular" panose="020B0500000000000000" pitchFamily="34" charset="-128"/>
              <a:ea typeface="Noto Sans CJK JP Regular" panose="020B0500000000000000" pitchFamily="34" charset="-128"/>
              <a:cs typeface="IPAPGothic"/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9D0713FF-A319-8507-3A39-943396EB52B1}"/>
              </a:ext>
            </a:extLst>
          </p:cNvPr>
          <p:cNvSpPr txBox="1"/>
          <p:nvPr/>
        </p:nvSpPr>
        <p:spPr>
          <a:xfrm>
            <a:off x="4689018" y="1544919"/>
            <a:ext cx="234230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 err="1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ドキュメント指向</a:t>
            </a:r>
            <a:r>
              <a:rPr kumimoji="1" lang="en-US" dirty="0" err="1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DB</a:t>
            </a:r>
            <a:endParaRPr kumimoji="1" lang="en-JP" dirty="0" err="1">
              <a:solidFill>
                <a:srgbClr val="2B3348"/>
              </a:solidFill>
              <a:latin typeface="Noto Sans CJK JP Regular" panose="020B0500000000000000" pitchFamily="34" charset="-128"/>
              <a:ea typeface="Noto Sans CJK JP Regular" panose="020B0500000000000000" pitchFamily="34" charset="-128"/>
              <a:cs typeface="IPAPGothic"/>
            </a:endParaRP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2CB078B7-1796-3CF6-BE43-AE9D3A977B21}"/>
              </a:ext>
            </a:extLst>
          </p:cNvPr>
          <p:cNvSpPr txBox="1"/>
          <p:nvPr/>
        </p:nvSpPr>
        <p:spPr>
          <a:xfrm>
            <a:off x="7260383" y="1538639"/>
            <a:ext cx="11881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en-US" dirty="0" err="1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グラフDB</a:t>
            </a:r>
            <a:endParaRPr kumimoji="1" lang="en-JP" dirty="0" err="1">
              <a:solidFill>
                <a:srgbClr val="2B3348"/>
              </a:solidFill>
              <a:latin typeface="Noto Sans CJK JP Regular" panose="020B0500000000000000" pitchFamily="34" charset="-128"/>
              <a:ea typeface="Noto Sans CJK JP Regular" panose="020B0500000000000000" pitchFamily="34" charset="-128"/>
              <a:cs typeface="IPAPGothic"/>
            </a:endParaRPr>
          </a:p>
        </p:txBody>
      </p: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004AE500-FB58-6B07-9EBF-4DF5D12380DF}"/>
              </a:ext>
            </a:extLst>
          </p:cNvPr>
          <p:cNvCxnSpPr>
            <a:cxnSpLocks/>
          </p:cNvCxnSpPr>
          <p:nvPr/>
        </p:nvCxnSpPr>
        <p:spPr>
          <a:xfrm>
            <a:off x="132711" y="3750126"/>
            <a:ext cx="8726178" cy="0"/>
          </a:xfrm>
          <a:prstGeom prst="straightConnector1">
            <a:avLst/>
          </a:prstGeom>
          <a:ln w="38100">
            <a:solidFill>
              <a:schemeClr val="tx1"/>
            </a:solidFill>
            <a:headEnd type="arrow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>
            <a:extLst>
              <a:ext uri="{FF2B5EF4-FFF2-40B4-BE49-F238E27FC236}">
                <a16:creationId xmlns:a16="http://schemas.microsoft.com/office/drawing/2014/main" id="{219E7B5A-50E8-760D-602C-8B18920F470F}"/>
              </a:ext>
            </a:extLst>
          </p:cNvPr>
          <p:cNvSpPr txBox="1"/>
          <p:nvPr/>
        </p:nvSpPr>
        <p:spPr>
          <a:xfrm>
            <a:off x="0" y="3864397"/>
            <a:ext cx="223651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kumimoji="1" lang="en-JP" sz="20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データ処理が高速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D37BD390-D2F8-EB8B-757D-9C17672863C0}"/>
              </a:ext>
            </a:extLst>
          </p:cNvPr>
          <p:cNvSpPr txBox="1"/>
          <p:nvPr/>
        </p:nvSpPr>
        <p:spPr>
          <a:xfrm>
            <a:off x="6651010" y="3874111"/>
            <a:ext cx="249299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20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複雑なデータを表現</a:t>
            </a:r>
            <a:endParaRPr kumimoji="1" lang="en-JP" sz="2000" dirty="0">
              <a:solidFill>
                <a:srgbClr val="2B3348"/>
              </a:solidFill>
              <a:latin typeface="Noto Sans CJK JP Regular" panose="020B0500000000000000" pitchFamily="34" charset="-128"/>
              <a:ea typeface="Noto Sans CJK JP Regular" panose="020B0500000000000000" pitchFamily="34" charset="-128"/>
              <a:cs typeface="IPAPGothic"/>
            </a:endParaRPr>
          </a:p>
        </p:txBody>
      </p:sp>
    </p:spTree>
    <p:extLst>
      <p:ext uri="{BB962C8B-B14F-4D97-AF65-F5344CB8AC3E}">
        <p14:creationId xmlns:p14="http://schemas.microsoft.com/office/powerpoint/2010/main" val="160305768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none" rtlCol="0">
        <a:spAutoFit/>
      </a:bodyPr>
      <a:lstStyle>
        <a:defPPr algn="l">
          <a:defRPr kumimoji="1" sz="2000" dirty="0" err="1" smtClean="0">
            <a:solidFill>
              <a:srgbClr val="2B3348"/>
            </a:solidFill>
            <a:latin typeface="Noto Sans CJK JP Regular" panose="020B0500000000000000" pitchFamily="34" charset="-128"/>
            <a:ea typeface="Noto Sans CJK JP Regular" panose="020B0500000000000000" pitchFamily="34" charset="-128"/>
            <a:cs typeface="IPAPGothic"/>
          </a:defRPr>
        </a:defPPr>
      </a:lstStyle>
    </a:txDef>
  </a:objectDefaults>
  <a:extraClrSchemeLst/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ホワイ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14668</TotalTime>
  <Words>3544</Words>
  <Application>Microsoft Macintosh PowerPoint</Application>
  <PresentationFormat>On-screen Show (16:9)</PresentationFormat>
  <Paragraphs>2061</Paragraphs>
  <Slides>78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78</vt:i4>
      </vt:variant>
    </vt:vector>
  </HeadingPairs>
  <TitlesOfParts>
    <vt:vector size="89" baseType="lpstr">
      <vt:lpstr>HGPSoeiKakugothicUB</vt:lpstr>
      <vt:lpstr>HGPSoeiKakugothicUB</vt:lpstr>
      <vt:lpstr>IPAPGothic</vt:lpstr>
      <vt:lpstr>Noto Sans CJK JP Light</vt:lpstr>
      <vt:lpstr>Noto Sans CJK JP Regular</vt:lpstr>
      <vt:lpstr>Source Han Sans JP Medium</vt:lpstr>
      <vt:lpstr>Arial</vt:lpstr>
      <vt:lpstr>Calibri</vt:lpstr>
      <vt:lpstr>Times New Roman</vt:lpstr>
      <vt:lpstr>Wingdings</vt:lpstr>
      <vt:lpstr>Office テーマ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スライド 1</dc:title>
  <dc:creator>山本 祐輔</dc:creator>
  <cp:lastModifiedBy>Yusuke Yamamoto</cp:lastModifiedBy>
  <cp:revision>728</cp:revision>
  <cp:lastPrinted>2026-03-19T09:32:03Z</cp:lastPrinted>
  <dcterms:created xsi:type="dcterms:W3CDTF">2010-10-04T15:13:58Z</dcterms:created>
  <dcterms:modified xsi:type="dcterms:W3CDTF">2026-03-22T02:37:56Z</dcterms:modified>
</cp:coreProperties>
</file>