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2"/>
  </p:notesMasterIdLst>
  <p:handoutMasterIdLst>
    <p:handoutMasterId r:id="rId93"/>
  </p:handoutMasterIdLst>
  <p:sldIdLst>
    <p:sldId id="507" r:id="rId2"/>
    <p:sldId id="510" r:id="rId3"/>
    <p:sldId id="536" r:id="rId4"/>
    <p:sldId id="508" r:id="rId5"/>
    <p:sldId id="509" r:id="rId6"/>
    <p:sldId id="511" r:id="rId7"/>
    <p:sldId id="512" r:id="rId8"/>
    <p:sldId id="513" r:id="rId9"/>
    <p:sldId id="514" r:id="rId10"/>
    <p:sldId id="515" r:id="rId11"/>
    <p:sldId id="516" r:id="rId12"/>
    <p:sldId id="517" r:id="rId13"/>
    <p:sldId id="518" r:id="rId14"/>
    <p:sldId id="556" r:id="rId15"/>
    <p:sldId id="535" r:id="rId16"/>
    <p:sldId id="519" r:id="rId17"/>
    <p:sldId id="520" r:id="rId18"/>
    <p:sldId id="597" r:id="rId19"/>
    <p:sldId id="521" r:id="rId20"/>
    <p:sldId id="541" r:id="rId21"/>
    <p:sldId id="522" r:id="rId22"/>
    <p:sldId id="592" r:id="rId23"/>
    <p:sldId id="593" r:id="rId24"/>
    <p:sldId id="523" r:id="rId25"/>
    <p:sldId id="524" r:id="rId26"/>
    <p:sldId id="525" r:id="rId27"/>
    <p:sldId id="594" r:id="rId28"/>
    <p:sldId id="528" r:id="rId29"/>
    <p:sldId id="526" r:id="rId30"/>
    <p:sldId id="570" r:id="rId31"/>
    <p:sldId id="571" r:id="rId32"/>
    <p:sldId id="596" r:id="rId33"/>
    <p:sldId id="572" r:id="rId34"/>
    <p:sldId id="529" r:id="rId35"/>
    <p:sldId id="595" r:id="rId36"/>
    <p:sldId id="530" r:id="rId37"/>
    <p:sldId id="531" r:id="rId38"/>
    <p:sldId id="533" r:id="rId39"/>
    <p:sldId id="534" r:id="rId40"/>
    <p:sldId id="537" r:id="rId41"/>
    <p:sldId id="538" r:id="rId42"/>
    <p:sldId id="539" r:id="rId43"/>
    <p:sldId id="540" r:id="rId44"/>
    <p:sldId id="542" r:id="rId45"/>
    <p:sldId id="543" r:id="rId46"/>
    <p:sldId id="544" r:id="rId47"/>
    <p:sldId id="566" r:id="rId48"/>
    <p:sldId id="567" r:id="rId49"/>
    <p:sldId id="598" r:id="rId50"/>
    <p:sldId id="549" r:id="rId51"/>
    <p:sldId id="550" r:id="rId52"/>
    <p:sldId id="551" r:id="rId53"/>
    <p:sldId id="604" r:id="rId54"/>
    <p:sldId id="545" r:id="rId55"/>
    <p:sldId id="591" r:id="rId56"/>
    <p:sldId id="546" r:id="rId57"/>
    <p:sldId id="547" r:id="rId58"/>
    <p:sldId id="548" r:id="rId59"/>
    <p:sldId id="557" r:id="rId60"/>
    <p:sldId id="574" r:id="rId61"/>
    <p:sldId id="575" r:id="rId62"/>
    <p:sldId id="576" r:id="rId63"/>
    <p:sldId id="578" r:id="rId64"/>
    <p:sldId id="554" r:id="rId65"/>
    <p:sldId id="559" r:id="rId66"/>
    <p:sldId id="564" r:id="rId67"/>
    <p:sldId id="562" r:id="rId68"/>
    <p:sldId id="599" r:id="rId69"/>
    <p:sldId id="561" r:id="rId70"/>
    <p:sldId id="600" r:id="rId71"/>
    <p:sldId id="563" r:id="rId72"/>
    <p:sldId id="601" r:id="rId73"/>
    <p:sldId id="555" r:id="rId74"/>
    <p:sldId id="602" r:id="rId75"/>
    <p:sldId id="565" r:id="rId76"/>
    <p:sldId id="603" r:id="rId77"/>
    <p:sldId id="560" r:id="rId78"/>
    <p:sldId id="569" r:id="rId79"/>
    <p:sldId id="580" r:id="rId80"/>
    <p:sldId id="582" r:id="rId81"/>
    <p:sldId id="579" r:id="rId82"/>
    <p:sldId id="581" r:id="rId83"/>
    <p:sldId id="583" r:id="rId84"/>
    <p:sldId id="584" r:id="rId85"/>
    <p:sldId id="585" r:id="rId86"/>
    <p:sldId id="586" r:id="rId87"/>
    <p:sldId id="589" r:id="rId88"/>
    <p:sldId id="587" r:id="rId89"/>
    <p:sldId id="588" r:id="rId90"/>
    <p:sldId id="590" r:id="rId91"/>
  </p:sldIdLst>
  <p:sldSz cx="9144000" cy="5143500" type="screen16x9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 preparation" id="{C7A31B0A-B428-7E49-A66A-CA28BAD6381A}">
          <p14:sldIdLst>
            <p14:sldId id="507"/>
            <p14:sldId id="510"/>
            <p14:sldId id="536"/>
            <p14:sldId id="508"/>
            <p14:sldId id="509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56"/>
            <p14:sldId id="535"/>
            <p14:sldId id="519"/>
            <p14:sldId id="520"/>
            <p14:sldId id="597"/>
            <p14:sldId id="521"/>
            <p14:sldId id="541"/>
            <p14:sldId id="522"/>
            <p14:sldId id="592"/>
            <p14:sldId id="593"/>
            <p14:sldId id="523"/>
            <p14:sldId id="524"/>
            <p14:sldId id="525"/>
            <p14:sldId id="594"/>
            <p14:sldId id="528"/>
            <p14:sldId id="526"/>
            <p14:sldId id="570"/>
            <p14:sldId id="571"/>
            <p14:sldId id="596"/>
            <p14:sldId id="572"/>
            <p14:sldId id="529"/>
            <p14:sldId id="595"/>
            <p14:sldId id="530"/>
            <p14:sldId id="531"/>
            <p14:sldId id="533"/>
            <p14:sldId id="534"/>
            <p14:sldId id="537"/>
            <p14:sldId id="538"/>
            <p14:sldId id="539"/>
            <p14:sldId id="540"/>
            <p14:sldId id="542"/>
            <p14:sldId id="543"/>
            <p14:sldId id="544"/>
            <p14:sldId id="566"/>
            <p14:sldId id="567"/>
            <p14:sldId id="598"/>
            <p14:sldId id="549"/>
            <p14:sldId id="550"/>
            <p14:sldId id="551"/>
            <p14:sldId id="604"/>
            <p14:sldId id="545"/>
            <p14:sldId id="591"/>
            <p14:sldId id="546"/>
            <p14:sldId id="547"/>
            <p14:sldId id="548"/>
            <p14:sldId id="557"/>
            <p14:sldId id="574"/>
            <p14:sldId id="575"/>
            <p14:sldId id="576"/>
            <p14:sldId id="578"/>
            <p14:sldId id="554"/>
            <p14:sldId id="559"/>
            <p14:sldId id="564"/>
            <p14:sldId id="562"/>
            <p14:sldId id="599"/>
            <p14:sldId id="561"/>
            <p14:sldId id="600"/>
            <p14:sldId id="563"/>
            <p14:sldId id="601"/>
            <p14:sldId id="555"/>
            <p14:sldId id="602"/>
            <p14:sldId id="565"/>
            <p14:sldId id="603"/>
            <p14:sldId id="560"/>
            <p14:sldId id="569"/>
            <p14:sldId id="580"/>
            <p14:sldId id="582"/>
            <p14:sldId id="579"/>
            <p14:sldId id="581"/>
            <p14:sldId id="583"/>
            <p14:sldId id="584"/>
            <p14:sldId id="585"/>
            <p14:sldId id="586"/>
            <p14:sldId id="589"/>
            <p14:sldId id="587"/>
            <p14:sldId id="588"/>
            <p14:sldId id="590"/>
          </p14:sldIdLst>
        </p14:section>
        <p14:section name="Just idea" id="{5330A35D-BDF1-764E-9BDA-B976480D807D}">
          <p14:sldIdLst/>
        </p14:section>
        <p14:section name="main" id="{158790CF-913C-6D41-ABB2-681CB980D016}">
          <p14:sldIdLst/>
        </p14:section>
        <p14:section name="materials" id="{A9DAD144-7FDD-414B-9BB7-3D82A5D95C9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A1C47"/>
    <a:srgbClr val="37AA73"/>
    <a:srgbClr val="00205B"/>
    <a:srgbClr val="F0D2D7"/>
    <a:srgbClr val="F3D9DD"/>
    <a:srgbClr val="E8EBF0"/>
    <a:srgbClr val="D3D8E1"/>
    <a:srgbClr val="0070C0"/>
    <a:srgbClr val="2B3348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247"/>
  </p:normalViewPr>
  <p:slideViewPr>
    <p:cSldViewPr snapToGrid="0" snapToObjects="1">
      <p:cViewPr varScale="1">
        <p:scale>
          <a:sx n="160" d="100"/>
          <a:sy n="160" d="100"/>
        </p:scale>
        <p:origin x="320" y="168"/>
      </p:cViewPr>
      <p:guideLst>
        <p:guide orient="horz" pos="164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50AD3-AEC9-404E-B869-3E734B1DD29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F96A5-DF89-1847-9DAE-1881412CAF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971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1F831-3D38-1744-B189-0649E8DAA9DC}" type="datetimeFigureOut">
              <a:rPr lang="ja-JP" altLang="en-US" smtClean="0"/>
              <a:pPr/>
              <a:t>2026/3/31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5A5B8-C720-154F-A800-95E8F5279A1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35688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1" y="1597825"/>
            <a:ext cx="7772400" cy="1102519"/>
          </a:xfrm>
          <a:effectLst/>
        </p:spPr>
        <p:txBody>
          <a:bodyPr/>
          <a:lstStyle>
            <a:lvl1pPr algn="just">
              <a:defRPr sz="4049" b="0" i="0">
                <a:solidFill>
                  <a:srgbClr val="2B3348"/>
                </a:solidFill>
                <a:effectLst/>
                <a:latin typeface="HGP創英角ｺﾞｼｯｸUB"/>
                <a:ea typeface="HGP創英角ｺﾞｼｯｸUB"/>
                <a:cs typeface="HGP創英角ｺﾞｼｯｸUB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685801" y="2914650"/>
            <a:ext cx="7772400" cy="1314450"/>
          </a:xfrm>
        </p:spPr>
        <p:txBody>
          <a:bodyPr>
            <a:normAutofit/>
          </a:bodyPr>
          <a:lstStyle>
            <a:lvl1pPr marL="0" indent="0" algn="just">
              <a:buNone/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1pPr>
            <a:lvl2pPr marL="342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 サブタイトルの書式設定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0B7E-F3A5-D043-AB51-DB906309A77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5FE1023-8FA0-9F47-B3C7-EF11DDC3EB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1100910"/>
            <a:ext cx="7772400" cy="486054"/>
          </a:xfrm>
        </p:spPr>
        <p:txBody>
          <a:bodyPr anchor="ctr">
            <a:normAutofit/>
          </a:bodyPr>
          <a:lstStyle>
            <a:lvl1pPr marL="0" indent="0">
              <a:buNone/>
              <a:defRPr sz="1799">
                <a:solidFill>
                  <a:srgbClr val="930D14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defRPr>
            </a:lvl1pPr>
          </a:lstStyle>
          <a:p>
            <a:pPr lvl="0"/>
            <a:r>
              <a:rPr kumimoji="1" lang="ja-JP" altLang="en-US" noProof="0"/>
              <a:t>イベント名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3" y="1"/>
            <a:ext cx="9144000" cy="337544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"/>
            <a:ext cx="8229600" cy="323373"/>
          </a:xfrm>
        </p:spPr>
        <p:txBody>
          <a:bodyPr/>
          <a:lstStyle>
            <a:lvl1pPr>
              <a:defRPr sz="1425">
                <a:solidFill>
                  <a:schemeClr val="bg1"/>
                </a:solidFill>
                <a:latin typeface="Source Han Sans JP Medium"/>
                <a:cs typeface="Source Han Sans JP Medium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3" y="514351"/>
            <a:ext cx="8229600" cy="4526756"/>
          </a:xfrm>
        </p:spPr>
        <p:txBody>
          <a:bodyPr/>
          <a:lstStyle>
            <a:lvl1pPr>
              <a:buClr>
                <a:srgbClr val="930D14"/>
              </a:buClr>
              <a:defRPr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1pPr>
            <a:lvl2pPr>
              <a:buClr>
                <a:srgbClr val="930D14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2pPr>
            <a:lvl3pPr>
              <a:buClr>
                <a:srgbClr val="930D14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3pPr>
            <a:lvl4pPr>
              <a:buClr>
                <a:srgbClr val="930D14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4pPr>
            <a:lvl5pPr>
              <a:buClr>
                <a:srgbClr val="930D14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0B7E-F3A5-D043-AB51-DB906309A77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_without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13139"/>
            <a:ext cx="8229600" cy="323373"/>
          </a:xfrm>
        </p:spPr>
        <p:txBody>
          <a:bodyPr/>
          <a:lstStyle>
            <a:lvl1pPr>
              <a:defRPr sz="1425">
                <a:solidFill>
                  <a:srgbClr val="2B3348"/>
                </a:solidFill>
                <a:latin typeface="Source Han Sans JP Medium"/>
                <a:cs typeface="Source Han Sans JP Medium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3" y="514351"/>
            <a:ext cx="8229600" cy="4526756"/>
          </a:xfrm>
        </p:spPr>
        <p:txBody>
          <a:bodyPr/>
          <a:lstStyle>
            <a:lvl1pPr>
              <a:buClr>
                <a:srgbClr val="BA1C47"/>
              </a:buClr>
              <a:defRPr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1pPr>
            <a:lvl2pPr>
              <a:buClr>
                <a:srgbClr val="BA1C47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2pPr>
            <a:lvl3pPr>
              <a:buClr>
                <a:srgbClr val="BA1C47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3pPr>
            <a:lvl4pPr>
              <a:buClr>
                <a:srgbClr val="BA1C47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4pPr>
            <a:lvl5pPr>
              <a:buClr>
                <a:srgbClr val="BA1C47"/>
              </a:buClr>
              <a:defRPr sz="1799" b="0" i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Noto Sans CJK JP Regular" panose="020B0500000000000000" pitchFamily="34" charset="-128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0B7E-F3A5-D043-AB51-DB906309A77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361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3" y="0"/>
            <a:ext cx="9144000" cy="5143500"/>
          </a:xfrm>
          <a:prstGeom prst="rect">
            <a:avLst/>
          </a:prstGeom>
          <a:solidFill>
            <a:srgbClr val="B1B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u="sng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36104" y="2571751"/>
            <a:ext cx="7772400" cy="1021556"/>
          </a:xfrm>
          <a:effectLst/>
        </p:spPr>
        <p:txBody>
          <a:bodyPr anchor="b"/>
          <a:lstStyle>
            <a:lvl1pPr algn="l">
              <a:defRPr sz="3000" b="0" i="0" cap="all">
                <a:solidFill>
                  <a:schemeClr val="tx1"/>
                </a:solidFill>
                <a:effectLst/>
                <a:latin typeface="HGP創英角ｺﾞｼｯｸUB"/>
                <a:ea typeface="HGP創英角ｺﾞｼｯｸUB"/>
                <a:cs typeface="HGP創英角ｺﾞｼｯｸUB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0B7E-F3A5-D043-AB51-DB906309A77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3" y="3651870"/>
            <a:ext cx="9144000" cy="0"/>
          </a:xfrm>
          <a:prstGeom prst="line">
            <a:avLst/>
          </a:prstGeom>
          <a:ln w="12700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501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A54954-C717-E34E-BE51-5A2CE9599668}"/>
              </a:ext>
            </a:extLst>
          </p:cNvPr>
          <p:cNvSpPr/>
          <p:nvPr userDrawn="1"/>
        </p:nvSpPr>
        <p:spPr>
          <a:xfrm>
            <a:off x="2" y="0"/>
            <a:ext cx="9153165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13139"/>
            <a:ext cx="8229600" cy="323373"/>
          </a:xfrm>
        </p:spPr>
        <p:txBody>
          <a:bodyPr/>
          <a:lstStyle>
            <a:lvl1pPr>
              <a:defRPr sz="1425">
                <a:solidFill>
                  <a:schemeClr val="bg1"/>
                </a:solidFill>
                <a:latin typeface="Source Han Sans JP Medium"/>
                <a:cs typeface="Source Han Sans JP Medium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30B7E-F3A5-D043-AB51-DB906309A77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0855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D002C-003E-1046-811A-0D1629A6BF3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528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3" y="685800"/>
            <a:ext cx="8229600" cy="4171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5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019567" y="4869657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IPAPGothic"/>
                <a:ea typeface="IPAPGothic"/>
                <a:cs typeface="IPAPGothic"/>
              </a:defRPr>
            </a:lvl1pPr>
          </a:lstStyle>
          <a:p>
            <a:fld id="{A4130B7E-F3A5-D043-AB51-DB906309A77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3" y="141480"/>
            <a:ext cx="8229600" cy="400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dirty="0"/>
              <a:t>マスタ タイトルの書式設定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  <p:sldLayoutId id="2147483652" r:id="rId5"/>
    <p:sldLayoutId id="2147483655" r:id="rId6"/>
    <p:sldLayoutId id="2147483654" r:id="rId7"/>
  </p:sldLayoutIdLst>
  <p:hf sldNum="0" hdr="0" ftr="0" dt="0"/>
  <p:txStyles>
    <p:titleStyle>
      <a:lvl1pPr algn="l" defTabSz="342863" rtl="0" eaLnBrk="1" latinLnBrk="0" hangingPunct="1">
        <a:spcBef>
          <a:spcPct val="0"/>
        </a:spcBef>
        <a:buNone/>
        <a:defRPr kumimoji="1" sz="1799" b="0" i="0" kern="1200">
          <a:solidFill>
            <a:srgbClr val="2B3348"/>
          </a:solidFill>
          <a:latin typeface="Noto Sans CJK JP Light" panose="020B0300000000000000" pitchFamily="34" charset="-128"/>
          <a:ea typeface="Noto Sans CJK JP Light" panose="020B0300000000000000" pitchFamily="34" charset="-128"/>
          <a:cs typeface="Noto Sans CJK JP Light" panose="020B0300000000000000" pitchFamily="34" charset="-128"/>
        </a:defRPr>
      </a:lvl1pPr>
    </p:titleStyle>
    <p:bodyStyle>
      <a:lvl1pPr marL="257147" indent="-257147" algn="l" defTabSz="342863" rtl="0" eaLnBrk="1" latinLnBrk="0" hangingPunct="1">
        <a:spcBef>
          <a:spcPct val="20000"/>
        </a:spcBef>
        <a:buFont typeface="Wingdings" charset="2"/>
        <a:buChar char="l"/>
        <a:defRPr kumimoji="1" sz="2399" kern="1200">
          <a:solidFill>
            <a:srgbClr val="2B3348"/>
          </a:solidFill>
          <a:latin typeface="IPAPGothic"/>
          <a:ea typeface="IPAPGothic"/>
          <a:cs typeface="IPAPGothic"/>
        </a:defRPr>
      </a:lvl1pPr>
      <a:lvl2pPr marL="557153" indent="-214291" algn="l" defTabSz="342863" rtl="0" eaLnBrk="1" latinLnBrk="0" hangingPunct="1">
        <a:spcBef>
          <a:spcPct val="20000"/>
        </a:spcBef>
        <a:buFont typeface="Arial"/>
        <a:buChar char="–"/>
        <a:defRPr kumimoji="1" sz="2099" kern="1200">
          <a:solidFill>
            <a:schemeClr val="tx1"/>
          </a:solidFill>
          <a:latin typeface="IPAPGothic"/>
          <a:ea typeface="IPAPGothic"/>
          <a:cs typeface="IPAPGothic"/>
        </a:defRPr>
      </a:lvl2pPr>
      <a:lvl3pPr marL="857158" indent="-171432" algn="l" defTabSz="342863" rtl="0" eaLnBrk="1" latinLnBrk="0" hangingPunct="1">
        <a:spcBef>
          <a:spcPct val="20000"/>
        </a:spcBef>
        <a:buFont typeface="Arial"/>
        <a:buChar char="•"/>
        <a:defRPr kumimoji="1" sz="1799" kern="1200">
          <a:solidFill>
            <a:srgbClr val="2B3348"/>
          </a:solidFill>
          <a:latin typeface="IPAPGothic"/>
          <a:ea typeface="IPAPGothic"/>
          <a:cs typeface="IPAPGothic"/>
        </a:defRPr>
      </a:lvl3pPr>
      <a:lvl4pPr marL="1200020" indent="-171432" algn="l" defTabSz="342863" rtl="0" eaLnBrk="1" latinLnBrk="0" hangingPunct="1">
        <a:spcBef>
          <a:spcPct val="20000"/>
        </a:spcBef>
        <a:buFont typeface="Arial"/>
        <a:buChar char="–"/>
        <a:defRPr kumimoji="1" sz="1500" kern="1200">
          <a:solidFill>
            <a:srgbClr val="2B3348"/>
          </a:solidFill>
          <a:latin typeface="IPAPGothic"/>
          <a:ea typeface="IPAPGothic"/>
          <a:cs typeface="IPAPGothic"/>
        </a:defRPr>
      </a:lvl4pPr>
      <a:lvl5pPr marL="1542884" indent="-171432" algn="l" defTabSz="342863" rtl="0" eaLnBrk="1" latinLnBrk="0" hangingPunct="1">
        <a:spcBef>
          <a:spcPct val="20000"/>
        </a:spcBef>
        <a:buFont typeface="Arial"/>
        <a:buChar char="»"/>
        <a:defRPr kumimoji="1" sz="1500" kern="1200">
          <a:solidFill>
            <a:srgbClr val="2B3348"/>
          </a:solidFill>
          <a:latin typeface="IPAPGothic"/>
          <a:ea typeface="IPAPGothic"/>
          <a:cs typeface="IPAPGothic"/>
        </a:defRPr>
      </a:lvl5pPr>
      <a:lvl6pPr marL="1885747" indent="-171432" algn="l" defTabSz="342863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rgbClr val="2B3348"/>
          </a:solidFill>
          <a:latin typeface="+mn-lt"/>
          <a:ea typeface="+mn-ea"/>
          <a:cs typeface="+mn-cs"/>
        </a:defRPr>
      </a:lvl6pPr>
      <a:lvl7pPr marL="2228610" indent="-171432" algn="l" defTabSz="342863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473" indent="-171432" algn="l" defTabSz="342863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337" indent="-171432" algn="l" defTabSz="342863" rtl="0" eaLnBrk="1" latinLnBrk="0" hangingPunct="1">
        <a:spcBef>
          <a:spcPct val="20000"/>
        </a:spcBef>
        <a:buFont typeface="Arial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63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26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88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53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16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179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42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05" algn="l" defTabSz="34286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4600CC-1686-D752-7EFD-6DF4B9FEE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349774"/>
              </p:ext>
            </p:extLst>
          </p:nvPr>
        </p:nvGraphicFramePr>
        <p:xfrm>
          <a:off x="1031176" y="9717"/>
          <a:ext cx="4282477" cy="149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049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75104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108088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  <a:gridCol w="534829">
                  <a:extLst>
                    <a:ext uri="{9D8B030D-6E8A-4147-A177-3AD203B41FA5}">
                      <a16:colId xmlns:a16="http://schemas.microsoft.com/office/drawing/2014/main" val="162944055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693123090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取引ID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顧客ID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品目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個数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売上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鶏玉丼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260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A003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c003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ポテト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97D9BEBB-90A6-1846-4CF4-C90796164F76}"/>
              </a:ext>
            </a:extLst>
          </p:cNvPr>
          <p:cNvSpPr/>
          <p:nvPr/>
        </p:nvSpPr>
        <p:spPr>
          <a:xfrm>
            <a:off x="5618015" y="2668924"/>
            <a:ext cx="162399" cy="2340575"/>
          </a:xfrm>
          <a:prstGeom prst="rightBrace">
            <a:avLst/>
          </a:prstGeom>
          <a:ln w="34925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7BF85-1D22-98A8-8F0A-315EC7F4E22D}"/>
              </a:ext>
            </a:extLst>
          </p:cNvPr>
          <p:cNvSpPr txBox="1"/>
          <p:nvPr/>
        </p:nvSpPr>
        <p:spPr>
          <a:xfrm>
            <a:off x="5868145" y="3279236"/>
            <a:ext cx="23006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Excelの動作が重くなる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&amp; そもそも数が多すぎて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管理ルール等が破綻する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（間違いが発生する）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14BA64C-4F07-559D-9D55-5A0A1F777535}"/>
              </a:ext>
            </a:extLst>
          </p:cNvPr>
          <p:cNvSpPr/>
          <p:nvPr/>
        </p:nvSpPr>
        <p:spPr>
          <a:xfrm rot="5400000">
            <a:off x="2797237" y="1633750"/>
            <a:ext cx="330860" cy="397686"/>
          </a:xfrm>
          <a:prstGeom prst="rightArrow">
            <a:avLst>
              <a:gd name="adj1" fmla="val 38993"/>
              <a:gd name="adj2" fmla="val 59990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6B37D-62B3-D3CF-2A81-A605FB81FECC}"/>
              </a:ext>
            </a:extLst>
          </p:cNvPr>
          <p:cNvSpPr txBox="1"/>
          <p:nvPr/>
        </p:nvSpPr>
        <p:spPr>
          <a:xfrm>
            <a:off x="3161514" y="1574091"/>
            <a:ext cx="30700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データが数百万行レベルに増える</a:t>
            </a:r>
          </a:p>
          <a:p>
            <a:pPr algn="l"/>
            <a:r>
              <a:rPr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&amp; 表の数も増えると…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ACBEC5-F5F9-F8C0-8B4F-00BFA8357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20370"/>
              </p:ext>
            </p:extLst>
          </p:nvPr>
        </p:nvGraphicFramePr>
        <p:xfrm>
          <a:off x="1031176" y="2169223"/>
          <a:ext cx="4282477" cy="280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049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75104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108088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  <a:gridCol w="534829">
                  <a:extLst>
                    <a:ext uri="{9D8B030D-6E8A-4147-A177-3AD203B41FA5}">
                      <a16:colId xmlns:a16="http://schemas.microsoft.com/office/drawing/2014/main" val="162944055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693123090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取引ID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顧客ID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品目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個数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売上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鶏玉丼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260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ポテト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04154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X57925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x67b2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600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48BE514-B04F-1FA3-C791-24C64217D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830822"/>
              </p:ext>
            </p:extLst>
          </p:nvPr>
        </p:nvGraphicFramePr>
        <p:xfrm>
          <a:off x="1133500" y="2312944"/>
          <a:ext cx="4282477" cy="280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049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75104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108088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  <a:gridCol w="534829">
                  <a:extLst>
                    <a:ext uri="{9D8B030D-6E8A-4147-A177-3AD203B41FA5}">
                      <a16:colId xmlns:a16="http://schemas.microsoft.com/office/drawing/2014/main" val="162944055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693123090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取引ID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顧客ID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品目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個数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売上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鶏玉丼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260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ポテト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04154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X57925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x67b2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600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9EF993-E822-679F-526E-B9F3D5338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510489"/>
              </p:ext>
            </p:extLst>
          </p:nvPr>
        </p:nvGraphicFramePr>
        <p:xfrm>
          <a:off x="1247800" y="2427245"/>
          <a:ext cx="4282477" cy="280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049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75104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108088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  <a:gridCol w="534829">
                  <a:extLst>
                    <a:ext uri="{9D8B030D-6E8A-4147-A177-3AD203B41FA5}">
                      <a16:colId xmlns:a16="http://schemas.microsoft.com/office/drawing/2014/main" val="162944055"/>
                    </a:ext>
                  </a:extLst>
                </a:gridCol>
                <a:gridCol w="568731">
                  <a:extLst>
                    <a:ext uri="{9D8B030D-6E8A-4147-A177-3AD203B41FA5}">
                      <a16:colId xmlns:a16="http://schemas.microsoft.com/office/drawing/2014/main" val="693123090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取引ID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顧客ID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品目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個数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売上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鶏玉丼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260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A003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ポテト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04154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X57925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x67b2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600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358DAC2-3C46-03C6-A18B-99528546E496}"/>
              </a:ext>
            </a:extLst>
          </p:cNvPr>
          <p:cNvSpPr txBox="1"/>
          <p:nvPr/>
        </p:nvSpPr>
        <p:spPr>
          <a:xfrm rot="5400000">
            <a:off x="3206946" y="4046636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3131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60DFDB-D45F-4420-726E-E4ACF06B8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660612"/>
              </p:ext>
            </p:extLst>
          </p:nvPr>
        </p:nvGraphicFramePr>
        <p:xfrm>
          <a:off x="1043612" y="1347620"/>
          <a:ext cx="5417819" cy="2592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567">
                  <a:extLst>
                    <a:ext uri="{9D8B030D-6E8A-4147-A177-3AD203B41FA5}">
                      <a16:colId xmlns:a16="http://schemas.microsoft.com/office/drawing/2014/main" val="2723497409"/>
                    </a:ext>
                  </a:extLst>
                </a:gridCol>
                <a:gridCol w="1748155">
                  <a:extLst>
                    <a:ext uri="{9D8B030D-6E8A-4147-A177-3AD203B41FA5}">
                      <a16:colId xmlns:a16="http://schemas.microsoft.com/office/drawing/2014/main" val="1250676939"/>
                    </a:ext>
                  </a:extLst>
                </a:gridCol>
                <a:gridCol w="1359217">
                  <a:extLst>
                    <a:ext uri="{9D8B030D-6E8A-4147-A177-3AD203B41FA5}">
                      <a16:colId xmlns:a16="http://schemas.microsoft.com/office/drawing/2014/main" val="1803529712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1031376194"/>
                    </a:ext>
                  </a:extLst>
                </a:gridCol>
              </a:tblGrid>
              <a:tr h="34326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購買</a:t>
                      </a:r>
                      <a:r>
                        <a:rPr kumimoji="1" lang="en-US" altLang="ja-JP" sz="1600" b="0" i="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ID</a:t>
                      </a:r>
                      <a:endParaRPr kumimoji="1" lang="ja-JP" altLang="en-US" sz="1600" b="0" i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購買日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品名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売り上げ（円）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860891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1123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2019/10/05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コーヒー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350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144000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64628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1124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1C47">
                        <a:alpha val="1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2019/10/06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1C47">
                        <a:alpha val="1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ホットミルク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1C47">
                        <a:alpha val="1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300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円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1C47">
                        <a:alpha val="1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955934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1125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年</a:t>
                      </a: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10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月</a:t>
                      </a: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7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日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野菜ジュース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100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216005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1126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2019/10/08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コーヒー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3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百万円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739047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7F66E1-F7DB-7559-E039-9D18083A60C9}"/>
              </a:ext>
            </a:extLst>
          </p:cNvPr>
          <p:cNvSpPr/>
          <p:nvPr/>
        </p:nvSpPr>
        <p:spPr>
          <a:xfrm>
            <a:off x="5220073" y="3435846"/>
            <a:ext cx="1080120" cy="432048"/>
          </a:xfrm>
          <a:prstGeom prst="roundRect">
            <a:avLst/>
          </a:prstGeom>
          <a:noFill/>
          <a:ln w="44450">
            <a:solidFill>
              <a:srgbClr val="BA1C4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750B21-44BD-8EFD-C1EB-B4E59699F57B}"/>
              </a:ext>
            </a:extLst>
          </p:cNvPr>
          <p:cNvSpPr/>
          <p:nvPr/>
        </p:nvSpPr>
        <p:spPr>
          <a:xfrm>
            <a:off x="1907705" y="2859783"/>
            <a:ext cx="1728192" cy="432048"/>
          </a:xfrm>
          <a:prstGeom prst="roundRect">
            <a:avLst/>
          </a:prstGeom>
          <a:noFill/>
          <a:ln w="44450">
            <a:solidFill>
              <a:srgbClr val="BA1C4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50242C-F39C-74B9-706E-E1A08AC0D692}"/>
              </a:ext>
            </a:extLst>
          </p:cNvPr>
          <p:cNvCxnSpPr>
            <a:cxnSpLocks/>
          </p:cNvCxnSpPr>
          <p:nvPr/>
        </p:nvCxnSpPr>
        <p:spPr>
          <a:xfrm>
            <a:off x="6323312" y="2563697"/>
            <a:ext cx="480936" cy="0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09FC64-AD72-B18B-DDA9-C051D7C37740}"/>
              </a:ext>
            </a:extLst>
          </p:cNvPr>
          <p:cNvSpPr txBox="1"/>
          <p:nvPr/>
        </p:nvSpPr>
        <p:spPr>
          <a:xfrm>
            <a:off x="6810676" y="227131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キャンセルされた</a:t>
            </a:r>
          </a:p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取引が残っている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7C9CD3-73CA-C3E4-9F79-2247B4864FC1}"/>
              </a:ext>
            </a:extLst>
          </p:cNvPr>
          <p:cNvCxnSpPr>
            <a:cxnSpLocks/>
          </p:cNvCxnSpPr>
          <p:nvPr/>
        </p:nvCxnSpPr>
        <p:spPr>
          <a:xfrm>
            <a:off x="6325961" y="3647514"/>
            <a:ext cx="480936" cy="0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B436F0-057A-C389-A30C-3111312FCA5E}"/>
              </a:ext>
            </a:extLst>
          </p:cNvPr>
          <p:cNvSpPr txBox="1"/>
          <p:nvPr/>
        </p:nvSpPr>
        <p:spPr>
          <a:xfrm>
            <a:off x="6813325" y="335513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あり得ない金額が</a:t>
            </a:r>
          </a:p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誤入力されている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D4BF05-21B0-F1DE-CB12-F818E3FDC193}"/>
              </a:ext>
            </a:extLst>
          </p:cNvPr>
          <p:cNvCxnSpPr>
            <a:cxnSpLocks/>
          </p:cNvCxnSpPr>
          <p:nvPr/>
        </p:nvCxnSpPr>
        <p:spPr>
          <a:xfrm>
            <a:off x="3508814" y="3295863"/>
            <a:ext cx="0" cy="932077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DE88A46-4E37-DC6A-D1F2-A5A9D57679E2}"/>
              </a:ext>
            </a:extLst>
          </p:cNvPr>
          <p:cNvSpPr txBox="1"/>
          <p:nvPr/>
        </p:nvSpPr>
        <p:spPr>
          <a:xfrm>
            <a:off x="2185375" y="4227939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日付の入力形式が異なる</a:t>
            </a:r>
          </a:p>
          <a:p>
            <a:pPr algn="ctr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（集計時にエラーが出る）</a:t>
            </a:r>
          </a:p>
        </p:txBody>
      </p:sp>
    </p:spTree>
    <p:extLst>
      <p:ext uri="{BB962C8B-B14F-4D97-AF65-F5344CB8AC3E}">
        <p14:creationId xmlns:p14="http://schemas.microsoft.com/office/powerpoint/2010/main" val="41629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C1A0B4-CB92-B949-703C-0969293F1861}"/>
              </a:ext>
            </a:extLst>
          </p:cNvPr>
          <p:cNvSpPr/>
          <p:nvPr/>
        </p:nvSpPr>
        <p:spPr>
          <a:xfrm>
            <a:off x="6364151" y="1574072"/>
            <a:ext cx="2161203" cy="767569"/>
          </a:xfrm>
          <a:prstGeom prst="roundRect">
            <a:avLst>
              <a:gd name="adj" fmla="val 50000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610F91-1842-D90F-0F38-39D15A7F9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759215"/>
              </p:ext>
            </p:extLst>
          </p:nvPr>
        </p:nvGraphicFramePr>
        <p:xfrm>
          <a:off x="611565" y="771555"/>
          <a:ext cx="5417819" cy="2592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567">
                  <a:extLst>
                    <a:ext uri="{9D8B030D-6E8A-4147-A177-3AD203B41FA5}">
                      <a16:colId xmlns:a16="http://schemas.microsoft.com/office/drawing/2014/main" val="2723497409"/>
                    </a:ext>
                  </a:extLst>
                </a:gridCol>
                <a:gridCol w="1748155">
                  <a:extLst>
                    <a:ext uri="{9D8B030D-6E8A-4147-A177-3AD203B41FA5}">
                      <a16:colId xmlns:a16="http://schemas.microsoft.com/office/drawing/2014/main" val="1250676939"/>
                    </a:ext>
                  </a:extLst>
                </a:gridCol>
                <a:gridCol w="1359217">
                  <a:extLst>
                    <a:ext uri="{9D8B030D-6E8A-4147-A177-3AD203B41FA5}">
                      <a16:colId xmlns:a16="http://schemas.microsoft.com/office/drawing/2014/main" val="1803529712"/>
                    </a:ext>
                  </a:extLst>
                </a:gridCol>
                <a:gridCol w="1452880">
                  <a:extLst>
                    <a:ext uri="{9D8B030D-6E8A-4147-A177-3AD203B41FA5}">
                      <a16:colId xmlns:a16="http://schemas.microsoft.com/office/drawing/2014/main" val="1031376194"/>
                    </a:ext>
                  </a:extLst>
                </a:gridCol>
              </a:tblGrid>
              <a:tr h="34326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購買</a:t>
                      </a:r>
                      <a:r>
                        <a:rPr kumimoji="1" lang="en-US" altLang="ja-JP" sz="1600" b="0" i="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ID</a:t>
                      </a:r>
                      <a:endParaRPr kumimoji="1" lang="ja-JP" altLang="en-US" sz="1600" b="0" i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購買日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品名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i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売り上げ（円）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860891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1123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2019/10/05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コーヒー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350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144000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64628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1124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2019/10/06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ホットミルク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300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円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955934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1125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年</a:t>
                      </a: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10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月</a:t>
                      </a: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7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日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野菜ジュース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100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216005"/>
                  </a:ext>
                </a:extLst>
              </a:tr>
              <a:tr h="56225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1126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2019/10/08</a:t>
                      </a:r>
                      <a:endParaRPr kumimoji="1" lang="ja-JP" altLang="en-US" sz="160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コーヒー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kumimoji="1" lang="en-US" altLang="ja-JP" sz="1600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3</a:t>
                      </a:r>
                      <a:r>
                        <a:rPr kumimoji="1" lang="ja-JP" altLang="en-US" sz="160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百万円</a:t>
                      </a:r>
                    </a:p>
                  </a:txBody>
                  <a:tcPr marL="91439" marR="9143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739047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57329E-3AD1-1230-5535-2B4104106FDD}"/>
              </a:ext>
            </a:extLst>
          </p:cNvPr>
          <p:cNvSpPr/>
          <p:nvPr/>
        </p:nvSpPr>
        <p:spPr>
          <a:xfrm>
            <a:off x="4788024" y="2859783"/>
            <a:ext cx="1080120" cy="432048"/>
          </a:xfrm>
          <a:prstGeom prst="roundRect">
            <a:avLst/>
          </a:prstGeom>
          <a:noFill/>
          <a:ln w="44450">
            <a:solidFill>
              <a:srgbClr val="BA1C4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00B2AC-39F0-2EB3-C13A-7113CE92B252}"/>
              </a:ext>
            </a:extLst>
          </p:cNvPr>
          <p:cNvSpPr/>
          <p:nvPr/>
        </p:nvSpPr>
        <p:spPr>
          <a:xfrm>
            <a:off x="1475656" y="2283719"/>
            <a:ext cx="1728192" cy="432048"/>
          </a:xfrm>
          <a:prstGeom prst="roundRect">
            <a:avLst/>
          </a:prstGeom>
          <a:noFill/>
          <a:ln w="44450">
            <a:solidFill>
              <a:srgbClr val="BA1C4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D05AB6-87DE-012F-8F7F-6A14E3AF0BC2}"/>
              </a:ext>
            </a:extLst>
          </p:cNvPr>
          <p:cNvCxnSpPr>
            <a:cxnSpLocks/>
          </p:cNvCxnSpPr>
          <p:nvPr/>
        </p:nvCxnSpPr>
        <p:spPr>
          <a:xfrm flipH="1">
            <a:off x="5975262" y="1960436"/>
            <a:ext cx="388889" cy="0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E56221-4A21-45F0-C3A0-0673695C24EE}"/>
              </a:ext>
            </a:extLst>
          </p:cNvPr>
          <p:cNvSpPr txBox="1"/>
          <p:nvPr/>
        </p:nvSpPr>
        <p:spPr>
          <a:xfrm>
            <a:off x="6497714" y="1604811"/>
            <a:ext cx="1895071" cy="707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chemeClr val="bg1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存在しない商品</a:t>
            </a:r>
          </a:p>
          <a:p>
            <a:pPr algn="l"/>
            <a:r>
              <a:rPr lang="en-JP" sz="1999" dirty="0">
                <a:solidFill>
                  <a:schemeClr val="bg1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の取引がある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FECDC5-D101-A64D-6F85-7B82B12DBBB2}"/>
              </a:ext>
            </a:extLst>
          </p:cNvPr>
          <p:cNvCxnSpPr>
            <a:cxnSpLocks/>
          </p:cNvCxnSpPr>
          <p:nvPr/>
        </p:nvCxnSpPr>
        <p:spPr>
          <a:xfrm flipH="1" flipV="1">
            <a:off x="3030110" y="2733558"/>
            <a:ext cx="83" cy="964907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61A615-72E6-F81A-2E4D-21A49B7C4F39}"/>
              </a:ext>
            </a:extLst>
          </p:cNvPr>
          <p:cNvSpPr/>
          <p:nvPr/>
        </p:nvSpPr>
        <p:spPr>
          <a:xfrm>
            <a:off x="6305958" y="2702811"/>
            <a:ext cx="2280596" cy="767569"/>
          </a:xfrm>
          <a:prstGeom prst="roundRect">
            <a:avLst>
              <a:gd name="adj" fmla="val 50000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C1B2AB-477D-A8E4-1AA4-E5B2541C9D5C}"/>
              </a:ext>
            </a:extLst>
          </p:cNvPr>
          <p:cNvCxnSpPr>
            <a:cxnSpLocks/>
          </p:cNvCxnSpPr>
          <p:nvPr/>
        </p:nvCxnSpPr>
        <p:spPr>
          <a:xfrm flipH="1">
            <a:off x="5917074" y="3089176"/>
            <a:ext cx="388889" cy="0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8B3191-77F3-A2BF-9342-69CD5CB6DAD8}"/>
              </a:ext>
            </a:extLst>
          </p:cNvPr>
          <p:cNvSpPr txBox="1"/>
          <p:nvPr/>
        </p:nvSpPr>
        <p:spPr>
          <a:xfrm>
            <a:off x="6439527" y="2733552"/>
            <a:ext cx="2085827" cy="707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chemeClr val="bg1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ありえない金額</a:t>
            </a:r>
          </a:p>
          <a:p>
            <a:pPr algn="l"/>
            <a:r>
              <a:rPr lang="en-JP" sz="1999" dirty="0">
                <a:solidFill>
                  <a:schemeClr val="bg1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が入力されている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B5944F3-F06A-0F98-0867-415193BB0BD8}"/>
              </a:ext>
            </a:extLst>
          </p:cNvPr>
          <p:cNvSpPr/>
          <p:nvPr/>
        </p:nvSpPr>
        <p:spPr>
          <a:xfrm>
            <a:off x="1910617" y="3727401"/>
            <a:ext cx="2280596" cy="767569"/>
          </a:xfrm>
          <a:prstGeom prst="roundRect">
            <a:avLst>
              <a:gd name="adj" fmla="val 50000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B453AE-A96E-CD35-A793-2DFA624A25AA}"/>
              </a:ext>
            </a:extLst>
          </p:cNvPr>
          <p:cNvSpPr txBox="1"/>
          <p:nvPr/>
        </p:nvSpPr>
        <p:spPr>
          <a:xfrm>
            <a:off x="2044187" y="3758142"/>
            <a:ext cx="1972015" cy="707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chemeClr val="bg1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日付の入力形式</a:t>
            </a:r>
          </a:p>
          <a:p>
            <a:pPr algn="l"/>
            <a:r>
              <a:rPr lang="en-JP" sz="1999" dirty="0">
                <a:solidFill>
                  <a:schemeClr val="bg1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が異なる</a:t>
            </a:r>
          </a:p>
        </p:txBody>
      </p:sp>
    </p:spTree>
    <p:extLst>
      <p:ext uri="{BB962C8B-B14F-4D97-AF65-F5344CB8AC3E}">
        <p14:creationId xmlns:p14="http://schemas.microsoft.com/office/powerpoint/2010/main" val="83599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/>
      <p:bldP spid="9" grpId="0" animBg="1"/>
      <p:bldP spid="11" grpId="0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9EF993-E822-679F-526E-B9F3D5338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41555"/>
              </p:ext>
            </p:extLst>
          </p:nvPr>
        </p:nvGraphicFramePr>
        <p:xfrm>
          <a:off x="3779913" y="1491630"/>
          <a:ext cx="4680520" cy="270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817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105817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316759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商品ID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名称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登録日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AB0023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鶏玉丼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440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2010/07/15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AC0027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2010/09/25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AD0002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ポテト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2011/10/02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QR1127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2023/04/01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2D6E7D-3CEF-4B29-3440-80E814B6AE8D}"/>
              </a:ext>
            </a:extLst>
          </p:cNvPr>
          <p:cNvSpPr txBox="1"/>
          <p:nvPr/>
        </p:nvSpPr>
        <p:spPr>
          <a:xfrm rot="5400000">
            <a:off x="5625189" y="3174750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45FAB-186B-3440-8E18-2F724E12BFA4}"/>
              </a:ext>
            </a:extLst>
          </p:cNvPr>
          <p:cNvSpPr txBox="1"/>
          <p:nvPr/>
        </p:nvSpPr>
        <p:spPr>
          <a:xfrm>
            <a:off x="191691" y="2509183"/>
            <a:ext cx="32576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例えば100万個ある商品から該当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する商品IDのものを先頭から愚直に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探すと、最悪100万回チェックする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必要あり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70A1139-BCBF-71A7-EEE4-DFC0E2112FC3}"/>
              </a:ext>
            </a:extLst>
          </p:cNvPr>
          <p:cNvSpPr/>
          <p:nvPr/>
        </p:nvSpPr>
        <p:spPr>
          <a:xfrm rot="5400000">
            <a:off x="2336993" y="2752888"/>
            <a:ext cx="2488152" cy="397686"/>
          </a:xfrm>
          <a:prstGeom prst="rightArrow">
            <a:avLst>
              <a:gd name="adj1" fmla="val 38993"/>
              <a:gd name="adj2" fmla="val 59990"/>
            </a:avLst>
          </a:prstGeom>
          <a:gradFill>
            <a:gsLst>
              <a:gs pos="0">
                <a:srgbClr val="BA1C47"/>
              </a:gs>
              <a:gs pos="100000">
                <a:srgbClr val="BA1C47">
                  <a:alpha val="0"/>
                </a:srgbClr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</p:spTree>
    <p:extLst>
      <p:ext uri="{BB962C8B-B14F-4D97-AF65-F5344CB8AC3E}">
        <p14:creationId xmlns:p14="http://schemas.microsoft.com/office/powerpoint/2010/main" val="247410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C3DC5B4-A697-E054-FEC0-9726BF714818}"/>
              </a:ext>
            </a:extLst>
          </p:cNvPr>
          <p:cNvSpPr/>
          <p:nvPr/>
        </p:nvSpPr>
        <p:spPr>
          <a:xfrm>
            <a:off x="680110" y="1142741"/>
            <a:ext cx="2736304" cy="2671969"/>
          </a:xfrm>
          <a:prstGeom prst="rect">
            <a:avLst/>
          </a:prstGeom>
          <a:solidFill>
            <a:srgbClr val="BA1C47">
              <a:alpha val="80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5A041AAB-04AD-EB44-CD22-A0698CF8AC8F}"/>
              </a:ext>
            </a:extLst>
          </p:cNvPr>
          <p:cNvSpPr/>
          <p:nvPr/>
        </p:nvSpPr>
        <p:spPr>
          <a:xfrm>
            <a:off x="4025771" y="506396"/>
            <a:ext cx="1056118" cy="1152127"/>
          </a:xfrm>
          <a:prstGeom prst="can">
            <a:avLst>
              <a:gd name="adj" fmla="val 30659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B6BFB-1859-8976-DE39-C83523033B6E}"/>
              </a:ext>
            </a:extLst>
          </p:cNvPr>
          <p:cNvSpPr txBox="1"/>
          <p:nvPr/>
        </p:nvSpPr>
        <p:spPr>
          <a:xfrm>
            <a:off x="3890021" y="157096"/>
            <a:ext cx="1327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Xさんの口座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3B964-A90E-4367-4E11-6EF2623655C2}"/>
              </a:ext>
            </a:extLst>
          </p:cNvPr>
          <p:cNvSpPr txBox="1"/>
          <p:nvPr/>
        </p:nvSpPr>
        <p:spPr>
          <a:xfrm>
            <a:off x="4204213" y="866434"/>
            <a:ext cx="699230" cy="707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100</a:t>
            </a:r>
          </a:p>
          <a:p>
            <a:pPr algn="ctr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3FEBD5-7388-3BBC-EDBD-BFE331EAAACB}"/>
              </a:ext>
            </a:extLst>
          </p:cNvPr>
          <p:cNvSpPr txBox="1"/>
          <p:nvPr/>
        </p:nvSpPr>
        <p:spPr>
          <a:xfrm>
            <a:off x="970081" y="852891"/>
            <a:ext cx="2156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Aさんの振り込み処理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17B82-1377-7F62-6E95-3B0E606A86CE}"/>
              </a:ext>
            </a:extLst>
          </p:cNvPr>
          <p:cNvSpPr txBox="1"/>
          <p:nvPr/>
        </p:nvSpPr>
        <p:spPr>
          <a:xfrm>
            <a:off x="680114" y="1345705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「振込先口座」残高</a:t>
            </a:r>
            <a:endParaRPr lang="en-JP" sz="16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A9987-DCF4-0393-7CF2-535CA9A4A4B6}"/>
              </a:ext>
            </a:extLst>
          </p:cNvPr>
          <p:cNvSpPr txBox="1"/>
          <p:nvPr/>
        </p:nvSpPr>
        <p:spPr>
          <a:xfrm>
            <a:off x="797445" y="1578282"/>
            <a:ext cx="110959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100</a:t>
            </a:r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52070-A80D-8169-ABCD-737E5FC93F4B}"/>
              </a:ext>
            </a:extLst>
          </p:cNvPr>
          <p:cNvSpPr txBox="1"/>
          <p:nvPr/>
        </p:nvSpPr>
        <p:spPr>
          <a:xfrm>
            <a:off x="797445" y="208739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振込金額</a:t>
            </a:r>
            <a:endParaRPr lang="en-JP" sz="16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72957-CA80-AD99-796C-863B76ED7B01}"/>
              </a:ext>
            </a:extLst>
          </p:cNvPr>
          <p:cNvSpPr txBox="1"/>
          <p:nvPr/>
        </p:nvSpPr>
        <p:spPr>
          <a:xfrm>
            <a:off x="797445" y="2325049"/>
            <a:ext cx="938077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DB96C-F4A4-56E5-1CAD-FA66DA04BD0D}"/>
              </a:ext>
            </a:extLst>
          </p:cNvPr>
          <p:cNvSpPr txBox="1"/>
          <p:nvPr/>
        </p:nvSpPr>
        <p:spPr>
          <a:xfrm>
            <a:off x="818357" y="283536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計算</a:t>
            </a:r>
            <a:endParaRPr lang="en-JP" sz="16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505755-F9DA-1189-7B08-42AF3079BE8C}"/>
              </a:ext>
            </a:extLst>
          </p:cNvPr>
          <p:cNvSpPr txBox="1"/>
          <p:nvPr/>
        </p:nvSpPr>
        <p:spPr>
          <a:xfrm>
            <a:off x="790301" y="3073023"/>
            <a:ext cx="2177199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100</a:t>
            </a:r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万円 + </a:t>
            </a:r>
            <a:r>
              <a:rPr lang="en-JP" sz="23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19E8A2-46F8-5215-52D9-7C04411AAAA2}"/>
              </a:ext>
            </a:extLst>
          </p:cNvPr>
          <p:cNvSpPr/>
          <p:nvPr/>
        </p:nvSpPr>
        <p:spPr>
          <a:xfrm>
            <a:off x="5724129" y="1131595"/>
            <a:ext cx="2736304" cy="2671969"/>
          </a:xfrm>
          <a:prstGeom prst="rect">
            <a:avLst/>
          </a:prstGeom>
          <a:solidFill>
            <a:srgbClr val="0070C0">
              <a:alpha val="80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0A1BF-8329-5FC9-97EC-C78B3166D078}"/>
              </a:ext>
            </a:extLst>
          </p:cNvPr>
          <p:cNvSpPr txBox="1"/>
          <p:nvPr/>
        </p:nvSpPr>
        <p:spPr>
          <a:xfrm>
            <a:off x="6014100" y="841746"/>
            <a:ext cx="2165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Bさんの振り込み処理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CF343-7542-7C31-10B5-DD5C703AF58A}"/>
              </a:ext>
            </a:extLst>
          </p:cNvPr>
          <p:cNvSpPr txBox="1"/>
          <p:nvPr/>
        </p:nvSpPr>
        <p:spPr>
          <a:xfrm>
            <a:off x="5724133" y="1334558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「振込先口座」残高</a:t>
            </a:r>
            <a:endParaRPr lang="en-JP" sz="16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730DE5-29D4-E2FC-69F9-FF63393B4592}"/>
              </a:ext>
            </a:extLst>
          </p:cNvPr>
          <p:cNvSpPr txBox="1"/>
          <p:nvPr/>
        </p:nvSpPr>
        <p:spPr>
          <a:xfrm>
            <a:off x="5841463" y="1567138"/>
            <a:ext cx="1109599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100</a:t>
            </a:r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A846D6-D608-4485-0873-FCC8473E2494}"/>
              </a:ext>
            </a:extLst>
          </p:cNvPr>
          <p:cNvSpPr txBox="1"/>
          <p:nvPr/>
        </p:nvSpPr>
        <p:spPr>
          <a:xfrm>
            <a:off x="5841464" y="20762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振込金額</a:t>
            </a:r>
            <a:endParaRPr lang="en-JP" sz="16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74152-F20D-AB2D-42D8-141F8393677F}"/>
              </a:ext>
            </a:extLst>
          </p:cNvPr>
          <p:cNvSpPr txBox="1"/>
          <p:nvPr/>
        </p:nvSpPr>
        <p:spPr>
          <a:xfrm>
            <a:off x="5841463" y="2313904"/>
            <a:ext cx="93807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6CDEC6-0479-B1DB-8E52-C4349FACE767}"/>
              </a:ext>
            </a:extLst>
          </p:cNvPr>
          <p:cNvSpPr txBox="1"/>
          <p:nvPr/>
        </p:nvSpPr>
        <p:spPr>
          <a:xfrm>
            <a:off x="5862376" y="282422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計算</a:t>
            </a:r>
            <a:endParaRPr lang="en-JP" sz="16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E4575-14EB-EA5C-EF05-B7983728B973}"/>
              </a:ext>
            </a:extLst>
          </p:cNvPr>
          <p:cNvSpPr txBox="1"/>
          <p:nvPr/>
        </p:nvSpPr>
        <p:spPr>
          <a:xfrm>
            <a:off x="5834321" y="3061878"/>
            <a:ext cx="2177199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100</a:t>
            </a:r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万円 + </a:t>
            </a:r>
            <a:r>
              <a:rPr lang="en-JP" sz="23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2" name="Can 21">
            <a:extLst>
              <a:ext uri="{FF2B5EF4-FFF2-40B4-BE49-F238E27FC236}">
                <a16:creationId xmlns:a16="http://schemas.microsoft.com/office/drawing/2014/main" id="{967E49FB-7602-D667-57D3-29E80A0E00D0}"/>
              </a:ext>
            </a:extLst>
          </p:cNvPr>
          <p:cNvSpPr/>
          <p:nvPr/>
        </p:nvSpPr>
        <p:spPr>
          <a:xfrm>
            <a:off x="4026974" y="2199413"/>
            <a:ext cx="1056118" cy="1152127"/>
          </a:xfrm>
          <a:prstGeom prst="can">
            <a:avLst>
              <a:gd name="adj" fmla="val 30659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9161D0-4925-03F8-D01B-83AB23325F86}"/>
              </a:ext>
            </a:extLst>
          </p:cNvPr>
          <p:cNvSpPr txBox="1"/>
          <p:nvPr/>
        </p:nvSpPr>
        <p:spPr>
          <a:xfrm>
            <a:off x="4213910" y="2559451"/>
            <a:ext cx="682238" cy="707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110</a:t>
            </a:r>
          </a:p>
          <a:p>
            <a:pPr algn="ctr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CF3A564F-B070-E740-6C34-5528F7832289}"/>
              </a:ext>
            </a:extLst>
          </p:cNvPr>
          <p:cNvSpPr/>
          <p:nvPr/>
        </p:nvSpPr>
        <p:spPr>
          <a:xfrm>
            <a:off x="4004766" y="3815370"/>
            <a:ext cx="1056118" cy="1152127"/>
          </a:xfrm>
          <a:prstGeom prst="can">
            <a:avLst>
              <a:gd name="adj" fmla="val 30659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884A4D-ACCA-60B5-2F1B-14E83B1775A7}"/>
              </a:ext>
            </a:extLst>
          </p:cNvPr>
          <p:cNvSpPr txBox="1"/>
          <p:nvPr/>
        </p:nvSpPr>
        <p:spPr>
          <a:xfrm>
            <a:off x="4191703" y="4175408"/>
            <a:ext cx="682238" cy="707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b="1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110</a:t>
            </a:r>
          </a:p>
          <a:p>
            <a:pPr algn="ctr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万円</a:t>
            </a:r>
            <a:endParaRPr lang="en-JP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5ACA6E73-3AFC-D163-0707-DD21A285B210}"/>
              </a:ext>
            </a:extLst>
          </p:cNvPr>
          <p:cNvSpPr/>
          <p:nvPr/>
        </p:nvSpPr>
        <p:spPr>
          <a:xfrm rot="5400000">
            <a:off x="4395820" y="1800788"/>
            <a:ext cx="327953" cy="387988"/>
          </a:xfrm>
          <a:prstGeom prst="rightArrow">
            <a:avLst>
              <a:gd name="adj1" fmla="val 38993"/>
              <a:gd name="adj2" fmla="val 59990"/>
            </a:avLst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50000"/>
                  <a:alpha val="8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EC33C419-8CB1-59B9-708F-BEEE7781F63B}"/>
              </a:ext>
            </a:extLst>
          </p:cNvPr>
          <p:cNvSpPr/>
          <p:nvPr/>
        </p:nvSpPr>
        <p:spPr>
          <a:xfrm rot="5400000">
            <a:off x="4395819" y="3401526"/>
            <a:ext cx="327953" cy="387988"/>
          </a:xfrm>
          <a:prstGeom prst="rightArrow">
            <a:avLst>
              <a:gd name="adj1" fmla="val 38993"/>
              <a:gd name="adj2" fmla="val 59990"/>
            </a:avLst>
          </a:prstGeom>
          <a:gradFill>
            <a:gsLst>
              <a:gs pos="0">
                <a:srgbClr val="BA1C47"/>
              </a:gs>
              <a:gs pos="100000">
                <a:srgbClr val="BA1C47">
                  <a:alpha val="0"/>
                </a:srgbClr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34878D3-4F62-6AD9-83BE-C4B3CE4991C2}"/>
              </a:ext>
            </a:extLst>
          </p:cNvPr>
          <p:cNvCxnSpPr>
            <a:cxnSpLocks/>
          </p:cNvCxnSpPr>
          <p:nvPr/>
        </p:nvCxnSpPr>
        <p:spPr>
          <a:xfrm flipV="1">
            <a:off x="3126443" y="2894859"/>
            <a:ext cx="1047508" cy="304258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F1FC932-7DB9-FB67-3F21-1EE15BA9A8D3}"/>
              </a:ext>
            </a:extLst>
          </p:cNvPr>
          <p:cNvSpPr txBox="1"/>
          <p:nvPr/>
        </p:nvSpPr>
        <p:spPr>
          <a:xfrm rot="900000">
            <a:off x="4684624" y="4350343"/>
            <a:ext cx="378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32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?</a:t>
            </a:r>
            <a:endParaRPr lang="en-JP" sz="1999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12BE65-06DF-DEC8-AF77-F36CCC63FD7A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4936106" y="2898812"/>
            <a:ext cx="898214" cy="393834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0DBA877-C48F-45D9-B6E6-0AB8F08F8FAB}"/>
              </a:ext>
            </a:extLst>
          </p:cNvPr>
          <p:cNvSpPr txBox="1"/>
          <p:nvPr/>
        </p:nvSpPr>
        <p:spPr>
          <a:xfrm>
            <a:off x="4732325" y="343154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確定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857CE1-6DA5-680B-1A59-F469F0259336}"/>
              </a:ext>
            </a:extLst>
          </p:cNvPr>
          <p:cNvSpPr txBox="1"/>
          <p:nvPr/>
        </p:nvSpPr>
        <p:spPr>
          <a:xfrm>
            <a:off x="4703470" y="181045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処理</a:t>
            </a:r>
          </a:p>
        </p:txBody>
      </p:sp>
      <p:grpSp>
        <p:nvGrpSpPr>
          <p:cNvPr id="38" name="図形グループ 3">
            <a:extLst>
              <a:ext uri="{FF2B5EF4-FFF2-40B4-BE49-F238E27FC236}">
                <a16:creationId xmlns:a16="http://schemas.microsoft.com/office/drawing/2014/main" id="{BB549AC4-0163-59E0-F3A7-B4C5C7B367C5}"/>
              </a:ext>
            </a:extLst>
          </p:cNvPr>
          <p:cNvGrpSpPr/>
          <p:nvPr/>
        </p:nvGrpSpPr>
        <p:grpSpPr>
          <a:xfrm>
            <a:off x="809823" y="775825"/>
            <a:ext cx="162831" cy="418239"/>
            <a:chOff x="5076056" y="2564904"/>
            <a:chExt cx="306696" cy="787765"/>
          </a:xfrm>
          <a:solidFill>
            <a:srgbClr val="2B3348"/>
          </a:solidFill>
        </p:grpSpPr>
        <p:sp>
          <p:nvSpPr>
            <p:cNvPr id="39" name="円/楕円 4">
              <a:extLst>
                <a:ext uri="{FF2B5EF4-FFF2-40B4-BE49-F238E27FC236}">
                  <a16:creationId xmlns:a16="http://schemas.microsoft.com/office/drawing/2014/main" id="{5149E2A1-5A66-9265-9531-7CB9C0F39CC0}"/>
                </a:ext>
              </a:extLst>
            </p:cNvPr>
            <p:cNvSpPr/>
            <p:nvPr/>
          </p:nvSpPr>
          <p:spPr>
            <a:xfrm>
              <a:off x="5076056" y="2564904"/>
              <a:ext cx="302809" cy="302809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grpSp>
          <p:nvGrpSpPr>
            <p:cNvPr id="40" name="図形グループ 5">
              <a:extLst>
                <a:ext uri="{FF2B5EF4-FFF2-40B4-BE49-F238E27FC236}">
                  <a16:creationId xmlns:a16="http://schemas.microsoft.com/office/drawing/2014/main" id="{69E6DE90-93A6-9CBE-8A19-36FB49A4545A}"/>
                </a:ext>
              </a:extLst>
            </p:cNvPr>
            <p:cNvGrpSpPr/>
            <p:nvPr/>
          </p:nvGrpSpPr>
          <p:grpSpPr>
            <a:xfrm>
              <a:off x="5079942" y="2849608"/>
              <a:ext cx="302810" cy="503061"/>
              <a:chOff x="6012159" y="2565899"/>
              <a:chExt cx="302810" cy="503061"/>
            </a:xfrm>
            <a:grpFill/>
          </p:grpSpPr>
          <p:sp>
            <p:nvSpPr>
              <p:cNvPr id="41" name="円/楕円 6">
                <a:extLst>
                  <a:ext uri="{FF2B5EF4-FFF2-40B4-BE49-F238E27FC236}">
                    <a16:creationId xmlns:a16="http://schemas.microsoft.com/office/drawing/2014/main" id="{3BE897B3-8C6C-B48B-CA91-9763EAA4B533}"/>
                  </a:ext>
                </a:extLst>
              </p:cNvPr>
              <p:cNvSpPr/>
              <p:nvPr/>
            </p:nvSpPr>
            <p:spPr>
              <a:xfrm>
                <a:off x="6012160" y="2565899"/>
                <a:ext cx="302809" cy="302809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  <p:sp>
            <p:nvSpPr>
              <p:cNvPr id="42" name="正方形/長方形 7">
                <a:extLst>
                  <a:ext uri="{FF2B5EF4-FFF2-40B4-BE49-F238E27FC236}">
                    <a16:creationId xmlns:a16="http://schemas.microsoft.com/office/drawing/2014/main" id="{FC8B458B-CD1C-4DFB-F567-24D9ACBFB609}"/>
                  </a:ext>
                </a:extLst>
              </p:cNvPr>
              <p:cNvSpPr/>
              <p:nvPr/>
            </p:nvSpPr>
            <p:spPr>
              <a:xfrm>
                <a:off x="6012159" y="2702301"/>
                <a:ext cx="302810" cy="366659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</p:grpSp>
      </p:grpSp>
      <p:grpSp>
        <p:nvGrpSpPr>
          <p:cNvPr id="43" name="図形グループ 3">
            <a:extLst>
              <a:ext uri="{FF2B5EF4-FFF2-40B4-BE49-F238E27FC236}">
                <a16:creationId xmlns:a16="http://schemas.microsoft.com/office/drawing/2014/main" id="{7B618D2B-1A80-8B1A-F7AA-E5C71CB97122}"/>
              </a:ext>
            </a:extLst>
          </p:cNvPr>
          <p:cNvGrpSpPr/>
          <p:nvPr/>
        </p:nvGrpSpPr>
        <p:grpSpPr>
          <a:xfrm>
            <a:off x="5862371" y="794856"/>
            <a:ext cx="162831" cy="418239"/>
            <a:chOff x="5076056" y="2564904"/>
            <a:chExt cx="306696" cy="787765"/>
          </a:xfrm>
          <a:solidFill>
            <a:srgbClr val="2B3348"/>
          </a:solidFill>
        </p:grpSpPr>
        <p:sp>
          <p:nvSpPr>
            <p:cNvPr id="44" name="円/楕円 4">
              <a:extLst>
                <a:ext uri="{FF2B5EF4-FFF2-40B4-BE49-F238E27FC236}">
                  <a16:creationId xmlns:a16="http://schemas.microsoft.com/office/drawing/2014/main" id="{E5D502D6-B93F-F3C4-EE11-ADCB7347AB0A}"/>
                </a:ext>
              </a:extLst>
            </p:cNvPr>
            <p:cNvSpPr/>
            <p:nvPr/>
          </p:nvSpPr>
          <p:spPr>
            <a:xfrm>
              <a:off x="5076056" y="2564904"/>
              <a:ext cx="302809" cy="302809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grpSp>
          <p:nvGrpSpPr>
            <p:cNvPr id="45" name="図形グループ 5">
              <a:extLst>
                <a:ext uri="{FF2B5EF4-FFF2-40B4-BE49-F238E27FC236}">
                  <a16:creationId xmlns:a16="http://schemas.microsoft.com/office/drawing/2014/main" id="{9A13AE7C-EA89-42C4-312E-42B828E30C1B}"/>
                </a:ext>
              </a:extLst>
            </p:cNvPr>
            <p:cNvGrpSpPr/>
            <p:nvPr/>
          </p:nvGrpSpPr>
          <p:grpSpPr>
            <a:xfrm>
              <a:off x="5079942" y="2849608"/>
              <a:ext cx="302810" cy="503061"/>
              <a:chOff x="6012159" y="2565899"/>
              <a:chExt cx="302810" cy="503061"/>
            </a:xfrm>
            <a:grpFill/>
          </p:grpSpPr>
          <p:sp>
            <p:nvSpPr>
              <p:cNvPr id="46" name="円/楕円 6">
                <a:extLst>
                  <a:ext uri="{FF2B5EF4-FFF2-40B4-BE49-F238E27FC236}">
                    <a16:creationId xmlns:a16="http://schemas.microsoft.com/office/drawing/2014/main" id="{2279C105-F007-0401-5B78-B6EAD6FFFC24}"/>
                  </a:ext>
                </a:extLst>
              </p:cNvPr>
              <p:cNvSpPr/>
              <p:nvPr/>
            </p:nvSpPr>
            <p:spPr>
              <a:xfrm>
                <a:off x="6012160" y="2565899"/>
                <a:ext cx="302809" cy="302809"/>
              </a:xfrm>
              <a:prstGeom prst="ellipse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  <p:sp>
            <p:nvSpPr>
              <p:cNvPr id="47" name="正方形/長方形 7">
                <a:extLst>
                  <a:ext uri="{FF2B5EF4-FFF2-40B4-BE49-F238E27FC236}">
                    <a16:creationId xmlns:a16="http://schemas.microsoft.com/office/drawing/2014/main" id="{CF0E419F-64D3-B05B-A638-4CAAF6C7119C}"/>
                  </a:ext>
                </a:extLst>
              </p:cNvPr>
              <p:cNvSpPr/>
              <p:nvPr/>
            </p:nvSpPr>
            <p:spPr>
              <a:xfrm>
                <a:off x="6012159" y="2702301"/>
                <a:ext cx="302810" cy="366659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649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CF2AAE-5B92-8E3A-0E30-AE2210192A13}"/>
              </a:ext>
            </a:extLst>
          </p:cNvPr>
          <p:cNvSpPr/>
          <p:nvPr/>
        </p:nvSpPr>
        <p:spPr>
          <a:xfrm>
            <a:off x="35496" y="1419623"/>
            <a:ext cx="1296144" cy="1584176"/>
          </a:xfrm>
          <a:prstGeom prst="roundRect">
            <a:avLst>
              <a:gd name="adj" fmla="val 10442"/>
            </a:avLst>
          </a:prstGeom>
          <a:noFill/>
          <a:ln w="25400">
            <a:solidFill>
              <a:schemeClr val="bg1">
                <a:lumMod val="75000"/>
                <a:alpha val="8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D0D42-D38F-0331-B33E-ECE9736F4186}"/>
              </a:ext>
            </a:extLst>
          </p:cNvPr>
          <p:cNvSpPr txBox="1"/>
          <p:nvPr/>
        </p:nvSpPr>
        <p:spPr>
          <a:xfrm>
            <a:off x="220945" y="1095987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アプリA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23B87-95F0-E34B-A216-62C16DF2AE43}"/>
              </a:ext>
            </a:extLst>
          </p:cNvPr>
          <p:cNvSpPr txBox="1"/>
          <p:nvPr/>
        </p:nvSpPr>
        <p:spPr>
          <a:xfrm>
            <a:off x="142392" y="1650632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プログラム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コード</a:t>
            </a:r>
          </a:p>
        </p:txBody>
      </p:sp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F8BEDACE-38A5-F33F-8163-EA5C92387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0783" y="3330642"/>
            <a:ext cx="579775" cy="579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0DB41D-AD36-8423-5830-CD00D5F44646}"/>
              </a:ext>
            </a:extLst>
          </p:cNvPr>
          <p:cNvSpPr txBox="1"/>
          <p:nvPr/>
        </p:nvSpPr>
        <p:spPr>
          <a:xfrm>
            <a:off x="1439953" y="3964925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データファイル</a:t>
            </a:r>
            <a:endParaRPr lang="en-JP" sz="14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8D5A754-7417-E9F9-C7B6-6347AD9A08F1}"/>
              </a:ext>
            </a:extLst>
          </p:cNvPr>
          <p:cNvSpPr/>
          <p:nvPr/>
        </p:nvSpPr>
        <p:spPr>
          <a:xfrm>
            <a:off x="1512595" y="1419624"/>
            <a:ext cx="1296144" cy="1584176"/>
          </a:xfrm>
          <a:prstGeom prst="roundRect">
            <a:avLst>
              <a:gd name="adj" fmla="val 10442"/>
            </a:avLst>
          </a:prstGeom>
          <a:noFill/>
          <a:ln w="25400">
            <a:solidFill>
              <a:schemeClr val="bg1">
                <a:lumMod val="75000"/>
                <a:alpha val="8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DA0E0-48AD-30E9-AE34-981A3507AE5E}"/>
              </a:ext>
            </a:extLst>
          </p:cNvPr>
          <p:cNvSpPr txBox="1"/>
          <p:nvPr/>
        </p:nvSpPr>
        <p:spPr>
          <a:xfrm>
            <a:off x="1698045" y="1095987"/>
            <a:ext cx="934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アプリB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B7B7A3-CAEE-9EB0-D527-315728E6C101}"/>
              </a:ext>
            </a:extLst>
          </p:cNvPr>
          <p:cNvSpPr txBox="1"/>
          <p:nvPr/>
        </p:nvSpPr>
        <p:spPr>
          <a:xfrm>
            <a:off x="1619491" y="1650632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プログラム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コード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F41FF0-D8D7-FA86-57F8-6BD98036182B}"/>
              </a:ext>
            </a:extLst>
          </p:cNvPr>
          <p:cNvSpPr/>
          <p:nvPr/>
        </p:nvSpPr>
        <p:spPr>
          <a:xfrm>
            <a:off x="2989691" y="1419624"/>
            <a:ext cx="1296144" cy="1584176"/>
          </a:xfrm>
          <a:prstGeom prst="roundRect">
            <a:avLst>
              <a:gd name="adj" fmla="val 10442"/>
            </a:avLst>
          </a:prstGeom>
          <a:noFill/>
          <a:ln w="25400">
            <a:solidFill>
              <a:schemeClr val="bg1">
                <a:lumMod val="75000"/>
                <a:alpha val="8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A91503-7C86-0616-7ECB-F2DF842422B9}"/>
              </a:ext>
            </a:extLst>
          </p:cNvPr>
          <p:cNvSpPr txBox="1"/>
          <p:nvPr/>
        </p:nvSpPr>
        <p:spPr>
          <a:xfrm>
            <a:off x="3175141" y="1095987"/>
            <a:ext cx="931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アプリC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802441-E60D-C632-8AB5-F0741B5F27BD}"/>
              </a:ext>
            </a:extLst>
          </p:cNvPr>
          <p:cNvSpPr txBox="1"/>
          <p:nvPr/>
        </p:nvSpPr>
        <p:spPr>
          <a:xfrm>
            <a:off x="3096588" y="1650632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プログラム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コード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5E8C36-249F-9169-53E8-47C926F9D609}"/>
              </a:ext>
            </a:extLst>
          </p:cNvPr>
          <p:cNvSpPr txBox="1"/>
          <p:nvPr/>
        </p:nvSpPr>
        <p:spPr>
          <a:xfrm>
            <a:off x="1599009" y="2322356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データ処理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部分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2DA3C7F-DEB9-9152-EC44-B5E0B9F96A29}"/>
              </a:ext>
            </a:extLst>
          </p:cNvPr>
          <p:cNvCxnSpPr>
            <a:cxnSpLocks/>
          </p:cNvCxnSpPr>
          <p:nvPr/>
        </p:nvCxnSpPr>
        <p:spPr>
          <a:xfrm>
            <a:off x="2160664" y="2789025"/>
            <a:ext cx="0" cy="534562"/>
          </a:xfrm>
          <a:prstGeom prst="straightConnector1">
            <a:avLst/>
          </a:prstGeom>
          <a:ln w="34925">
            <a:solidFill>
              <a:srgbClr val="0070C0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654B8CF-E0B5-D3C1-E675-644B4FA28099}"/>
              </a:ext>
            </a:extLst>
          </p:cNvPr>
          <p:cNvSpPr/>
          <p:nvPr/>
        </p:nvSpPr>
        <p:spPr>
          <a:xfrm>
            <a:off x="1584603" y="2284202"/>
            <a:ext cx="1152127" cy="579775"/>
          </a:xfrm>
          <a:prstGeom prst="roundRect">
            <a:avLst>
              <a:gd name="adj" fmla="val 10442"/>
            </a:avLst>
          </a:prstGeom>
          <a:solidFill>
            <a:srgbClr val="0070C0">
              <a:alpha val="20165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pic>
        <p:nvPicPr>
          <p:cNvPr id="41" name="Graphic 40" descr="Document with solid fill">
            <a:extLst>
              <a:ext uri="{FF2B5EF4-FFF2-40B4-BE49-F238E27FC236}">
                <a16:creationId xmlns:a16="http://schemas.microsoft.com/office/drawing/2014/main" id="{51330B3C-847F-7DFF-B975-0D015E4142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0845" y="3330642"/>
            <a:ext cx="579775" cy="57977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613B6B7-7169-B665-79C2-F61ED9B1274E}"/>
              </a:ext>
            </a:extLst>
          </p:cNvPr>
          <p:cNvSpPr txBox="1"/>
          <p:nvPr/>
        </p:nvSpPr>
        <p:spPr>
          <a:xfrm>
            <a:off x="3089070" y="2322356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データ処理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部分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D29ADBF-3526-EB33-48EE-9578DA9DFE19}"/>
              </a:ext>
            </a:extLst>
          </p:cNvPr>
          <p:cNvCxnSpPr>
            <a:cxnSpLocks/>
          </p:cNvCxnSpPr>
          <p:nvPr/>
        </p:nvCxnSpPr>
        <p:spPr>
          <a:xfrm>
            <a:off x="3650727" y="2789025"/>
            <a:ext cx="0" cy="534562"/>
          </a:xfrm>
          <a:prstGeom prst="straightConnector1">
            <a:avLst/>
          </a:prstGeom>
          <a:ln w="34925">
            <a:solidFill>
              <a:srgbClr val="0070C0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0FA9BD8-68A6-3BEA-CFB0-5A002D45D86C}"/>
              </a:ext>
            </a:extLst>
          </p:cNvPr>
          <p:cNvSpPr/>
          <p:nvPr/>
        </p:nvSpPr>
        <p:spPr>
          <a:xfrm>
            <a:off x="3074666" y="2284202"/>
            <a:ext cx="1152127" cy="579775"/>
          </a:xfrm>
          <a:prstGeom prst="roundRect">
            <a:avLst>
              <a:gd name="adj" fmla="val 10442"/>
            </a:avLst>
          </a:prstGeom>
          <a:solidFill>
            <a:srgbClr val="0070C0">
              <a:alpha val="20165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pic>
        <p:nvPicPr>
          <p:cNvPr id="46" name="Graphic 45" descr="Document with solid fill">
            <a:extLst>
              <a:ext uri="{FF2B5EF4-FFF2-40B4-BE49-F238E27FC236}">
                <a16:creationId xmlns:a16="http://schemas.microsoft.com/office/drawing/2014/main" id="{FE621EC2-3142-120F-6F36-00768BCF3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570" y="3312247"/>
            <a:ext cx="579775" cy="57977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A751E7C-3B29-222E-B991-EFF991D510E8}"/>
              </a:ext>
            </a:extLst>
          </p:cNvPr>
          <p:cNvSpPr txBox="1"/>
          <p:nvPr/>
        </p:nvSpPr>
        <p:spPr>
          <a:xfrm>
            <a:off x="120797" y="2303961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データ処理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部分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E29D221-A416-3D3F-57C8-A435A68836AF}"/>
              </a:ext>
            </a:extLst>
          </p:cNvPr>
          <p:cNvCxnSpPr>
            <a:cxnSpLocks/>
          </p:cNvCxnSpPr>
          <p:nvPr/>
        </p:nvCxnSpPr>
        <p:spPr>
          <a:xfrm>
            <a:off x="682454" y="2770629"/>
            <a:ext cx="0" cy="534562"/>
          </a:xfrm>
          <a:prstGeom prst="straightConnector1">
            <a:avLst/>
          </a:prstGeom>
          <a:ln w="34925">
            <a:solidFill>
              <a:srgbClr val="0070C0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257550B-1FB4-A945-67F0-D0886625F625}"/>
              </a:ext>
            </a:extLst>
          </p:cNvPr>
          <p:cNvSpPr/>
          <p:nvPr/>
        </p:nvSpPr>
        <p:spPr>
          <a:xfrm>
            <a:off x="106391" y="2265806"/>
            <a:ext cx="1152127" cy="579775"/>
          </a:xfrm>
          <a:prstGeom prst="roundRect">
            <a:avLst>
              <a:gd name="adj" fmla="val 10442"/>
            </a:avLst>
          </a:prstGeom>
          <a:solidFill>
            <a:srgbClr val="0070C0">
              <a:alpha val="20165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5CC952E-74D7-4C77-79D3-278D4BD95A0D}"/>
              </a:ext>
            </a:extLst>
          </p:cNvPr>
          <p:cNvSpPr/>
          <p:nvPr/>
        </p:nvSpPr>
        <p:spPr>
          <a:xfrm>
            <a:off x="4858165" y="1434546"/>
            <a:ext cx="1296144" cy="831261"/>
          </a:xfrm>
          <a:prstGeom prst="roundRect">
            <a:avLst>
              <a:gd name="adj" fmla="val 10442"/>
            </a:avLst>
          </a:prstGeom>
          <a:noFill/>
          <a:ln w="25400">
            <a:solidFill>
              <a:schemeClr val="bg1">
                <a:lumMod val="75000"/>
                <a:alpha val="8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C49945-0363-C8B9-1644-05DAFDA18184}"/>
              </a:ext>
            </a:extLst>
          </p:cNvPr>
          <p:cNvSpPr txBox="1"/>
          <p:nvPr/>
        </p:nvSpPr>
        <p:spPr>
          <a:xfrm>
            <a:off x="4955286" y="1616482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プログラム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コード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977DA36-BEAB-663D-D1CE-E26DF17F1D1D}"/>
              </a:ext>
            </a:extLst>
          </p:cNvPr>
          <p:cNvSpPr/>
          <p:nvPr/>
        </p:nvSpPr>
        <p:spPr>
          <a:xfrm>
            <a:off x="6335264" y="1434546"/>
            <a:ext cx="1296144" cy="831261"/>
          </a:xfrm>
          <a:prstGeom prst="roundRect">
            <a:avLst>
              <a:gd name="adj" fmla="val 10442"/>
            </a:avLst>
          </a:prstGeom>
          <a:noFill/>
          <a:ln w="25400">
            <a:solidFill>
              <a:schemeClr val="bg1">
                <a:lumMod val="75000"/>
                <a:alpha val="8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722C7C-CA60-9087-A57E-04D58BC3F164}"/>
              </a:ext>
            </a:extLst>
          </p:cNvPr>
          <p:cNvSpPr txBox="1"/>
          <p:nvPr/>
        </p:nvSpPr>
        <p:spPr>
          <a:xfrm>
            <a:off x="6432385" y="1616482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プログラム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コード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5FED38D-B9BC-DBF4-993D-D034C92520A9}"/>
              </a:ext>
            </a:extLst>
          </p:cNvPr>
          <p:cNvSpPr/>
          <p:nvPr/>
        </p:nvSpPr>
        <p:spPr>
          <a:xfrm>
            <a:off x="7812360" y="1434546"/>
            <a:ext cx="1296144" cy="831261"/>
          </a:xfrm>
          <a:prstGeom prst="roundRect">
            <a:avLst>
              <a:gd name="adj" fmla="val 10442"/>
            </a:avLst>
          </a:prstGeom>
          <a:noFill/>
          <a:ln w="25400">
            <a:solidFill>
              <a:schemeClr val="bg1">
                <a:lumMod val="75000"/>
                <a:alpha val="8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90364C-93AA-2012-3255-A514FC580A0C}"/>
              </a:ext>
            </a:extLst>
          </p:cNvPr>
          <p:cNvSpPr txBox="1"/>
          <p:nvPr/>
        </p:nvSpPr>
        <p:spPr>
          <a:xfrm>
            <a:off x="10420114" y="1616482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プログラム</a:t>
            </a:r>
          </a:p>
          <a:p>
            <a:pPr algn="ctr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コード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777DB7B-5C62-7764-0BDE-74FAEE178980}"/>
              </a:ext>
            </a:extLst>
          </p:cNvPr>
          <p:cNvSpPr/>
          <p:nvPr/>
        </p:nvSpPr>
        <p:spPr>
          <a:xfrm>
            <a:off x="4858170" y="2619847"/>
            <a:ext cx="4250323" cy="1290564"/>
          </a:xfrm>
          <a:prstGeom prst="roundRect">
            <a:avLst>
              <a:gd name="adj" fmla="val 10442"/>
            </a:avLst>
          </a:prstGeom>
          <a:noFill/>
          <a:ln w="25400">
            <a:solidFill>
              <a:schemeClr val="bg1">
                <a:lumMod val="75000"/>
                <a:alpha val="83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149B8F-5F4D-AB7C-ED72-11A04B329104}"/>
              </a:ext>
            </a:extLst>
          </p:cNvPr>
          <p:cNvSpPr txBox="1"/>
          <p:nvPr/>
        </p:nvSpPr>
        <p:spPr>
          <a:xfrm>
            <a:off x="6034876" y="3964925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データベースシステム</a:t>
            </a:r>
            <a:endParaRPr lang="en-JP" sz="14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DB5A218-3195-66D8-1E2C-2F8DC2647834}"/>
              </a:ext>
            </a:extLst>
          </p:cNvPr>
          <p:cNvSpPr/>
          <p:nvPr/>
        </p:nvSpPr>
        <p:spPr>
          <a:xfrm>
            <a:off x="5001816" y="2770627"/>
            <a:ext cx="3980031" cy="441732"/>
          </a:xfrm>
          <a:prstGeom prst="roundRect">
            <a:avLst>
              <a:gd name="adj" fmla="val 16530"/>
            </a:avLst>
          </a:prstGeom>
          <a:solidFill>
            <a:srgbClr val="BA1C47">
              <a:alpha val="20165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3E401D7-C89E-28F7-3D63-466C2C109C4A}"/>
              </a:ext>
            </a:extLst>
          </p:cNvPr>
          <p:cNvSpPr/>
          <p:nvPr/>
        </p:nvSpPr>
        <p:spPr>
          <a:xfrm>
            <a:off x="4993314" y="3323583"/>
            <a:ext cx="3980031" cy="441732"/>
          </a:xfrm>
          <a:prstGeom prst="roundRect">
            <a:avLst>
              <a:gd name="adj" fmla="val 16530"/>
            </a:avLst>
          </a:prstGeom>
          <a:solidFill>
            <a:srgbClr val="BA1C47">
              <a:alpha val="20165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2B99D6E-8FFD-606E-87A7-07DEBB7FF903}"/>
              </a:ext>
            </a:extLst>
          </p:cNvPr>
          <p:cNvCxnSpPr>
            <a:cxnSpLocks/>
          </p:cNvCxnSpPr>
          <p:nvPr/>
        </p:nvCxnSpPr>
        <p:spPr>
          <a:xfrm>
            <a:off x="5527942" y="2254466"/>
            <a:ext cx="0" cy="365387"/>
          </a:xfrm>
          <a:prstGeom prst="straightConnector1">
            <a:avLst/>
          </a:prstGeom>
          <a:ln w="34925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ight Arrow 66">
            <a:extLst>
              <a:ext uri="{FF2B5EF4-FFF2-40B4-BE49-F238E27FC236}">
                <a16:creationId xmlns:a16="http://schemas.microsoft.com/office/drawing/2014/main" id="{BA8B5348-F164-2F9C-1B37-4CA2A0F97798}"/>
              </a:ext>
            </a:extLst>
          </p:cNvPr>
          <p:cNvSpPr/>
          <p:nvPr/>
        </p:nvSpPr>
        <p:spPr>
          <a:xfrm rot="5400000">
            <a:off x="6813674" y="3033695"/>
            <a:ext cx="319785" cy="579774"/>
          </a:xfrm>
          <a:prstGeom prst="rightArrow">
            <a:avLst>
              <a:gd name="adj1" fmla="val 38993"/>
              <a:gd name="adj2" fmla="val 59990"/>
            </a:avLst>
          </a:prstGeom>
          <a:gradFill>
            <a:gsLst>
              <a:gs pos="0">
                <a:srgbClr val="BA1C47"/>
              </a:gs>
              <a:gs pos="100000">
                <a:srgbClr val="BA1C47">
                  <a:alpha val="0"/>
                </a:srgbClr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061A98C-DFA2-175D-D1F1-8FE3F0D543CB}"/>
              </a:ext>
            </a:extLst>
          </p:cNvPr>
          <p:cNvCxnSpPr>
            <a:cxnSpLocks/>
          </p:cNvCxnSpPr>
          <p:nvPr/>
        </p:nvCxnSpPr>
        <p:spPr>
          <a:xfrm>
            <a:off x="6991826" y="2254466"/>
            <a:ext cx="0" cy="365387"/>
          </a:xfrm>
          <a:prstGeom prst="straightConnector1">
            <a:avLst/>
          </a:prstGeom>
          <a:ln w="34925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CC92369-B6F4-E9D3-CFCF-9F2B7F9E37A1}"/>
              </a:ext>
            </a:extLst>
          </p:cNvPr>
          <p:cNvCxnSpPr>
            <a:cxnSpLocks/>
          </p:cNvCxnSpPr>
          <p:nvPr/>
        </p:nvCxnSpPr>
        <p:spPr>
          <a:xfrm>
            <a:off x="8463545" y="2284201"/>
            <a:ext cx="0" cy="365387"/>
          </a:xfrm>
          <a:prstGeom prst="straightConnector1">
            <a:avLst/>
          </a:prstGeom>
          <a:ln w="34925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BDDC55C-BB56-A447-9AF2-136BD040C21E}"/>
              </a:ext>
            </a:extLst>
          </p:cNvPr>
          <p:cNvSpPr txBox="1"/>
          <p:nvPr/>
        </p:nvSpPr>
        <p:spPr>
          <a:xfrm>
            <a:off x="5664689" y="3425285"/>
            <a:ext cx="2749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データベース</a:t>
            </a:r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(実際のデータ集合)</a:t>
            </a:r>
            <a:endParaRPr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220435-57C3-82E3-502F-4FA4AD6BA3BF}"/>
              </a:ext>
            </a:extLst>
          </p:cNvPr>
          <p:cNvSpPr txBox="1"/>
          <p:nvPr/>
        </p:nvSpPr>
        <p:spPr>
          <a:xfrm>
            <a:off x="5668387" y="2825135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データベース管理システム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0F2616-758F-BDD1-A1B6-85F19AC02F0C}"/>
              </a:ext>
            </a:extLst>
          </p:cNvPr>
          <p:cNvSpPr txBox="1"/>
          <p:nvPr/>
        </p:nvSpPr>
        <p:spPr>
          <a:xfrm>
            <a:off x="5043522" y="1102875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アプリA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4802E4-C523-888D-4564-F9EEEC63762E}"/>
              </a:ext>
            </a:extLst>
          </p:cNvPr>
          <p:cNvSpPr txBox="1"/>
          <p:nvPr/>
        </p:nvSpPr>
        <p:spPr>
          <a:xfrm>
            <a:off x="6520622" y="1102875"/>
            <a:ext cx="9348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アプリB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5DF6D70-55DB-0965-A65C-4AA14A7727F3}"/>
              </a:ext>
            </a:extLst>
          </p:cNvPr>
          <p:cNvSpPr txBox="1"/>
          <p:nvPr/>
        </p:nvSpPr>
        <p:spPr>
          <a:xfrm>
            <a:off x="7997716" y="1102875"/>
            <a:ext cx="931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アプリC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8BBB21-4B3B-3437-76F2-6D1C8F51F76D}"/>
              </a:ext>
            </a:extLst>
          </p:cNvPr>
          <p:cNvSpPr txBox="1"/>
          <p:nvPr/>
        </p:nvSpPr>
        <p:spPr>
          <a:xfrm>
            <a:off x="5714792" y="230446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問い合わせ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D1077D-7A5F-9AF8-7DEE-C7E2C31FECEA}"/>
              </a:ext>
            </a:extLst>
          </p:cNvPr>
          <p:cNvSpPr txBox="1"/>
          <p:nvPr/>
        </p:nvSpPr>
        <p:spPr>
          <a:xfrm>
            <a:off x="7271187" y="231300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問い合わせ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789F9F-BA37-645E-66A1-A306ED8A4B75}"/>
              </a:ext>
            </a:extLst>
          </p:cNvPr>
          <p:cNvSpPr txBox="1"/>
          <p:nvPr/>
        </p:nvSpPr>
        <p:spPr>
          <a:xfrm>
            <a:off x="584754" y="4426474"/>
            <a:ext cx="31518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(a) データベースを使わない場合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06EF388-E549-D2C0-1FE8-65918C661805}"/>
              </a:ext>
            </a:extLst>
          </p:cNvPr>
          <p:cNvSpPr txBox="1"/>
          <p:nvPr/>
        </p:nvSpPr>
        <p:spPr>
          <a:xfrm>
            <a:off x="5663231" y="4426474"/>
            <a:ext cx="2752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(b) データベースを使う場合</a:t>
            </a:r>
          </a:p>
        </p:txBody>
      </p:sp>
    </p:spTree>
    <p:extLst>
      <p:ext uri="{BB962C8B-B14F-4D97-AF65-F5344CB8AC3E}">
        <p14:creationId xmlns:p14="http://schemas.microsoft.com/office/powerpoint/2010/main" val="292211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6D7497-5352-C697-8B55-A25221DAE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244366"/>
              </p:ext>
            </p:extLst>
          </p:nvPr>
        </p:nvGraphicFramePr>
        <p:xfrm>
          <a:off x="683568" y="259937"/>
          <a:ext cx="3659191" cy="1901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399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541973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54197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910273">
                  <a:extLst>
                    <a:ext uri="{9D8B030D-6E8A-4147-A177-3AD203B41FA5}">
                      <a16:colId xmlns:a16="http://schemas.microsoft.com/office/drawing/2014/main" val="162944055"/>
                    </a:ext>
                  </a:extLst>
                </a:gridCol>
                <a:gridCol w="897573">
                  <a:extLst>
                    <a:ext uri="{9D8B030D-6E8A-4147-A177-3AD203B41FA5}">
                      <a16:colId xmlns:a16="http://schemas.microsoft.com/office/drawing/2014/main" val="693123090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学生ID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姓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入学年度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所属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s00001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川澄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桜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A学部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s00002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山畑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滝子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B学部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s00003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田辺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通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C学部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47930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F928BB-DB9B-43AC-B85D-600AA192E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94860"/>
              </p:ext>
            </p:extLst>
          </p:nvPr>
        </p:nvGraphicFramePr>
        <p:xfrm>
          <a:off x="4860033" y="259938"/>
          <a:ext cx="2853346" cy="1901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743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084330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91027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科目ID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科目名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開講年度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線形代数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2023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線形代数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c0003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統計学入門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5202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2A13C9-AAC2-EAAB-D80D-7B3847036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719742"/>
              </p:ext>
            </p:extLst>
          </p:nvPr>
        </p:nvGraphicFramePr>
        <p:xfrm>
          <a:off x="683569" y="2588750"/>
          <a:ext cx="2041845" cy="2304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123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76739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5483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科目ID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学生ID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成績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s00001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不可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s00001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良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c0002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s00002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優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c0003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s00003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可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025206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0234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DD2A33-8F00-EF6B-ABB7-B2D5948602E7}"/>
              </a:ext>
            </a:extLst>
          </p:cNvPr>
          <p:cNvSpPr txBox="1"/>
          <p:nvPr/>
        </p:nvSpPr>
        <p:spPr>
          <a:xfrm>
            <a:off x="606422" y="-1538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学生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7C797-82ED-7841-6933-8083ECAAED17}"/>
              </a:ext>
            </a:extLst>
          </p:cNvPr>
          <p:cNvSpPr txBox="1"/>
          <p:nvPr/>
        </p:nvSpPr>
        <p:spPr>
          <a:xfrm>
            <a:off x="4788028" y="-2053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科目</a:t>
            </a:r>
            <a:endParaRPr lang="en-JP" sz="14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FD2E2-5124-E3C4-EFAC-C7FE70CD87C6}"/>
              </a:ext>
            </a:extLst>
          </p:cNvPr>
          <p:cNvSpPr txBox="1"/>
          <p:nvPr/>
        </p:nvSpPr>
        <p:spPr>
          <a:xfrm>
            <a:off x="606422" y="229084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履修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C5F70E-B2F3-6959-298B-FAC578BD7343}"/>
              </a:ext>
            </a:extLst>
          </p:cNvPr>
          <p:cNvSpPr txBox="1"/>
          <p:nvPr/>
        </p:nvSpPr>
        <p:spPr>
          <a:xfrm rot="5400000">
            <a:off x="1620631" y="4501941"/>
            <a:ext cx="338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24813-C01F-24B7-0412-FD8F680E3BC4}"/>
              </a:ext>
            </a:extLst>
          </p:cNvPr>
          <p:cNvSpPr txBox="1"/>
          <p:nvPr/>
        </p:nvSpPr>
        <p:spPr>
          <a:xfrm rot="5400000">
            <a:off x="6076583" y="1795378"/>
            <a:ext cx="338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7B9F8-237F-D918-D048-64FB8D4294CF}"/>
              </a:ext>
            </a:extLst>
          </p:cNvPr>
          <p:cNvSpPr txBox="1"/>
          <p:nvPr/>
        </p:nvSpPr>
        <p:spPr>
          <a:xfrm rot="5400000">
            <a:off x="2260039" y="1778904"/>
            <a:ext cx="338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4700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42">
            <a:extLst>
              <a:ext uri="{FF2B5EF4-FFF2-40B4-BE49-F238E27FC236}">
                <a16:creationId xmlns:a16="http://schemas.microsoft.com/office/drawing/2014/main" id="{27734447-C1B7-33BB-2EB7-A6114285832B}"/>
              </a:ext>
            </a:extLst>
          </p:cNvPr>
          <p:cNvSpPr/>
          <p:nvPr/>
        </p:nvSpPr>
        <p:spPr>
          <a:xfrm>
            <a:off x="1825434" y="897197"/>
            <a:ext cx="936104" cy="1168613"/>
          </a:xfrm>
          <a:custGeom>
            <a:avLst/>
            <a:gdLst>
              <a:gd name="connsiteX0" fmla="*/ 487079 w 936104"/>
              <a:gd name="connsiteY0" fmla="*/ 0 h 1168614"/>
              <a:gd name="connsiteX1" fmla="*/ 609199 w 936104"/>
              <a:gd name="connsiteY1" fmla="*/ 65006 h 1168614"/>
              <a:gd name="connsiteX2" fmla="*/ 936104 w 936104"/>
              <a:gd name="connsiteY2" fmla="*/ 574179 h 1168614"/>
              <a:gd name="connsiteX3" fmla="*/ 609199 w 936104"/>
              <a:gd name="connsiteY3" fmla="*/ 1083352 h 1168614"/>
              <a:gd name="connsiteX4" fmla="*/ 449026 w 936104"/>
              <a:gd name="connsiteY4" fmla="*/ 1168614 h 1168614"/>
              <a:gd name="connsiteX5" fmla="*/ 326905 w 936104"/>
              <a:gd name="connsiteY5" fmla="*/ 1103608 h 1168614"/>
              <a:gd name="connsiteX6" fmla="*/ 0 w 936104"/>
              <a:gd name="connsiteY6" fmla="*/ 594435 h 1168614"/>
              <a:gd name="connsiteX7" fmla="*/ 326905 w 936104"/>
              <a:gd name="connsiteY7" fmla="*/ 85262 h 1168614"/>
              <a:gd name="connsiteX8" fmla="*/ 487079 w 936104"/>
              <a:gd name="connsiteY8" fmla="*/ 0 h 11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6104" h="1168614">
                <a:moveTo>
                  <a:pt x="487079" y="0"/>
                </a:moveTo>
                <a:lnTo>
                  <a:pt x="609199" y="65006"/>
                </a:lnTo>
                <a:cubicBezTo>
                  <a:pt x="811178" y="195315"/>
                  <a:pt x="936104" y="375335"/>
                  <a:pt x="936104" y="574179"/>
                </a:cubicBezTo>
                <a:cubicBezTo>
                  <a:pt x="936104" y="773024"/>
                  <a:pt x="811178" y="953044"/>
                  <a:pt x="609199" y="1083352"/>
                </a:cubicBezTo>
                <a:lnTo>
                  <a:pt x="449026" y="1168614"/>
                </a:lnTo>
                <a:lnTo>
                  <a:pt x="326905" y="1103608"/>
                </a:lnTo>
                <a:cubicBezTo>
                  <a:pt x="124927" y="973300"/>
                  <a:pt x="0" y="793280"/>
                  <a:pt x="0" y="594435"/>
                </a:cubicBezTo>
                <a:cubicBezTo>
                  <a:pt x="0" y="395591"/>
                  <a:pt x="124927" y="215571"/>
                  <a:pt x="326905" y="85262"/>
                </a:cubicBezTo>
                <a:lnTo>
                  <a:pt x="487079" y="0"/>
                </a:lnTo>
                <a:close/>
              </a:path>
            </a:pathLst>
          </a:custGeom>
          <a:solidFill>
            <a:srgbClr val="BA1C47">
              <a:alpha val="20000"/>
            </a:srgbClr>
          </a:solidFill>
          <a:ln w="222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57D22799-976E-D9D4-C14D-3EB9ADFA41B0}"/>
              </a:ext>
            </a:extLst>
          </p:cNvPr>
          <p:cNvSpPr/>
          <p:nvPr/>
        </p:nvSpPr>
        <p:spPr>
          <a:xfrm>
            <a:off x="529293" y="751294"/>
            <a:ext cx="1783224" cy="1440161"/>
          </a:xfrm>
          <a:custGeom>
            <a:avLst/>
            <a:gdLst>
              <a:gd name="connsiteX0" fmla="*/ 1116124 w 1783223"/>
              <a:gd name="connsiteY0" fmla="*/ 0 h 1440160"/>
              <a:gd name="connsiteX1" fmla="*/ 1740159 w 1783223"/>
              <a:gd name="connsiteY1" fmla="*/ 122978 h 1440160"/>
              <a:gd name="connsiteX2" fmla="*/ 1783223 w 1783223"/>
              <a:gd name="connsiteY2" fmla="*/ 145901 h 1440160"/>
              <a:gd name="connsiteX3" fmla="*/ 1623049 w 1783223"/>
              <a:gd name="connsiteY3" fmla="*/ 231163 h 1440160"/>
              <a:gd name="connsiteX4" fmla="*/ 1296144 w 1783223"/>
              <a:gd name="connsiteY4" fmla="*/ 740336 h 1440160"/>
              <a:gd name="connsiteX5" fmla="*/ 1623049 w 1783223"/>
              <a:gd name="connsiteY5" fmla="*/ 1249509 h 1440160"/>
              <a:gd name="connsiteX6" fmla="*/ 1745170 w 1783223"/>
              <a:gd name="connsiteY6" fmla="*/ 1314515 h 1440160"/>
              <a:gd name="connsiteX7" fmla="*/ 1740159 w 1783223"/>
              <a:gd name="connsiteY7" fmla="*/ 1317182 h 1440160"/>
              <a:gd name="connsiteX8" fmla="*/ 1116124 w 1783223"/>
              <a:gd name="connsiteY8" fmla="*/ 1440160 h 1440160"/>
              <a:gd name="connsiteX9" fmla="*/ 0 w 1783223"/>
              <a:gd name="connsiteY9" fmla="*/ 720080 h 1440160"/>
              <a:gd name="connsiteX10" fmla="*/ 1116124 w 1783223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3" h="1440160">
                <a:moveTo>
                  <a:pt x="1116124" y="0"/>
                </a:moveTo>
                <a:cubicBezTo>
                  <a:pt x="1347281" y="0"/>
                  <a:pt x="1562025" y="45336"/>
                  <a:pt x="1740159" y="122978"/>
                </a:cubicBezTo>
                <a:lnTo>
                  <a:pt x="1783223" y="145901"/>
                </a:lnTo>
                <a:lnTo>
                  <a:pt x="1623049" y="231163"/>
                </a:lnTo>
                <a:cubicBezTo>
                  <a:pt x="1421071" y="361472"/>
                  <a:pt x="1296144" y="541492"/>
                  <a:pt x="1296144" y="740336"/>
                </a:cubicBezTo>
                <a:cubicBezTo>
                  <a:pt x="1296144" y="939181"/>
                  <a:pt x="1421071" y="1119201"/>
                  <a:pt x="1623049" y="1249509"/>
                </a:cubicBezTo>
                <a:lnTo>
                  <a:pt x="1745170" y="1314515"/>
                </a:lnTo>
                <a:lnTo>
                  <a:pt x="1740159" y="1317182"/>
                </a:lnTo>
                <a:cubicBezTo>
                  <a:pt x="1562025" y="1394824"/>
                  <a:pt x="1347281" y="1440160"/>
                  <a:pt x="1116124" y="1440160"/>
                </a:cubicBezTo>
                <a:cubicBezTo>
                  <a:pt x="499706" y="1440160"/>
                  <a:pt x="0" y="1117769"/>
                  <a:pt x="0" y="720080"/>
                </a:cubicBezTo>
                <a:cubicBezTo>
                  <a:pt x="0" y="322391"/>
                  <a:pt x="499706" y="0"/>
                  <a:pt x="1116124" y="0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6D6FC942-0190-5CC8-B8BE-81845F2F716C}"/>
              </a:ext>
            </a:extLst>
          </p:cNvPr>
          <p:cNvSpPr/>
          <p:nvPr/>
        </p:nvSpPr>
        <p:spPr>
          <a:xfrm>
            <a:off x="2274459" y="771551"/>
            <a:ext cx="1783222" cy="1440161"/>
          </a:xfrm>
          <a:custGeom>
            <a:avLst/>
            <a:gdLst>
              <a:gd name="connsiteX0" fmla="*/ 667098 w 1783222"/>
              <a:gd name="connsiteY0" fmla="*/ 0 h 1440160"/>
              <a:gd name="connsiteX1" fmla="*/ 1783222 w 1783222"/>
              <a:gd name="connsiteY1" fmla="*/ 720080 h 1440160"/>
              <a:gd name="connsiteX2" fmla="*/ 667098 w 1783222"/>
              <a:gd name="connsiteY2" fmla="*/ 1440160 h 1440160"/>
              <a:gd name="connsiteX3" fmla="*/ 43063 w 1783222"/>
              <a:gd name="connsiteY3" fmla="*/ 1317182 h 1440160"/>
              <a:gd name="connsiteX4" fmla="*/ 0 w 1783222"/>
              <a:gd name="connsiteY4" fmla="*/ 1294259 h 1440160"/>
              <a:gd name="connsiteX5" fmla="*/ 160173 w 1783222"/>
              <a:gd name="connsiteY5" fmla="*/ 1208997 h 1440160"/>
              <a:gd name="connsiteX6" fmla="*/ 487078 w 1783222"/>
              <a:gd name="connsiteY6" fmla="*/ 699824 h 1440160"/>
              <a:gd name="connsiteX7" fmla="*/ 160173 w 1783222"/>
              <a:gd name="connsiteY7" fmla="*/ 190651 h 1440160"/>
              <a:gd name="connsiteX8" fmla="*/ 38053 w 1783222"/>
              <a:gd name="connsiteY8" fmla="*/ 125645 h 1440160"/>
              <a:gd name="connsiteX9" fmla="*/ 43063 w 1783222"/>
              <a:gd name="connsiteY9" fmla="*/ 122978 h 1440160"/>
              <a:gd name="connsiteX10" fmla="*/ 667098 w 1783222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2" h="1440160">
                <a:moveTo>
                  <a:pt x="667098" y="0"/>
                </a:moveTo>
                <a:cubicBezTo>
                  <a:pt x="1283516" y="0"/>
                  <a:pt x="1783222" y="322391"/>
                  <a:pt x="1783222" y="720080"/>
                </a:cubicBezTo>
                <a:cubicBezTo>
                  <a:pt x="1783222" y="1117769"/>
                  <a:pt x="1283516" y="1440160"/>
                  <a:pt x="667098" y="1440160"/>
                </a:cubicBezTo>
                <a:cubicBezTo>
                  <a:pt x="435941" y="1440160"/>
                  <a:pt x="221197" y="1394824"/>
                  <a:pt x="43063" y="1317182"/>
                </a:cubicBezTo>
                <a:lnTo>
                  <a:pt x="0" y="1294259"/>
                </a:lnTo>
                <a:lnTo>
                  <a:pt x="160173" y="1208997"/>
                </a:lnTo>
                <a:cubicBezTo>
                  <a:pt x="362152" y="1078689"/>
                  <a:pt x="487078" y="898669"/>
                  <a:pt x="487078" y="699824"/>
                </a:cubicBezTo>
                <a:cubicBezTo>
                  <a:pt x="487078" y="500980"/>
                  <a:pt x="362152" y="320960"/>
                  <a:pt x="160173" y="190651"/>
                </a:cubicBezTo>
                <a:lnTo>
                  <a:pt x="38053" y="125645"/>
                </a:lnTo>
                <a:lnTo>
                  <a:pt x="43063" y="122978"/>
                </a:lnTo>
                <a:cubicBezTo>
                  <a:pt x="221197" y="45336"/>
                  <a:pt x="435941" y="0"/>
                  <a:pt x="667098" y="0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B493B-B7E7-04EA-5C4A-BEC534B5BA33}"/>
              </a:ext>
            </a:extLst>
          </p:cNvPr>
          <p:cNvSpPr txBox="1"/>
          <p:nvPr/>
        </p:nvSpPr>
        <p:spPr>
          <a:xfrm>
            <a:off x="1473198" y="348457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1562C-6119-EEE1-0A79-DFD413D3C988}"/>
              </a:ext>
            </a:extLst>
          </p:cNvPr>
          <p:cNvSpPr txBox="1"/>
          <p:nvPr/>
        </p:nvSpPr>
        <p:spPr>
          <a:xfrm>
            <a:off x="2765065" y="348457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7E5EB-44F6-8656-FF46-ED0A046A0DD6}"/>
              </a:ext>
            </a:extLst>
          </p:cNvPr>
          <p:cNvSpPr txBox="1"/>
          <p:nvPr/>
        </p:nvSpPr>
        <p:spPr>
          <a:xfrm>
            <a:off x="850026" y="1143274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00CD0-DE14-081E-0226-0F1D4CB5F10B}"/>
              </a:ext>
            </a:extLst>
          </p:cNvPr>
          <p:cNvSpPr txBox="1"/>
          <p:nvPr/>
        </p:nvSpPr>
        <p:spPr>
          <a:xfrm>
            <a:off x="2139204" y="106712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99C62-F335-79BF-D712-BE75552F8160}"/>
              </a:ext>
            </a:extLst>
          </p:cNvPr>
          <p:cNvSpPr txBox="1"/>
          <p:nvPr/>
        </p:nvSpPr>
        <p:spPr>
          <a:xfrm>
            <a:off x="1296966" y="1601419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E2509-7A19-9597-ED21-9206CCC204A2}"/>
              </a:ext>
            </a:extLst>
          </p:cNvPr>
          <p:cNvSpPr txBox="1"/>
          <p:nvPr/>
        </p:nvSpPr>
        <p:spPr>
          <a:xfrm>
            <a:off x="2139204" y="1481673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AD0943-1B9D-F86B-BF02-AAF6E8B92E5F}"/>
              </a:ext>
            </a:extLst>
          </p:cNvPr>
          <p:cNvSpPr txBox="1"/>
          <p:nvPr/>
        </p:nvSpPr>
        <p:spPr>
          <a:xfrm>
            <a:off x="1420310" y="908496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DC6A7-A26B-0ACF-1277-05F70447B31A}"/>
              </a:ext>
            </a:extLst>
          </p:cNvPr>
          <p:cNvSpPr txBox="1"/>
          <p:nvPr/>
        </p:nvSpPr>
        <p:spPr>
          <a:xfrm>
            <a:off x="2781727" y="908496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ED2D0-4A8C-3C3B-E997-ADD012F79994}"/>
              </a:ext>
            </a:extLst>
          </p:cNvPr>
          <p:cNvSpPr txBox="1"/>
          <p:nvPr/>
        </p:nvSpPr>
        <p:spPr>
          <a:xfrm>
            <a:off x="2879611" y="1601419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7B989-7B95-B2C8-83BB-69061C1DA085}"/>
              </a:ext>
            </a:extLst>
          </p:cNvPr>
          <p:cNvSpPr txBox="1"/>
          <p:nvPr/>
        </p:nvSpPr>
        <p:spPr>
          <a:xfrm>
            <a:off x="3382676" y="1143275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36FC83FA-02DB-1E09-A29C-378F68A21FEF}"/>
              </a:ext>
            </a:extLst>
          </p:cNvPr>
          <p:cNvSpPr/>
          <p:nvPr/>
        </p:nvSpPr>
        <p:spPr>
          <a:xfrm>
            <a:off x="6300193" y="897197"/>
            <a:ext cx="936104" cy="1168613"/>
          </a:xfrm>
          <a:custGeom>
            <a:avLst/>
            <a:gdLst>
              <a:gd name="connsiteX0" fmla="*/ 487079 w 936104"/>
              <a:gd name="connsiteY0" fmla="*/ 0 h 1168614"/>
              <a:gd name="connsiteX1" fmla="*/ 609199 w 936104"/>
              <a:gd name="connsiteY1" fmla="*/ 65006 h 1168614"/>
              <a:gd name="connsiteX2" fmla="*/ 936104 w 936104"/>
              <a:gd name="connsiteY2" fmla="*/ 574179 h 1168614"/>
              <a:gd name="connsiteX3" fmla="*/ 609199 w 936104"/>
              <a:gd name="connsiteY3" fmla="*/ 1083352 h 1168614"/>
              <a:gd name="connsiteX4" fmla="*/ 449026 w 936104"/>
              <a:gd name="connsiteY4" fmla="*/ 1168614 h 1168614"/>
              <a:gd name="connsiteX5" fmla="*/ 326905 w 936104"/>
              <a:gd name="connsiteY5" fmla="*/ 1103608 h 1168614"/>
              <a:gd name="connsiteX6" fmla="*/ 0 w 936104"/>
              <a:gd name="connsiteY6" fmla="*/ 594435 h 1168614"/>
              <a:gd name="connsiteX7" fmla="*/ 326905 w 936104"/>
              <a:gd name="connsiteY7" fmla="*/ 85262 h 1168614"/>
              <a:gd name="connsiteX8" fmla="*/ 487079 w 936104"/>
              <a:gd name="connsiteY8" fmla="*/ 0 h 11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6104" h="1168614">
                <a:moveTo>
                  <a:pt x="487079" y="0"/>
                </a:moveTo>
                <a:lnTo>
                  <a:pt x="609199" y="65006"/>
                </a:lnTo>
                <a:cubicBezTo>
                  <a:pt x="811178" y="195315"/>
                  <a:pt x="936104" y="375335"/>
                  <a:pt x="936104" y="574179"/>
                </a:cubicBezTo>
                <a:cubicBezTo>
                  <a:pt x="936104" y="773024"/>
                  <a:pt x="811178" y="953044"/>
                  <a:pt x="609199" y="1083352"/>
                </a:cubicBezTo>
                <a:lnTo>
                  <a:pt x="449026" y="1168614"/>
                </a:lnTo>
                <a:lnTo>
                  <a:pt x="326905" y="1103608"/>
                </a:lnTo>
                <a:cubicBezTo>
                  <a:pt x="124927" y="973300"/>
                  <a:pt x="0" y="793280"/>
                  <a:pt x="0" y="594435"/>
                </a:cubicBezTo>
                <a:cubicBezTo>
                  <a:pt x="0" y="395591"/>
                  <a:pt x="124927" y="215571"/>
                  <a:pt x="326905" y="85262"/>
                </a:cubicBezTo>
                <a:lnTo>
                  <a:pt x="487079" y="0"/>
                </a:lnTo>
                <a:close/>
              </a:path>
            </a:pathLst>
          </a:custGeom>
          <a:solidFill>
            <a:srgbClr val="BA1C47">
              <a:alpha val="20096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E49B4955-764B-F45A-DE33-1114D1D2EB0C}"/>
              </a:ext>
            </a:extLst>
          </p:cNvPr>
          <p:cNvSpPr/>
          <p:nvPr/>
        </p:nvSpPr>
        <p:spPr>
          <a:xfrm>
            <a:off x="5004053" y="751295"/>
            <a:ext cx="1783224" cy="1440161"/>
          </a:xfrm>
          <a:custGeom>
            <a:avLst/>
            <a:gdLst>
              <a:gd name="connsiteX0" fmla="*/ 1116124 w 1783223"/>
              <a:gd name="connsiteY0" fmla="*/ 0 h 1440160"/>
              <a:gd name="connsiteX1" fmla="*/ 1740159 w 1783223"/>
              <a:gd name="connsiteY1" fmla="*/ 122978 h 1440160"/>
              <a:gd name="connsiteX2" fmla="*/ 1783223 w 1783223"/>
              <a:gd name="connsiteY2" fmla="*/ 145901 h 1440160"/>
              <a:gd name="connsiteX3" fmla="*/ 1623049 w 1783223"/>
              <a:gd name="connsiteY3" fmla="*/ 231163 h 1440160"/>
              <a:gd name="connsiteX4" fmla="*/ 1296144 w 1783223"/>
              <a:gd name="connsiteY4" fmla="*/ 740336 h 1440160"/>
              <a:gd name="connsiteX5" fmla="*/ 1623049 w 1783223"/>
              <a:gd name="connsiteY5" fmla="*/ 1249509 h 1440160"/>
              <a:gd name="connsiteX6" fmla="*/ 1745170 w 1783223"/>
              <a:gd name="connsiteY6" fmla="*/ 1314515 h 1440160"/>
              <a:gd name="connsiteX7" fmla="*/ 1740159 w 1783223"/>
              <a:gd name="connsiteY7" fmla="*/ 1317182 h 1440160"/>
              <a:gd name="connsiteX8" fmla="*/ 1116124 w 1783223"/>
              <a:gd name="connsiteY8" fmla="*/ 1440160 h 1440160"/>
              <a:gd name="connsiteX9" fmla="*/ 0 w 1783223"/>
              <a:gd name="connsiteY9" fmla="*/ 720080 h 1440160"/>
              <a:gd name="connsiteX10" fmla="*/ 1116124 w 1783223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3" h="1440160">
                <a:moveTo>
                  <a:pt x="1116124" y="0"/>
                </a:moveTo>
                <a:cubicBezTo>
                  <a:pt x="1347281" y="0"/>
                  <a:pt x="1562025" y="45336"/>
                  <a:pt x="1740159" y="122978"/>
                </a:cubicBezTo>
                <a:lnTo>
                  <a:pt x="1783223" y="145901"/>
                </a:lnTo>
                <a:lnTo>
                  <a:pt x="1623049" y="231163"/>
                </a:lnTo>
                <a:cubicBezTo>
                  <a:pt x="1421071" y="361472"/>
                  <a:pt x="1296144" y="541492"/>
                  <a:pt x="1296144" y="740336"/>
                </a:cubicBezTo>
                <a:cubicBezTo>
                  <a:pt x="1296144" y="939181"/>
                  <a:pt x="1421071" y="1119201"/>
                  <a:pt x="1623049" y="1249509"/>
                </a:cubicBezTo>
                <a:lnTo>
                  <a:pt x="1745170" y="1314515"/>
                </a:lnTo>
                <a:lnTo>
                  <a:pt x="1740159" y="1317182"/>
                </a:lnTo>
                <a:cubicBezTo>
                  <a:pt x="1562025" y="1394824"/>
                  <a:pt x="1347281" y="1440160"/>
                  <a:pt x="1116124" y="1440160"/>
                </a:cubicBezTo>
                <a:cubicBezTo>
                  <a:pt x="499706" y="1440160"/>
                  <a:pt x="0" y="1117769"/>
                  <a:pt x="0" y="720080"/>
                </a:cubicBezTo>
                <a:cubicBezTo>
                  <a:pt x="0" y="322391"/>
                  <a:pt x="499706" y="0"/>
                  <a:pt x="1116124" y="0"/>
                </a:cubicBezTo>
                <a:close/>
              </a:path>
            </a:pathLst>
          </a:custGeom>
          <a:solidFill>
            <a:srgbClr val="BA1C47">
              <a:alpha val="20096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3DAB04D8-ED1B-9127-4FB3-D942E6F18771}"/>
              </a:ext>
            </a:extLst>
          </p:cNvPr>
          <p:cNvSpPr/>
          <p:nvPr/>
        </p:nvSpPr>
        <p:spPr>
          <a:xfrm>
            <a:off x="6749219" y="771551"/>
            <a:ext cx="1783222" cy="1440161"/>
          </a:xfrm>
          <a:custGeom>
            <a:avLst/>
            <a:gdLst>
              <a:gd name="connsiteX0" fmla="*/ 667098 w 1783222"/>
              <a:gd name="connsiteY0" fmla="*/ 0 h 1440160"/>
              <a:gd name="connsiteX1" fmla="*/ 1783222 w 1783222"/>
              <a:gd name="connsiteY1" fmla="*/ 720080 h 1440160"/>
              <a:gd name="connsiteX2" fmla="*/ 667098 w 1783222"/>
              <a:gd name="connsiteY2" fmla="*/ 1440160 h 1440160"/>
              <a:gd name="connsiteX3" fmla="*/ 43063 w 1783222"/>
              <a:gd name="connsiteY3" fmla="*/ 1317182 h 1440160"/>
              <a:gd name="connsiteX4" fmla="*/ 0 w 1783222"/>
              <a:gd name="connsiteY4" fmla="*/ 1294259 h 1440160"/>
              <a:gd name="connsiteX5" fmla="*/ 160173 w 1783222"/>
              <a:gd name="connsiteY5" fmla="*/ 1208997 h 1440160"/>
              <a:gd name="connsiteX6" fmla="*/ 487078 w 1783222"/>
              <a:gd name="connsiteY6" fmla="*/ 699824 h 1440160"/>
              <a:gd name="connsiteX7" fmla="*/ 160173 w 1783222"/>
              <a:gd name="connsiteY7" fmla="*/ 190651 h 1440160"/>
              <a:gd name="connsiteX8" fmla="*/ 38053 w 1783222"/>
              <a:gd name="connsiteY8" fmla="*/ 125645 h 1440160"/>
              <a:gd name="connsiteX9" fmla="*/ 43063 w 1783222"/>
              <a:gd name="connsiteY9" fmla="*/ 122978 h 1440160"/>
              <a:gd name="connsiteX10" fmla="*/ 667098 w 1783222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2" h="1440160">
                <a:moveTo>
                  <a:pt x="667098" y="0"/>
                </a:moveTo>
                <a:cubicBezTo>
                  <a:pt x="1283516" y="0"/>
                  <a:pt x="1783222" y="322391"/>
                  <a:pt x="1783222" y="720080"/>
                </a:cubicBezTo>
                <a:cubicBezTo>
                  <a:pt x="1783222" y="1117769"/>
                  <a:pt x="1283516" y="1440160"/>
                  <a:pt x="667098" y="1440160"/>
                </a:cubicBezTo>
                <a:cubicBezTo>
                  <a:pt x="435941" y="1440160"/>
                  <a:pt x="221197" y="1394824"/>
                  <a:pt x="43063" y="1317182"/>
                </a:cubicBezTo>
                <a:lnTo>
                  <a:pt x="0" y="1294259"/>
                </a:lnTo>
                <a:lnTo>
                  <a:pt x="160173" y="1208997"/>
                </a:lnTo>
                <a:cubicBezTo>
                  <a:pt x="362152" y="1078689"/>
                  <a:pt x="487078" y="898669"/>
                  <a:pt x="487078" y="699824"/>
                </a:cubicBezTo>
                <a:cubicBezTo>
                  <a:pt x="487078" y="500980"/>
                  <a:pt x="362152" y="320960"/>
                  <a:pt x="160173" y="190651"/>
                </a:cubicBezTo>
                <a:lnTo>
                  <a:pt x="38053" y="125645"/>
                </a:lnTo>
                <a:lnTo>
                  <a:pt x="43063" y="122978"/>
                </a:lnTo>
                <a:cubicBezTo>
                  <a:pt x="221197" y="45336"/>
                  <a:pt x="435941" y="0"/>
                  <a:pt x="667098" y="0"/>
                </a:cubicBezTo>
                <a:close/>
              </a:path>
            </a:pathLst>
          </a:custGeom>
          <a:solidFill>
            <a:srgbClr val="BA1C47">
              <a:alpha val="20096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7CF83C-E215-8774-DCCB-133782A3057D}"/>
              </a:ext>
            </a:extLst>
          </p:cNvPr>
          <p:cNvSpPr txBox="1"/>
          <p:nvPr/>
        </p:nvSpPr>
        <p:spPr>
          <a:xfrm>
            <a:off x="5947958" y="348457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EA214-9866-0839-35DD-BA23F8329BC7}"/>
              </a:ext>
            </a:extLst>
          </p:cNvPr>
          <p:cNvSpPr txBox="1"/>
          <p:nvPr/>
        </p:nvSpPr>
        <p:spPr>
          <a:xfrm>
            <a:off x="7239825" y="348457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0AD444-73A8-DDAB-C271-8295035D6612}"/>
              </a:ext>
            </a:extLst>
          </p:cNvPr>
          <p:cNvSpPr txBox="1"/>
          <p:nvPr/>
        </p:nvSpPr>
        <p:spPr>
          <a:xfrm>
            <a:off x="5324786" y="1143275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2EB79E-2861-5FF8-B2EB-1D0D8CF9803A}"/>
              </a:ext>
            </a:extLst>
          </p:cNvPr>
          <p:cNvSpPr txBox="1"/>
          <p:nvPr/>
        </p:nvSpPr>
        <p:spPr>
          <a:xfrm>
            <a:off x="6613964" y="106712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84BB6C-958E-B32A-1726-CDDFC9323A33}"/>
              </a:ext>
            </a:extLst>
          </p:cNvPr>
          <p:cNvSpPr txBox="1"/>
          <p:nvPr/>
        </p:nvSpPr>
        <p:spPr>
          <a:xfrm>
            <a:off x="5771728" y="1601419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0DEF61-6A83-4D2B-4DB4-515C63C97637}"/>
              </a:ext>
            </a:extLst>
          </p:cNvPr>
          <p:cNvSpPr txBox="1"/>
          <p:nvPr/>
        </p:nvSpPr>
        <p:spPr>
          <a:xfrm>
            <a:off x="6613964" y="1481673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EF3A5-9593-186E-CD44-3F6EA3AC83A3}"/>
              </a:ext>
            </a:extLst>
          </p:cNvPr>
          <p:cNvSpPr txBox="1"/>
          <p:nvPr/>
        </p:nvSpPr>
        <p:spPr>
          <a:xfrm>
            <a:off x="5895071" y="908496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270846-6127-26A6-D280-0C3F48BD979E}"/>
              </a:ext>
            </a:extLst>
          </p:cNvPr>
          <p:cNvSpPr txBox="1"/>
          <p:nvPr/>
        </p:nvSpPr>
        <p:spPr>
          <a:xfrm>
            <a:off x="7256486" y="908496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04B525-0438-8374-A475-B825B151C1CE}"/>
              </a:ext>
            </a:extLst>
          </p:cNvPr>
          <p:cNvSpPr txBox="1"/>
          <p:nvPr/>
        </p:nvSpPr>
        <p:spPr>
          <a:xfrm>
            <a:off x="7354370" y="1601419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221DDE-A707-CE80-20A9-C034850A8835}"/>
              </a:ext>
            </a:extLst>
          </p:cNvPr>
          <p:cNvSpPr txBox="1"/>
          <p:nvPr/>
        </p:nvSpPr>
        <p:spPr>
          <a:xfrm>
            <a:off x="7857437" y="1143275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D3936E13-14A2-0545-4114-5948D3045331}"/>
              </a:ext>
            </a:extLst>
          </p:cNvPr>
          <p:cNvSpPr/>
          <p:nvPr/>
        </p:nvSpPr>
        <p:spPr>
          <a:xfrm>
            <a:off x="1825434" y="3405795"/>
            <a:ext cx="936104" cy="1168613"/>
          </a:xfrm>
          <a:custGeom>
            <a:avLst/>
            <a:gdLst>
              <a:gd name="connsiteX0" fmla="*/ 487079 w 936104"/>
              <a:gd name="connsiteY0" fmla="*/ 0 h 1168614"/>
              <a:gd name="connsiteX1" fmla="*/ 609199 w 936104"/>
              <a:gd name="connsiteY1" fmla="*/ 65006 h 1168614"/>
              <a:gd name="connsiteX2" fmla="*/ 936104 w 936104"/>
              <a:gd name="connsiteY2" fmla="*/ 574179 h 1168614"/>
              <a:gd name="connsiteX3" fmla="*/ 609199 w 936104"/>
              <a:gd name="connsiteY3" fmla="*/ 1083352 h 1168614"/>
              <a:gd name="connsiteX4" fmla="*/ 449026 w 936104"/>
              <a:gd name="connsiteY4" fmla="*/ 1168614 h 1168614"/>
              <a:gd name="connsiteX5" fmla="*/ 326905 w 936104"/>
              <a:gd name="connsiteY5" fmla="*/ 1103608 h 1168614"/>
              <a:gd name="connsiteX6" fmla="*/ 0 w 936104"/>
              <a:gd name="connsiteY6" fmla="*/ 594435 h 1168614"/>
              <a:gd name="connsiteX7" fmla="*/ 326905 w 936104"/>
              <a:gd name="connsiteY7" fmla="*/ 85262 h 1168614"/>
              <a:gd name="connsiteX8" fmla="*/ 487079 w 936104"/>
              <a:gd name="connsiteY8" fmla="*/ 0 h 11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6104" h="1168614">
                <a:moveTo>
                  <a:pt x="487079" y="0"/>
                </a:moveTo>
                <a:lnTo>
                  <a:pt x="609199" y="65006"/>
                </a:lnTo>
                <a:cubicBezTo>
                  <a:pt x="811178" y="195315"/>
                  <a:pt x="936104" y="375335"/>
                  <a:pt x="936104" y="574179"/>
                </a:cubicBezTo>
                <a:cubicBezTo>
                  <a:pt x="936104" y="773024"/>
                  <a:pt x="811178" y="953044"/>
                  <a:pt x="609199" y="1083352"/>
                </a:cubicBezTo>
                <a:lnTo>
                  <a:pt x="449026" y="1168614"/>
                </a:lnTo>
                <a:lnTo>
                  <a:pt x="326905" y="1103608"/>
                </a:lnTo>
                <a:cubicBezTo>
                  <a:pt x="124927" y="973300"/>
                  <a:pt x="0" y="793280"/>
                  <a:pt x="0" y="594435"/>
                </a:cubicBezTo>
                <a:cubicBezTo>
                  <a:pt x="0" y="395591"/>
                  <a:pt x="124927" y="215571"/>
                  <a:pt x="326905" y="85262"/>
                </a:cubicBezTo>
                <a:lnTo>
                  <a:pt x="487079" y="0"/>
                </a:ln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E16F6A6F-A5BE-EE8E-3A24-84CEB34A8658}"/>
              </a:ext>
            </a:extLst>
          </p:cNvPr>
          <p:cNvSpPr/>
          <p:nvPr/>
        </p:nvSpPr>
        <p:spPr>
          <a:xfrm>
            <a:off x="529293" y="3259892"/>
            <a:ext cx="1783224" cy="1440161"/>
          </a:xfrm>
          <a:custGeom>
            <a:avLst/>
            <a:gdLst>
              <a:gd name="connsiteX0" fmla="*/ 1116124 w 1783223"/>
              <a:gd name="connsiteY0" fmla="*/ 0 h 1440160"/>
              <a:gd name="connsiteX1" fmla="*/ 1740159 w 1783223"/>
              <a:gd name="connsiteY1" fmla="*/ 122978 h 1440160"/>
              <a:gd name="connsiteX2" fmla="*/ 1783223 w 1783223"/>
              <a:gd name="connsiteY2" fmla="*/ 145901 h 1440160"/>
              <a:gd name="connsiteX3" fmla="*/ 1623049 w 1783223"/>
              <a:gd name="connsiteY3" fmla="*/ 231163 h 1440160"/>
              <a:gd name="connsiteX4" fmla="*/ 1296144 w 1783223"/>
              <a:gd name="connsiteY4" fmla="*/ 740336 h 1440160"/>
              <a:gd name="connsiteX5" fmla="*/ 1623049 w 1783223"/>
              <a:gd name="connsiteY5" fmla="*/ 1249509 h 1440160"/>
              <a:gd name="connsiteX6" fmla="*/ 1745170 w 1783223"/>
              <a:gd name="connsiteY6" fmla="*/ 1314515 h 1440160"/>
              <a:gd name="connsiteX7" fmla="*/ 1740159 w 1783223"/>
              <a:gd name="connsiteY7" fmla="*/ 1317182 h 1440160"/>
              <a:gd name="connsiteX8" fmla="*/ 1116124 w 1783223"/>
              <a:gd name="connsiteY8" fmla="*/ 1440160 h 1440160"/>
              <a:gd name="connsiteX9" fmla="*/ 0 w 1783223"/>
              <a:gd name="connsiteY9" fmla="*/ 720080 h 1440160"/>
              <a:gd name="connsiteX10" fmla="*/ 1116124 w 1783223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3" h="1440160">
                <a:moveTo>
                  <a:pt x="1116124" y="0"/>
                </a:moveTo>
                <a:cubicBezTo>
                  <a:pt x="1347281" y="0"/>
                  <a:pt x="1562025" y="45336"/>
                  <a:pt x="1740159" y="122978"/>
                </a:cubicBezTo>
                <a:lnTo>
                  <a:pt x="1783223" y="145901"/>
                </a:lnTo>
                <a:lnTo>
                  <a:pt x="1623049" y="231163"/>
                </a:lnTo>
                <a:cubicBezTo>
                  <a:pt x="1421071" y="361472"/>
                  <a:pt x="1296144" y="541492"/>
                  <a:pt x="1296144" y="740336"/>
                </a:cubicBezTo>
                <a:cubicBezTo>
                  <a:pt x="1296144" y="939181"/>
                  <a:pt x="1421071" y="1119201"/>
                  <a:pt x="1623049" y="1249509"/>
                </a:cubicBezTo>
                <a:lnTo>
                  <a:pt x="1745170" y="1314515"/>
                </a:lnTo>
                <a:lnTo>
                  <a:pt x="1740159" y="1317182"/>
                </a:lnTo>
                <a:cubicBezTo>
                  <a:pt x="1562025" y="1394824"/>
                  <a:pt x="1347281" y="1440160"/>
                  <a:pt x="1116124" y="1440160"/>
                </a:cubicBezTo>
                <a:cubicBezTo>
                  <a:pt x="499706" y="1440160"/>
                  <a:pt x="0" y="1117769"/>
                  <a:pt x="0" y="720080"/>
                </a:cubicBezTo>
                <a:cubicBezTo>
                  <a:pt x="0" y="322391"/>
                  <a:pt x="499706" y="0"/>
                  <a:pt x="1116124" y="0"/>
                </a:cubicBezTo>
                <a:close/>
              </a:path>
            </a:pathLst>
          </a:custGeom>
          <a:solidFill>
            <a:srgbClr val="BA1C47">
              <a:alpha val="20000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C0A88E41-83A7-AF2C-3E2F-628441D695BA}"/>
              </a:ext>
            </a:extLst>
          </p:cNvPr>
          <p:cNvSpPr/>
          <p:nvPr/>
        </p:nvSpPr>
        <p:spPr>
          <a:xfrm>
            <a:off x="2274459" y="3280149"/>
            <a:ext cx="1783222" cy="1440161"/>
          </a:xfrm>
          <a:custGeom>
            <a:avLst/>
            <a:gdLst>
              <a:gd name="connsiteX0" fmla="*/ 667098 w 1783222"/>
              <a:gd name="connsiteY0" fmla="*/ 0 h 1440160"/>
              <a:gd name="connsiteX1" fmla="*/ 1783222 w 1783222"/>
              <a:gd name="connsiteY1" fmla="*/ 720080 h 1440160"/>
              <a:gd name="connsiteX2" fmla="*/ 667098 w 1783222"/>
              <a:gd name="connsiteY2" fmla="*/ 1440160 h 1440160"/>
              <a:gd name="connsiteX3" fmla="*/ 43063 w 1783222"/>
              <a:gd name="connsiteY3" fmla="*/ 1317182 h 1440160"/>
              <a:gd name="connsiteX4" fmla="*/ 0 w 1783222"/>
              <a:gd name="connsiteY4" fmla="*/ 1294259 h 1440160"/>
              <a:gd name="connsiteX5" fmla="*/ 160173 w 1783222"/>
              <a:gd name="connsiteY5" fmla="*/ 1208997 h 1440160"/>
              <a:gd name="connsiteX6" fmla="*/ 487078 w 1783222"/>
              <a:gd name="connsiteY6" fmla="*/ 699824 h 1440160"/>
              <a:gd name="connsiteX7" fmla="*/ 160173 w 1783222"/>
              <a:gd name="connsiteY7" fmla="*/ 190651 h 1440160"/>
              <a:gd name="connsiteX8" fmla="*/ 38053 w 1783222"/>
              <a:gd name="connsiteY8" fmla="*/ 125645 h 1440160"/>
              <a:gd name="connsiteX9" fmla="*/ 43063 w 1783222"/>
              <a:gd name="connsiteY9" fmla="*/ 122978 h 1440160"/>
              <a:gd name="connsiteX10" fmla="*/ 667098 w 1783222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2" h="1440160">
                <a:moveTo>
                  <a:pt x="667098" y="0"/>
                </a:moveTo>
                <a:cubicBezTo>
                  <a:pt x="1283516" y="0"/>
                  <a:pt x="1783222" y="322391"/>
                  <a:pt x="1783222" y="720080"/>
                </a:cubicBezTo>
                <a:cubicBezTo>
                  <a:pt x="1783222" y="1117769"/>
                  <a:pt x="1283516" y="1440160"/>
                  <a:pt x="667098" y="1440160"/>
                </a:cubicBezTo>
                <a:cubicBezTo>
                  <a:pt x="435941" y="1440160"/>
                  <a:pt x="221197" y="1394824"/>
                  <a:pt x="43063" y="1317182"/>
                </a:cubicBezTo>
                <a:lnTo>
                  <a:pt x="0" y="1294259"/>
                </a:lnTo>
                <a:lnTo>
                  <a:pt x="160173" y="1208997"/>
                </a:lnTo>
                <a:cubicBezTo>
                  <a:pt x="362152" y="1078689"/>
                  <a:pt x="487078" y="898669"/>
                  <a:pt x="487078" y="699824"/>
                </a:cubicBezTo>
                <a:cubicBezTo>
                  <a:pt x="487078" y="500980"/>
                  <a:pt x="362152" y="320960"/>
                  <a:pt x="160173" y="190651"/>
                </a:cubicBezTo>
                <a:lnTo>
                  <a:pt x="38053" y="125645"/>
                </a:lnTo>
                <a:lnTo>
                  <a:pt x="43063" y="122978"/>
                </a:lnTo>
                <a:cubicBezTo>
                  <a:pt x="221197" y="45336"/>
                  <a:pt x="435941" y="0"/>
                  <a:pt x="667098" y="0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C0BCE4-CA8B-DE28-A955-AFAF62CB3E16}"/>
              </a:ext>
            </a:extLst>
          </p:cNvPr>
          <p:cNvSpPr txBox="1"/>
          <p:nvPr/>
        </p:nvSpPr>
        <p:spPr>
          <a:xfrm>
            <a:off x="1473198" y="285705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7B1593-5D28-6BCA-E0CD-AD022F17F373}"/>
              </a:ext>
            </a:extLst>
          </p:cNvPr>
          <p:cNvSpPr txBox="1"/>
          <p:nvPr/>
        </p:nvSpPr>
        <p:spPr>
          <a:xfrm>
            <a:off x="2765065" y="285705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C54C6F-8300-C6B2-48EE-46E53DE797A6}"/>
              </a:ext>
            </a:extLst>
          </p:cNvPr>
          <p:cNvSpPr txBox="1"/>
          <p:nvPr/>
        </p:nvSpPr>
        <p:spPr>
          <a:xfrm>
            <a:off x="850026" y="3651872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65A568-D491-717D-155C-3695BDCB23AA}"/>
              </a:ext>
            </a:extLst>
          </p:cNvPr>
          <p:cNvSpPr txBox="1"/>
          <p:nvPr/>
        </p:nvSpPr>
        <p:spPr>
          <a:xfrm>
            <a:off x="2139204" y="357572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660AD8-5160-500B-5F66-F9DC6021E2AD}"/>
              </a:ext>
            </a:extLst>
          </p:cNvPr>
          <p:cNvSpPr txBox="1"/>
          <p:nvPr/>
        </p:nvSpPr>
        <p:spPr>
          <a:xfrm>
            <a:off x="1296966" y="4110018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AE122F-0181-8860-0021-5FE4B4E2AB40}"/>
              </a:ext>
            </a:extLst>
          </p:cNvPr>
          <p:cNvSpPr txBox="1"/>
          <p:nvPr/>
        </p:nvSpPr>
        <p:spPr>
          <a:xfrm>
            <a:off x="2139204" y="399027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A761CB-C66B-BD41-09FC-C30AF0764C2C}"/>
              </a:ext>
            </a:extLst>
          </p:cNvPr>
          <p:cNvSpPr txBox="1"/>
          <p:nvPr/>
        </p:nvSpPr>
        <p:spPr>
          <a:xfrm>
            <a:off x="1420310" y="3417094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7D281D-9DE6-4F26-54AD-2CCDDB10B25E}"/>
              </a:ext>
            </a:extLst>
          </p:cNvPr>
          <p:cNvSpPr txBox="1"/>
          <p:nvPr/>
        </p:nvSpPr>
        <p:spPr>
          <a:xfrm>
            <a:off x="2781727" y="3417094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FB7FE-55AB-DA5B-5492-97C839305706}"/>
              </a:ext>
            </a:extLst>
          </p:cNvPr>
          <p:cNvSpPr txBox="1"/>
          <p:nvPr/>
        </p:nvSpPr>
        <p:spPr>
          <a:xfrm>
            <a:off x="2879611" y="4110018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3E610F-F03C-7EAB-E89D-7AC9E40EBFFB}"/>
              </a:ext>
            </a:extLst>
          </p:cNvPr>
          <p:cNvSpPr txBox="1"/>
          <p:nvPr/>
        </p:nvSpPr>
        <p:spPr>
          <a:xfrm>
            <a:off x="3382676" y="3651873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36DC5FDC-956E-34FF-DB23-54262F87222A}"/>
              </a:ext>
            </a:extLst>
          </p:cNvPr>
          <p:cNvSpPr/>
          <p:nvPr/>
        </p:nvSpPr>
        <p:spPr>
          <a:xfrm>
            <a:off x="6300193" y="3405795"/>
            <a:ext cx="936104" cy="1168613"/>
          </a:xfrm>
          <a:custGeom>
            <a:avLst/>
            <a:gdLst>
              <a:gd name="connsiteX0" fmla="*/ 487079 w 936104"/>
              <a:gd name="connsiteY0" fmla="*/ 0 h 1168614"/>
              <a:gd name="connsiteX1" fmla="*/ 609199 w 936104"/>
              <a:gd name="connsiteY1" fmla="*/ 65006 h 1168614"/>
              <a:gd name="connsiteX2" fmla="*/ 936104 w 936104"/>
              <a:gd name="connsiteY2" fmla="*/ 574179 h 1168614"/>
              <a:gd name="connsiteX3" fmla="*/ 609199 w 936104"/>
              <a:gd name="connsiteY3" fmla="*/ 1083352 h 1168614"/>
              <a:gd name="connsiteX4" fmla="*/ 449026 w 936104"/>
              <a:gd name="connsiteY4" fmla="*/ 1168614 h 1168614"/>
              <a:gd name="connsiteX5" fmla="*/ 326905 w 936104"/>
              <a:gd name="connsiteY5" fmla="*/ 1103608 h 1168614"/>
              <a:gd name="connsiteX6" fmla="*/ 0 w 936104"/>
              <a:gd name="connsiteY6" fmla="*/ 594435 h 1168614"/>
              <a:gd name="connsiteX7" fmla="*/ 326905 w 936104"/>
              <a:gd name="connsiteY7" fmla="*/ 85262 h 1168614"/>
              <a:gd name="connsiteX8" fmla="*/ 487079 w 936104"/>
              <a:gd name="connsiteY8" fmla="*/ 0 h 11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6104" h="1168614">
                <a:moveTo>
                  <a:pt x="487079" y="0"/>
                </a:moveTo>
                <a:lnTo>
                  <a:pt x="609199" y="65006"/>
                </a:lnTo>
                <a:cubicBezTo>
                  <a:pt x="811178" y="195315"/>
                  <a:pt x="936104" y="375335"/>
                  <a:pt x="936104" y="574179"/>
                </a:cubicBezTo>
                <a:cubicBezTo>
                  <a:pt x="936104" y="773024"/>
                  <a:pt x="811178" y="953044"/>
                  <a:pt x="609199" y="1083352"/>
                </a:cubicBezTo>
                <a:lnTo>
                  <a:pt x="449026" y="1168614"/>
                </a:lnTo>
                <a:lnTo>
                  <a:pt x="326905" y="1103608"/>
                </a:lnTo>
                <a:cubicBezTo>
                  <a:pt x="124927" y="973300"/>
                  <a:pt x="0" y="793280"/>
                  <a:pt x="0" y="594435"/>
                </a:cubicBezTo>
                <a:cubicBezTo>
                  <a:pt x="0" y="395591"/>
                  <a:pt x="124927" y="215571"/>
                  <a:pt x="326905" y="85262"/>
                </a:cubicBezTo>
                <a:lnTo>
                  <a:pt x="487079" y="0"/>
                </a:ln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023A6F59-5315-08EF-E582-B260A2EB7CFE}"/>
              </a:ext>
            </a:extLst>
          </p:cNvPr>
          <p:cNvSpPr/>
          <p:nvPr/>
        </p:nvSpPr>
        <p:spPr>
          <a:xfrm>
            <a:off x="5004053" y="3259893"/>
            <a:ext cx="1783224" cy="1440161"/>
          </a:xfrm>
          <a:custGeom>
            <a:avLst/>
            <a:gdLst>
              <a:gd name="connsiteX0" fmla="*/ 1116124 w 1783223"/>
              <a:gd name="connsiteY0" fmla="*/ 0 h 1440160"/>
              <a:gd name="connsiteX1" fmla="*/ 1740159 w 1783223"/>
              <a:gd name="connsiteY1" fmla="*/ 122978 h 1440160"/>
              <a:gd name="connsiteX2" fmla="*/ 1783223 w 1783223"/>
              <a:gd name="connsiteY2" fmla="*/ 145901 h 1440160"/>
              <a:gd name="connsiteX3" fmla="*/ 1623049 w 1783223"/>
              <a:gd name="connsiteY3" fmla="*/ 231163 h 1440160"/>
              <a:gd name="connsiteX4" fmla="*/ 1296144 w 1783223"/>
              <a:gd name="connsiteY4" fmla="*/ 740336 h 1440160"/>
              <a:gd name="connsiteX5" fmla="*/ 1623049 w 1783223"/>
              <a:gd name="connsiteY5" fmla="*/ 1249509 h 1440160"/>
              <a:gd name="connsiteX6" fmla="*/ 1745170 w 1783223"/>
              <a:gd name="connsiteY6" fmla="*/ 1314515 h 1440160"/>
              <a:gd name="connsiteX7" fmla="*/ 1740159 w 1783223"/>
              <a:gd name="connsiteY7" fmla="*/ 1317182 h 1440160"/>
              <a:gd name="connsiteX8" fmla="*/ 1116124 w 1783223"/>
              <a:gd name="connsiteY8" fmla="*/ 1440160 h 1440160"/>
              <a:gd name="connsiteX9" fmla="*/ 0 w 1783223"/>
              <a:gd name="connsiteY9" fmla="*/ 720080 h 1440160"/>
              <a:gd name="connsiteX10" fmla="*/ 1116124 w 1783223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3" h="1440160">
                <a:moveTo>
                  <a:pt x="1116124" y="0"/>
                </a:moveTo>
                <a:cubicBezTo>
                  <a:pt x="1347281" y="0"/>
                  <a:pt x="1562025" y="45336"/>
                  <a:pt x="1740159" y="122978"/>
                </a:cubicBezTo>
                <a:lnTo>
                  <a:pt x="1783223" y="145901"/>
                </a:lnTo>
                <a:lnTo>
                  <a:pt x="1623049" y="231163"/>
                </a:lnTo>
                <a:cubicBezTo>
                  <a:pt x="1421071" y="361472"/>
                  <a:pt x="1296144" y="541492"/>
                  <a:pt x="1296144" y="740336"/>
                </a:cubicBezTo>
                <a:cubicBezTo>
                  <a:pt x="1296144" y="939181"/>
                  <a:pt x="1421071" y="1119201"/>
                  <a:pt x="1623049" y="1249509"/>
                </a:cubicBezTo>
                <a:lnTo>
                  <a:pt x="1745170" y="1314515"/>
                </a:lnTo>
                <a:lnTo>
                  <a:pt x="1740159" y="1317182"/>
                </a:lnTo>
                <a:cubicBezTo>
                  <a:pt x="1562025" y="1394824"/>
                  <a:pt x="1347281" y="1440160"/>
                  <a:pt x="1116124" y="1440160"/>
                </a:cubicBezTo>
                <a:cubicBezTo>
                  <a:pt x="499706" y="1440160"/>
                  <a:pt x="0" y="1117769"/>
                  <a:pt x="0" y="720080"/>
                </a:cubicBezTo>
                <a:cubicBezTo>
                  <a:pt x="0" y="322391"/>
                  <a:pt x="499706" y="0"/>
                  <a:pt x="1116124" y="0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6BDB6624-1E40-549F-387B-D1CA1F06F942}"/>
              </a:ext>
            </a:extLst>
          </p:cNvPr>
          <p:cNvSpPr/>
          <p:nvPr/>
        </p:nvSpPr>
        <p:spPr>
          <a:xfrm>
            <a:off x="6749219" y="3280149"/>
            <a:ext cx="1783222" cy="1440161"/>
          </a:xfrm>
          <a:custGeom>
            <a:avLst/>
            <a:gdLst>
              <a:gd name="connsiteX0" fmla="*/ 667098 w 1783222"/>
              <a:gd name="connsiteY0" fmla="*/ 0 h 1440160"/>
              <a:gd name="connsiteX1" fmla="*/ 1783222 w 1783222"/>
              <a:gd name="connsiteY1" fmla="*/ 720080 h 1440160"/>
              <a:gd name="connsiteX2" fmla="*/ 667098 w 1783222"/>
              <a:gd name="connsiteY2" fmla="*/ 1440160 h 1440160"/>
              <a:gd name="connsiteX3" fmla="*/ 43063 w 1783222"/>
              <a:gd name="connsiteY3" fmla="*/ 1317182 h 1440160"/>
              <a:gd name="connsiteX4" fmla="*/ 0 w 1783222"/>
              <a:gd name="connsiteY4" fmla="*/ 1294259 h 1440160"/>
              <a:gd name="connsiteX5" fmla="*/ 160173 w 1783222"/>
              <a:gd name="connsiteY5" fmla="*/ 1208997 h 1440160"/>
              <a:gd name="connsiteX6" fmla="*/ 487078 w 1783222"/>
              <a:gd name="connsiteY6" fmla="*/ 699824 h 1440160"/>
              <a:gd name="connsiteX7" fmla="*/ 160173 w 1783222"/>
              <a:gd name="connsiteY7" fmla="*/ 190651 h 1440160"/>
              <a:gd name="connsiteX8" fmla="*/ 38053 w 1783222"/>
              <a:gd name="connsiteY8" fmla="*/ 125645 h 1440160"/>
              <a:gd name="connsiteX9" fmla="*/ 43063 w 1783222"/>
              <a:gd name="connsiteY9" fmla="*/ 122978 h 1440160"/>
              <a:gd name="connsiteX10" fmla="*/ 667098 w 1783222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2" h="1440160">
                <a:moveTo>
                  <a:pt x="667098" y="0"/>
                </a:moveTo>
                <a:cubicBezTo>
                  <a:pt x="1283516" y="0"/>
                  <a:pt x="1783222" y="322391"/>
                  <a:pt x="1783222" y="720080"/>
                </a:cubicBezTo>
                <a:cubicBezTo>
                  <a:pt x="1783222" y="1117769"/>
                  <a:pt x="1283516" y="1440160"/>
                  <a:pt x="667098" y="1440160"/>
                </a:cubicBezTo>
                <a:cubicBezTo>
                  <a:pt x="435941" y="1440160"/>
                  <a:pt x="221197" y="1394824"/>
                  <a:pt x="43063" y="1317182"/>
                </a:cubicBezTo>
                <a:lnTo>
                  <a:pt x="0" y="1294259"/>
                </a:lnTo>
                <a:lnTo>
                  <a:pt x="160173" y="1208997"/>
                </a:lnTo>
                <a:cubicBezTo>
                  <a:pt x="362152" y="1078689"/>
                  <a:pt x="487078" y="898669"/>
                  <a:pt x="487078" y="699824"/>
                </a:cubicBezTo>
                <a:cubicBezTo>
                  <a:pt x="487078" y="500980"/>
                  <a:pt x="362152" y="320960"/>
                  <a:pt x="160173" y="190651"/>
                </a:cubicBezTo>
                <a:lnTo>
                  <a:pt x="38053" y="125645"/>
                </a:lnTo>
                <a:lnTo>
                  <a:pt x="43063" y="122978"/>
                </a:lnTo>
                <a:cubicBezTo>
                  <a:pt x="221197" y="45336"/>
                  <a:pt x="435941" y="0"/>
                  <a:pt x="667098" y="0"/>
                </a:cubicBezTo>
                <a:close/>
              </a:path>
            </a:pathLst>
          </a:custGeom>
          <a:solidFill>
            <a:srgbClr val="BA1C47">
              <a:alpha val="20000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D07342-4519-56B3-3C17-72951174E283}"/>
              </a:ext>
            </a:extLst>
          </p:cNvPr>
          <p:cNvSpPr txBox="1"/>
          <p:nvPr/>
        </p:nvSpPr>
        <p:spPr>
          <a:xfrm>
            <a:off x="5947958" y="285705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B11ACE-27B2-D275-65AD-2EDF73BCCA1B}"/>
              </a:ext>
            </a:extLst>
          </p:cNvPr>
          <p:cNvSpPr txBox="1"/>
          <p:nvPr/>
        </p:nvSpPr>
        <p:spPr>
          <a:xfrm>
            <a:off x="7239825" y="285705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B03787-F6CB-F8D9-68A6-01707857C6D0}"/>
              </a:ext>
            </a:extLst>
          </p:cNvPr>
          <p:cNvSpPr txBox="1"/>
          <p:nvPr/>
        </p:nvSpPr>
        <p:spPr>
          <a:xfrm>
            <a:off x="5324786" y="3651873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EB9BC3-4FBC-37DF-0CFD-84B942CF9C08}"/>
              </a:ext>
            </a:extLst>
          </p:cNvPr>
          <p:cNvSpPr txBox="1"/>
          <p:nvPr/>
        </p:nvSpPr>
        <p:spPr>
          <a:xfrm>
            <a:off x="6613964" y="357572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8F95B6-09F4-C8AB-01B4-92A556C901BB}"/>
              </a:ext>
            </a:extLst>
          </p:cNvPr>
          <p:cNvSpPr txBox="1"/>
          <p:nvPr/>
        </p:nvSpPr>
        <p:spPr>
          <a:xfrm>
            <a:off x="5771728" y="4110018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B2EECA-3B3A-3158-ACB1-B3A271226559}"/>
              </a:ext>
            </a:extLst>
          </p:cNvPr>
          <p:cNvSpPr txBox="1"/>
          <p:nvPr/>
        </p:nvSpPr>
        <p:spPr>
          <a:xfrm>
            <a:off x="6613964" y="399027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A69CA6-3B1C-6C0B-7820-7B0E8AF5632E}"/>
              </a:ext>
            </a:extLst>
          </p:cNvPr>
          <p:cNvSpPr txBox="1"/>
          <p:nvPr/>
        </p:nvSpPr>
        <p:spPr>
          <a:xfrm>
            <a:off x="5895071" y="3417094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8C9D26-F7A6-7EF7-5A14-1F7B7CF2111A}"/>
              </a:ext>
            </a:extLst>
          </p:cNvPr>
          <p:cNvSpPr txBox="1"/>
          <p:nvPr/>
        </p:nvSpPr>
        <p:spPr>
          <a:xfrm>
            <a:off x="7256486" y="3417094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85FBBE-D4DE-8495-10A9-26D2ED631418}"/>
              </a:ext>
            </a:extLst>
          </p:cNvPr>
          <p:cNvSpPr txBox="1"/>
          <p:nvPr/>
        </p:nvSpPr>
        <p:spPr>
          <a:xfrm>
            <a:off x="7354370" y="4110018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CC7EF1-51D4-B05E-3026-D703FF06FE63}"/>
              </a:ext>
            </a:extLst>
          </p:cNvPr>
          <p:cNvSpPr txBox="1"/>
          <p:nvPr/>
        </p:nvSpPr>
        <p:spPr>
          <a:xfrm>
            <a:off x="7857437" y="3651873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9427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5B67E92-D369-0C79-8D56-09108396AF5E}"/>
              </a:ext>
            </a:extLst>
          </p:cNvPr>
          <p:cNvSpPr/>
          <p:nvPr/>
        </p:nvSpPr>
        <p:spPr>
          <a:xfrm>
            <a:off x="611566" y="627534"/>
            <a:ext cx="3013535" cy="1944216"/>
          </a:xfrm>
          <a:prstGeom prst="ellipse">
            <a:avLst/>
          </a:pr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4C749E-1FC0-BA7C-EA4D-D8895B9CEA70}"/>
              </a:ext>
            </a:extLst>
          </p:cNvPr>
          <p:cNvSpPr/>
          <p:nvPr/>
        </p:nvSpPr>
        <p:spPr>
          <a:xfrm>
            <a:off x="1691682" y="1203600"/>
            <a:ext cx="1618381" cy="1044116"/>
          </a:xfrm>
          <a:prstGeom prst="ellipse">
            <a:avLst/>
          </a:prstGeom>
          <a:solidFill>
            <a:srgbClr val="BA1C47">
              <a:alpha val="20162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47B71-8DFB-EF3B-22D7-A75B863CFF1C}"/>
              </a:ext>
            </a:extLst>
          </p:cNvPr>
          <p:cNvSpPr txBox="1"/>
          <p:nvPr/>
        </p:nvSpPr>
        <p:spPr>
          <a:xfrm>
            <a:off x="2324378" y="803491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59FAA-6048-36C4-A37F-A059F76F2EE1}"/>
              </a:ext>
            </a:extLst>
          </p:cNvPr>
          <p:cNvSpPr txBox="1"/>
          <p:nvPr/>
        </p:nvSpPr>
        <p:spPr>
          <a:xfrm>
            <a:off x="1811503" y="1525603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EC108-6565-A99A-607B-143BA5406473}"/>
              </a:ext>
            </a:extLst>
          </p:cNvPr>
          <p:cNvSpPr txBox="1"/>
          <p:nvPr/>
        </p:nvSpPr>
        <p:spPr>
          <a:xfrm>
            <a:off x="2302268" y="1525603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05415-463F-E3AC-22DE-0EB0B1F5748F}"/>
              </a:ext>
            </a:extLst>
          </p:cNvPr>
          <p:cNvSpPr txBox="1"/>
          <p:nvPr/>
        </p:nvSpPr>
        <p:spPr>
          <a:xfrm>
            <a:off x="774392" y="1325548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19DFA-0D7E-0D4F-7398-5F27C007F19A}"/>
              </a:ext>
            </a:extLst>
          </p:cNvPr>
          <p:cNvSpPr txBox="1"/>
          <p:nvPr/>
        </p:nvSpPr>
        <p:spPr>
          <a:xfrm>
            <a:off x="2774914" y="1530540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77113-AACE-D118-5ADE-D502B1528321}"/>
              </a:ext>
            </a:extLst>
          </p:cNvPr>
          <p:cNvSpPr txBox="1"/>
          <p:nvPr/>
        </p:nvSpPr>
        <p:spPr>
          <a:xfrm>
            <a:off x="1304303" y="1003546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19EB05-7ABC-7446-D99B-D8DF6BAD10B5}"/>
              </a:ext>
            </a:extLst>
          </p:cNvPr>
          <p:cNvSpPr txBox="1"/>
          <p:nvPr/>
        </p:nvSpPr>
        <p:spPr>
          <a:xfrm>
            <a:off x="1125346" y="1779664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DA93F-97EB-B7DB-66F8-2BB14AC2396F}"/>
              </a:ext>
            </a:extLst>
          </p:cNvPr>
          <p:cNvSpPr txBox="1"/>
          <p:nvPr/>
        </p:nvSpPr>
        <p:spPr>
          <a:xfrm>
            <a:off x="1631638" y="2101668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58A3F-2D6C-3190-5F66-86BF30E71D99}"/>
              </a:ext>
            </a:extLst>
          </p:cNvPr>
          <p:cNvSpPr txBox="1"/>
          <p:nvPr/>
        </p:nvSpPr>
        <p:spPr>
          <a:xfrm>
            <a:off x="1948249" y="215084"/>
            <a:ext cx="34496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A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C8B3C84-0AAB-BA60-FD73-2B547771CA61}"/>
              </a:ext>
            </a:extLst>
          </p:cNvPr>
          <p:cNvSpPr/>
          <p:nvPr/>
        </p:nvSpPr>
        <p:spPr>
          <a:xfrm>
            <a:off x="1825434" y="3405795"/>
            <a:ext cx="936104" cy="1168613"/>
          </a:xfrm>
          <a:custGeom>
            <a:avLst/>
            <a:gdLst>
              <a:gd name="connsiteX0" fmla="*/ 487079 w 936104"/>
              <a:gd name="connsiteY0" fmla="*/ 0 h 1168614"/>
              <a:gd name="connsiteX1" fmla="*/ 609199 w 936104"/>
              <a:gd name="connsiteY1" fmla="*/ 65006 h 1168614"/>
              <a:gd name="connsiteX2" fmla="*/ 936104 w 936104"/>
              <a:gd name="connsiteY2" fmla="*/ 574179 h 1168614"/>
              <a:gd name="connsiteX3" fmla="*/ 609199 w 936104"/>
              <a:gd name="connsiteY3" fmla="*/ 1083352 h 1168614"/>
              <a:gd name="connsiteX4" fmla="*/ 449026 w 936104"/>
              <a:gd name="connsiteY4" fmla="*/ 1168614 h 1168614"/>
              <a:gd name="connsiteX5" fmla="*/ 326905 w 936104"/>
              <a:gd name="connsiteY5" fmla="*/ 1103608 h 1168614"/>
              <a:gd name="connsiteX6" fmla="*/ 0 w 936104"/>
              <a:gd name="connsiteY6" fmla="*/ 594435 h 1168614"/>
              <a:gd name="connsiteX7" fmla="*/ 326905 w 936104"/>
              <a:gd name="connsiteY7" fmla="*/ 85262 h 1168614"/>
              <a:gd name="connsiteX8" fmla="*/ 487079 w 936104"/>
              <a:gd name="connsiteY8" fmla="*/ 0 h 116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6104" h="1168614">
                <a:moveTo>
                  <a:pt x="487079" y="0"/>
                </a:moveTo>
                <a:lnTo>
                  <a:pt x="609199" y="65006"/>
                </a:lnTo>
                <a:cubicBezTo>
                  <a:pt x="811178" y="195315"/>
                  <a:pt x="936104" y="375335"/>
                  <a:pt x="936104" y="574179"/>
                </a:cubicBezTo>
                <a:cubicBezTo>
                  <a:pt x="936104" y="773024"/>
                  <a:pt x="811178" y="953044"/>
                  <a:pt x="609199" y="1083352"/>
                </a:cubicBezTo>
                <a:lnTo>
                  <a:pt x="449026" y="1168614"/>
                </a:lnTo>
                <a:lnTo>
                  <a:pt x="326905" y="1103608"/>
                </a:lnTo>
                <a:cubicBezTo>
                  <a:pt x="124927" y="973300"/>
                  <a:pt x="0" y="793280"/>
                  <a:pt x="0" y="594435"/>
                </a:cubicBezTo>
                <a:cubicBezTo>
                  <a:pt x="0" y="395591"/>
                  <a:pt x="124927" y="215571"/>
                  <a:pt x="326905" y="85262"/>
                </a:cubicBezTo>
                <a:lnTo>
                  <a:pt x="487079" y="0"/>
                </a:ln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D4C2FAF-84F2-8B39-56A9-0417958659C4}"/>
              </a:ext>
            </a:extLst>
          </p:cNvPr>
          <p:cNvSpPr/>
          <p:nvPr/>
        </p:nvSpPr>
        <p:spPr>
          <a:xfrm>
            <a:off x="529293" y="3259892"/>
            <a:ext cx="1783224" cy="1440161"/>
          </a:xfrm>
          <a:custGeom>
            <a:avLst/>
            <a:gdLst>
              <a:gd name="connsiteX0" fmla="*/ 1116124 w 1783223"/>
              <a:gd name="connsiteY0" fmla="*/ 0 h 1440160"/>
              <a:gd name="connsiteX1" fmla="*/ 1740159 w 1783223"/>
              <a:gd name="connsiteY1" fmla="*/ 122978 h 1440160"/>
              <a:gd name="connsiteX2" fmla="*/ 1783223 w 1783223"/>
              <a:gd name="connsiteY2" fmla="*/ 145901 h 1440160"/>
              <a:gd name="connsiteX3" fmla="*/ 1623049 w 1783223"/>
              <a:gd name="connsiteY3" fmla="*/ 231163 h 1440160"/>
              <a:gd name="connsiteX4" fmla="*/ 1296144 w 1783223"/>
              <a:gd name="connsiteY4" fmla="*/ 740336 h 1440160"/>
              <a:gd name="connsiteX5" fmla="*/ 1623049 w 1783223"/>
              <a:gd name="connsiteY5" fmla="*/ 1249509 h 1440160"/>
              <a:gd name="connsiteX6" fmla="*/ 1745170 w 1783223"/>
              <a:gd name="connsiteY6" fmla="*/ 1314515 h 1440160"/>
              <a:gd name="connsiteX7" fmla="*/ 1740159 w 1783223"/>
              <a:gd name="connsiteY7" fmla="*/ 1317182 h 1440160"/>
              <a:gd name="connsiteX8" fmla="*/ 1116124 w 1783223"/>
              <a:gd name="connsiteY8" fmla="*/ 1440160 h 1440160"/>
              <a:gd name="connsiteX9" fmla="*/ 0 w 1783223"/>
              <a:gd name="connsiteY9" fmla="*/ 720080 h 1440160"/>
              <a:gd name="connsiteX10" fmla="*/ 1116124 w 1783223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3" h="1440160">
                <a:moveTo>
                  <a:pt x="1116124" y="0"/>
                </a:moveTo>
                <a:cubicBezTo>
                  <a:pt x="1347281" y="0"/>
                  <a:pt x="1562025" y="45336"/>
                  <a:pt x="1740159" y="122978"/>
                </a:cubicBezTo>
                <a:lnTo>
                  <a:pt x="1783223" y="145901"/>
                </a:lnTo>
                <a:lnTo>
                  <a:pt x="1623049" y="231163"/>
                </a:lnTo>
                <a:cubicBezTo>
                  <a:pt x="1421071" y="361472"/>
                  <a:pt x="1296144" y="541492"/>
                  <a:pt x="1296144" y="740336"/>
                </a:cubicBezTo>
                <a:cubicBezTo>
                  <a:pt x="1296144" y="939181"/>
                  <a:pt x="1421071" y="1119201"/>
                  <a:pt x="1623049" y="1249509"/>
                </a:cubicBezTo>
                <a:lnTo>
                  <a:pt x="1745170" y="1314515"/>
                </a:lnTo>
                <a:lnTo>
                  <a:pt x="1740159" y="1317182"/>
                </a:lnTo>
                <a:cubicBezTo>
                  <a:pt x="1562025" y="1394824"/>
                  <a:pt x="1347281" y="1440160"/>
                  <a:pt x="1116124" y="1440160"/>
                </a:cubicBezTo>
                <a:cubicBezTo>
                  <a:pt x="499706" y="1440160"/>
                  <a:pt x="0" y="1117769"/>
                  <a:pt x="0" y="720080"/>
                </a:cubicBezTo>
                <a:cubicBezTo>
                  <a:pt x="0" y="322391"/>
                  <a:pt x="499706" y="0"/>
                  <a:pt x="1116124" y="0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A2F9740-2C0F-584B-301E-4C025C3607A7}"/>
              </a:ext>
            </a:extLst>
          </p:cNvPr>
          <p:cNvSpPr/>
          <p:nvPr/>
        </p:nvSpPr>
        <p:spPr>
          <a:xfrm>
            <a:off x="2274459" y="3280149"/>
            <a:ext cx="1783222" cy="1440161"/>
          </a:xfrm>
          <a:custGeom>
            <a:avLst/>
            <a:gdLst>
              <a:gd name="connsiteX0" fmla="*/ 667098 w 1783222"/>
              <a:gd name="connsiteY0" fmla="*/ 0 h 1440160"/>
              <a:gd name="connsiteX1" fmla="*/ 1783222 w 1783222"/>
              <a:gd name="connsiteY1" fmla="*/ 720080 h 1440160"/>
              <a:gd name="connsiteX2" fmla="*/ 667098 w 1783222"/>
              <a:gd name="connsiteY2" fmla="*/ 1440160 h 1440160"/>
              <a:gd name="connsiteX3" fmla="*/ 43063 w 1783222"/>
              <a:gd name="connsiteY3" fmla="*/ 1317182 h 1440160"/>
              <a:gd name="connsiteX4" fmla="*/ 0 w 1783222"/>
              <a:gd name="connsiteY4" fmla="*/ 1294259 h 1440160"/>
              <a:gd name="connsiteX5" fmla="*/ 160173 w 1783222"/>
              <a:gd name="connsiteY5" fmla="*/ 1208997 h 1440160"/>
              <a:gd name="connsiteX6" fmla="*/ 487078 w 1783222"/>
              <a:gd name="connsiteY6" fmla="*/ 699824 h 1440160"/>
              <a:gd name="connsiteX7" fmla="*/ 160173 w 1783222"/>
              <a:gd name="connsiteY7" fmla="*/ 190651 h 1440160"/>
              <a:gd name="connsiteX8" fmla="*/ 38053 w 1783222"/>
              <a:gd name="connsiteY8" fmla="*/ 125645 h 1440160"/>
              <a:gd name="connsiteX9" fmla="*/ 43063 w 1783222"/>
              <a:gd name="connsiteY9" fmla="*/ 122978 h 1440160"/>
              <a:gd name="connsiteX10" fmla="*/ 667098 w 1783222"/>
              <a:gd name="connsiteY10" fmla="*/ 0 h 144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222" h="1440160">
                <a:moveTo>
                  <a:pt x="667098" y="0"/>
                </a:moveTo>
                <a:cubicBezTo>
                  <a:pt x="1283516" y="0"/>
                  <a:pt x="1783222" y="322391"/>
                  <a:pt x="1783222" y="720080"/>
                </a:cubicBezTo>
                <a:cubicBezTo>
                  <a:pt x="1783222" y="1117769"/>
                  <a:pt x="1283516" y="1440160"/>
                  <a:pt x="667098" y="1440160"/>
                </a:cubicBezTo>
                <a:cubicBezTo>
                  <a:pt x="435941" y="1440160"/>
                  <a:pt x="221197" y="1394824"/>
                  <a:pt x="43063" y="1317182"/>
                </a:cubicBezTo>
                <a:lnTo>
                  <a:pt x="0" y="1294259"/>
                </a:lnTo>
                <a:lnTo>
                  <a:pt x="160173" y="1208997"/>
                </a:lnTo>
                <a:cubicBezTo>
                  <a:pt x="362152" y="1078689"/>
                  <a:pt x="487078" y="898669"/>
                  <a:pt x="487078" y="699824"/>
                </a:cubicBezTo>
                <a:cubicBezTo>
                  <a:pt x="487078" y="500980"/>
                  <a:pt x="362152" y="320960"/>
                  <a:pt x="160173" y="190651"/>
                </a:cubicBezTo>
                <a:lnTo>
                  <a:pt x="38053" y="125645"/>
                </a:lnTo>
                <a:lnTo>
                  <a:pt x="43063" y="122978"/>
                </a:lnTo>
                <a:cubicBezTo>
                  <a:pt x="221197" y="45336"/>
                  <a:pt x="435941" y="0"/>
                  <a:pt x="667098" y="0"/>
                </a:cubicBezTo>
                <a:close/>
              </a:path>
            </a:pathLst>
          </a:cu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JP" sz="1799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07224B-65F0-9187-D537-0D37FDD1F51A}"/>
              </a:ext>
            </a:extLst>
          </p:cNvPr>
          <p:cNvSpPr txBox="1"/>
          <p:nvPr/>
        </p:nvSpPr>
        <p:spPr>
          <a:xfrm>
            <a:off x="1473198" y="285705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3FE91-4884-B49D-F382-8CD532B42A3F}"/>
              </a:ext>
            </a:extLst>
          </p:cNvPr>
          <p:cNvSpPr txBox="1"/>
          <p:nvPr/>
        </p:nvSpPr>
        <p:spPr>
          <a:xfrm>
            <a:off x="2765065" y="285705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A5BDC2-907F-00E6-849A-ABABA009060B}"/>
              </a:ext>
            </a:extLst>
          </p:cNvPr>
          <p:cNvSpPr txBox="1"/>
          <p:nvPr/>
        </p:nvSpPr>
        <p:spPr>
          <a:xfrm>
            <a:off x="850026" y="3651872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E678A-E51A-1CDF-C838-7B61760F68F2}"/>
              </a:ext>
            </a:extLst>
          </p:cNvPr>
          <p:cNvSpPr txBox="1"/>
          <p:nvPr/>
        </p:nvSpPr>
        <p:spPr>
          <a:xfrm>
            <a:off x="2139204" y="357572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32549C-A47E-06C2-1EE3-47728B13D8E1}"/>
              </a:ext>
            </a:extLst>
          </p:cNvPr>
          <p:cNvSpPr txBox="1"/>
          <p:nvPr/>
        </p:nvSpPr>
        <p:spPr>
          <a:xfrm>
            <a:off x="1296966" y="4110018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4BF1FB-9982-CB49-A3CF-31EA6531E72E}"/>
              </a:ext>
            </a:extLst>
          </p:cNvPr>
          <p:cNvSpPr txBox="1"/>
          <p:nvPr/>
        </p:nvSpPr>
        <p:spPr>
          <a:xfrm>
            <a:off x="2139204" y="399027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0A9823-C1E7-6EAE-32A6-B16BBE1078AB}"/>
              </a:ext>
            </a:extLst>
          </p:cNvPr>
          <p:cNvSpPr txBox="1"/>
          <p:nvPr/>
        </p:nvSpPr>
        <p:spPr>
          <a:xfrm>
            <a:off x="1420310" y="3417094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6E6420-4B7B-46E5-B16C-98D4AE62DD54}"/>
              </a:ext>
            </a:extLst>
          </p:cNvPr>
          <p:cNvSpPr txBox="1"/>
          <p:nvPr/>
        </p:nvSpPr>
        <p:spPr>
          <a:xfrm>
            <a:off x="2781727" y="3417094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3553A3-0E02-1078-DECE-D310EF26FD4F}"/>
              </a:ext>
            </a:extLst>
          </p:cNvPr>
          <p:cNvSpPr txBox="1"/>
          <p:nvPr/>
        </p:nvSpPr>
        <p:spPr>
          <a:xfrm>
            <a:off x="2879611" y="4110018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827417-A719-4665-ECE4-977B97F13D8B}"/>
              </a:ext>
            </a:extLst>
          </p:cNvPr>
          <p:cNvSpPr txBox="1"/>
          <p:nvPr/>
        </p:nvSpPr>
        <p:spPr>
          <a:xfrm>
            <a:off x="3382676" y="3651873"/>
            <a:ext cx="47000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0B09CA5-8ABE-5FA9-E633-3ACC06BBCF46}"/>
              </a:ext>
            </a:extLst>
          </p:cNvPr>
          <p:cNvSpPr/>
          <p:nvPr/>
        </p:nvSpPr>
        <p:spPr>
          <a:xfrm>
            <a:off x="4720430" y="3069966"/>
            <a:ext cx="1082422" cy="1440161"/>
          </a:xfrm>
          <a:prstGeom prst="ellipse">
            <a:avLst/>
          </a:pr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DC7F8B-46A1-757E-0B3B-35BD1DAA178E}"/>
              </a:ext>
            </a:extLst>
          </p:cNvPr>
          <p:cNvSpPr txBox="1"/>
          <p:nvPr/>
        </p:nvSpPr>
        <p:spPr>
          <a:xfrm>
            <a:off x="5079162" y="3265878"/>
            <a:ext cx="381000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63E621-D2E4-1659-7D70-F28EE8304128}"/>
              </a:ext>
            </a:extLst>
          </p:cNvPr>
          <p:cNvSpPr txBox="1"/>
          <p:nvPr/>
        </p:nvSpPr>
        <p:spPr>
          <a:xfrm>
            <a:off x="4841187" y="3742362"/>
            <a:ext cx="381000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DC3FEC-27EB-5553-CF8F-A85A3EDFA788}"/>
              </a:ext>
            </a:extLst>
          </p:cNvPr>
          <p:cNvSpPr txBox="1"/>
          <p:nvPr/>
        </p:nvSpPr>
        <p:spPr>
          <a:xfrm>
            <a:off x="5321440" y="3742469"/>
            <a:ext cx="381000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5B8683-734D-A3E1-AFD6-A654EB95D68A}"/>
              </a:ext>
            </a:extLst>
          </p:cNvPr>
          <p:cNvSpPr txBox="1"/>
          <p:nvPr/>
        </p:nvSpPr>
        <p:spPr>
          <a:xfrm>
            <a:off x="6189392" y="3338311"/>
            <a:ext cx="381000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999" dirty="0" err="1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合</a:t>
            </a:r>
            <a:endParaRPr lang="en-JP" sz="1999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51798-BF36-B487-7EC2-4DF3C27CB80A}"/>
              </a:ext>
            </a:extLst>
          </p:cNvPr>
          <p:cNvSpPr txBox="1"/>
          <p:nvPr/>
        </p:nvSpPr>
        <p:spPr>
          <a:xfrm>
            <a:off x="6189392" y="3804489"/>
            <a:ext cx="381000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999" dirty="0" err="1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否</a:t>
            </a:r>
            <a:endParaRPr lang="en-JP" sz="1999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FE1CAB-37E6-8C6E-056B-179327104448}"/>
              </a:ext>
            </a:extLst>
          </p:cNvPr>
          <p:cNvSpPr/>
          <p:nvPr/>
        </p:nvSpPr>
        <p:spPr>
          <a:xfrm>
            <a:off x="7382413" y="2923863"/>
            <a:ext cx="1655803" cy="1676775"/>
          </a:xfrm>
          <a:prstGeom prst="ellipse">
            <a:avLst/>
          </a:prstGeom>
          <a:solidFill>
            <a:srgbClr val="BA1C47">
              <a:alpha val="20030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BB86B1-0325-CC6A-96C5-5ED686D99AE4}"/>
              </a:ext>
            </a:extLst>
          </p:cNvPr>
          <p:cNvSpPr txBox="1"/>
          <p:nvPr/>
        </p:nvSpPr>
        <p:spPr>
          <a:xfrm>
            <a:off x="7484342" y="3282499"/>
            <a:ext cx="816249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(1, 合)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F1273E-C6D2-313C-85BD-F2359B8782C3}"/>
              </a:ext>
            </a:extLst>
          </p:cNvPr>
          <p:cNvSpPr txBox="1"/>
          <p:nvPr/>
        </p:nvSpPr>
        <p:spPr>
          <a:xfrm>
            <a:off x="8188195" y="3282498"/>
            <a:ext cx="816249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(1, 否)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080E10-1806-B826-58E6-56389CF3F615}"/>
              </a:ext>
            </a:extLst>
          </p:cNvPr>
          <p:cNvSpPr txBox="1"/>
          <p:nvPr/>
        </p:nvSpPr>
        <p:spPr>
          <a:xfrm>
            <a:off x="7484342" y="3583664"/>
            <a:ext cx="816249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(2, 合)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137585-4FB8-B8FF-480D-D68C7110B8E4}"/>
              </a:ext>
            </a:extLst>
          </p:cNvPr>
          <p:cNvSpPr txBox="1"/>
          <p:nvPr/>
        </p:nvSpPr>
        <p:spPr>
          <a:xfrm>
            <a:off x="8188194" y="3583663"/>
            <a:ext cx="816249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(2, 否)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6F966E-A072-660F-840B-BE4A6DB1F600}"/>
              </a:ext>
            </a:extLst>
          </p:cNvPr>
          <p:cNvSpPr txBox="1"/>
          <p:nvPr/>
        </p:nvSpPr>
        <p:spPr>
          <a:xfrm>
            <a:off x="7484341" y="3888176"/>
            <a:ext cx="816249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(3, 合)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9C7897-A180-1687-9BAB-A47C34C39BC8}"/>
              </a:ext>
            </a:extLst>
          </p:cNvPr>
          <p:cNvSpPr txBox="1"/>
          <p:nvPr/>
        </p:nvSpPr>
        <p:spPr>
          <a:xfrm>
            <a:off x="8188194" y="3890848"/>
            <a:ext cx="816249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(3, 否)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C29F362-F2C8-E50D-031C-92185F619ACB}"/>
              </a:ext>
            </a:extLst>
          </p:cNvPr>
          <p:cNvSpPr/>
          <p:nvPr/>
        </p:nvSpPr>
        <p:spPr>
          <a:xfrm>
            <a:off x="5871287" y="3069966"/>
            <a:ext cx="1082422" cy="1440161"/>
          </a:xfrm>
          <a:prstGeom prst="ellipse">
            <a:avLst/>
          </a:pr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0D33FC-5038-418B-7739-A96F4DED8C85}"/>
              </a:ext>
            </a:extLst>
          </p:cNvPr>
          <p:cNvSpPr txBox="1"/>
          <p:nvPr/>
        </p:nvSpPr>
        <p:spPr>
          <a:xfrm>
            <a:off x="5067484" y="268570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4493A7-6DFD-FF10-0686-EDAB27726BE3}"/>
              </a:ext>
            </a:extLst>
          </p:cNvPr>
          <p:cNvSpPr txBox="1"/>
          <p:nvPr/>
        </p:nvSpPr>
        <p:spPr>
          <a:xfrm>
            <a:off x="6256953" y="2685705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51" name="直線矢印コネクタ 37">
            <a:extLst>
              <a:ext uri="{FF2B5EF4-FFF2-40B4-BE49-F238E27FC236}">
                <a16:creationId xmlns:a16="http://schemas.microsoft.com/office/drawing/2014/main" id="{9CD2E9D5-B85F-93C4-3445-F15E2E85AFC3}"/>
              </a:ext>
            </a:extLst>
          </p:cNvPr>
          <p:cNvCxnSpPr>
            <a:cxnSpLocks/>
          </p:cNvCxnSpPr>
          <p:nvPr/>
        </p:nvCxnSpPr>
        <p:spPr>
          <a:xfrm>
            <a:off x="6978428" y="3711921"/>
            <a:ext cx="385667" cy="0"/>
          </a:xfrm>
          <a:prstGeom prst="straightConnector1">
            <a:avLst/>
          </a:prstGeom>
          <a:ln w="47625">
            <a:solidFill>
              <a:srgbClr val="BA1C47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74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5B67E92-D369-0C79-8D56-09108396AF5E}"/>
              </a:ext>
            </a:extLst>
          </p:cNvPr>
          <p:cNvSpPr/>
          <p:nvPr/>
        </p:nvSpPr>
        <p:spPr>
          <a:xfrm>
            <a:off x="732788" y="1131593"/>
            <a:ext cx="3013535" cy="3456383"/>
          </a:xfrm>
          <a:prstGeom prst="ellipse">
            <a:avLst/>
          </a:prstGeom>
          <a:solidFill>
            <a:schemeClr val="bg1">
              <a:lumMod val="50000"/>
              <a:alpha val="22898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4C749E-1FC0-BA7C-EA4D-D8895B9CEA70}"/>
              </a:ext>
            </a:extLst>
          </p:cNvPr>
          <p:cNvSpPr/>
          <p:nvPr/>
        </p:nvSpPr>
        <p:spPr>
          <a:xfrm>
            <a:off x="5835343" y="2355731"/>
            <a:ext cx="1618381" cy="1800199"/>
          </a:xfrm>
          <a:prstGeom prst="ellipse">
            <a:avLst/>
          </a:prstGeom>
          <a:solidFill>
            <a:srgbClr val="BA1C47">
              <a:alpha val="20162"/>
            </a:srgb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5CCC3-892D-CC27-D616-6743252CC9A2}"/>
              </a:ext>
            </a:extLst>
          </p:cNvPr>
          <p:cNvSpPr txBox="1"/>
          <p:nvPr/>
        </p:nvSpPr>
        <p:spPr>
          <a:xfrm>
            <a:off x="1622772" y="694463"/>
            <a:ext cx="116891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定義域 </a:t>
            </a:r>
            <a:r>
              <a:rPr lang="en-JP" sz="1999" i="1" dirty="0">
                <a:solidFill>
                  <a:srgbClr val="2B3348"/>
                </a:solidFill>
                <a:latin typeface="Times New Roman" panose="02020603050405020304" pitchFamily="18" charset="0"/>
                <a:ea typeface="Noto Sans CJK JP Regular" panose="020B0500000000000000" pitchFamily="34" charset="-128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D07E05-D59C-4B7B-AEA8-393A739DB87B}"/>
              </a:ext>
            </a:extLst>
          </p:cNvPr>
          <p:cNvSpPr/>
          <p:nvPr/>
        </p:nvSpPr>
        <p:spPr>
          <a:xfrm>
            <a:off x="5148070" y="1131594"/>
            <a:ext cx="3013535" cy="3456383"/>
          </a:xfrm>
          <a:prstGeom prst="ellipse">
            <a:avLst/>
          </a:pr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0A7D7D-4697-A419-104C-2198F5D41BBA}"/>
              </a:ext>
            </a:extLst>
          </p:cNvPr>
          <p:cNvSpPr txBox="1"/>
          <p:nvPr/>
        </p:nvSpPr>
        <p:spPr>
          <a:xfrm>
            <a:off x="6229812" y="694463"/>
            <a:ext cx="902811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終域</a:t>
            </a:r>
            <a:r>
              <a:rPr lang="en-JP" sz="1999" b="1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  <a:r>
              <a:rPr lang="en-JP" sz="1999" i="1" dirty="0">
                <a:solidFill>
                  <a:srgbClr val="2B3348"/>
                </a:solidFill>
                <a:latin typeface="Times New Roman" panose="02020603050405020304" pitchFamily="18" charset="0"/>
                <a:ea typeface="Noto Sans CJK JP Regular" panose="020B0500000000000000" pitchFamily="34" charset="-128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0A338-ED49-648B-850B-1EF437D65098}"/>
              </a:ext>
            </a:extLst>
          </p:cNvPr>
          <p:cNvSpPr txBox="1"/>
          <p:nvPr/>
        </p:nvSpPr>
        <p:spPr>
          <a:xfrm>
            <a:off x="1982391" y="183142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E74DC-B88E-CE5F-E5BE-63D59EE622EF}"/>
              </a:ext>
            </a:extLst>
          </p:cNvPr>
          <p:cNvSpPr txBox="1"/>
          <p:nvPr/>
        </p:nvSpPr>
        <p:spPr>
          <a:xfrm>
            <a:off x="2429260" y="3313903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FC82B4-5CD4-A9CD-5845-7FE9C91EC886}"/>
              </a:ext>
            </a:extLst>
          </p:cNvPr>
          <p:cNvSpPr txBox="1"/>
          <p:nvPr/>
        </p:nvSpPr>
        <p:spPr>
          <a:xfrm>
            <a:off x="7065501" y="201717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7D0DFC-6901-4544-12E5-26E00632F778}"/>
              </a:ext>
            </a:extLst>
          </p:cNvPr>
          <p:cNvSpPr txBox="1"/>
          <p:nvPr/>
        </p:nvSpPr>
        <p:spPr>
          <a:xfrm>
            <a:off x="7573543" y="285978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65807C-0505-3C7A-B642-BFB30C2895DC}"/>
              </a:ext>
            </a:extLst>
          </p:cNvPr>
          <p:cNvSpPr txBox="1"/>
          <p:nvPr/>
        </p:nvSpPr>
        <p:spPr>
          <a:xfrm>
            <a:off x="6536845" y="281890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E7014A-E2D0-26CD-4824-92B9AAB1ED30}"/>
              </a:ext>
            </a:extLst>
          </p:cNvPr>
          <p:cNvSpPr txBox="1"/>
          <p:nvPr/>
        </p:nvSpPr>
        <p:spPr>
          <a:xfrm>
            <a:off x="6195563" y="312026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000854-2EF3-AC57-6BCE-56AC2925D6AB}"/>
              </a:ext>
            </a:extLst>
          </p:cNvPr>
          <p:cNvSpPr txBox="1"/>
          <p:nvPr/>
        </p:nvSpPr>
        <p:spPr>
          <a:xfrm>
            <a:off x="6572866" y="361009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23DB2A-1E64-4A87-58FB-91178EFE2A64}"/>
              </a:ext>
            </a:extLst>
          </p:cNvPr>
          <p:cNvSpPr txBox="1"/>
          <p:nvPr/>
        </p:nvSpPr>
        <p:spPr>
          <a:xfrm>
            <a:off x="1594171" y="275257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3AC57D-16EE-7772-2E7E-8D0B29B136B3}"/>
              </a:ext>
            </a:extLst>
          </p:cNvPr>
          <p:cNvSpPr txBox="1"/>
          <p:nvPr/>
        </p:nvSpPr>
        <p:spPr>
          <a:xfrm>
            <a:off x="1914109" y="3887094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●</a:t>
            </a:r>
            <a:endParaRPr lang="en-JP" sz="1200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CADF1265-0389-4A0A-22E3-3895C95F768A}"/>
              </a:ext>
            </a:extLst>
          </p:cNvPr>
          <p:cNvCxnSpPr>
            <a:cxnSpLocks/>
          </p:cNvCxnSpPr>
          <p:nvPr/>
        </p:nvCxnSpPr>
        <p:spPr>
          <a:xfrm flipV="1">
            <a:off x="2235430" y="3812436"/>
            <a:ext cx="4354679" cy="195418"/>
          </a:xfrm>
          <a:prstGeom prst="curvedConnector2">
            <a:avLst/>
          </a:prstGeom>
          <a:ln w="22225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A03B64-28DB-46F6-CF1A-B69984D7AC70}"/>
              </a:ext>
            </a:extLst>
          </p:cNvPr>
          <p:cNvCxnSpPr>
            <a:cxnSpLocks/>
          </p:cNvCxnSpPr>
          <p:nvPr/>
        </p:nvCxnSpPr>
        <p:spPr>
          <a:xfrm>
            <a:off x="2767819" y="3452402"/>
            <a:ext cx="3805051" cy="296193"/>
          </a:xfrm>
          <a:prstGeom prst="straightConnector1">
            <a:avLst/>
          </a:prstGeom>
          <a:ln w="22225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6257506-1231-36F0-13EA-92920066076E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932726" y="2891073"/>
            <a:ext cx="4297085" cy="360038"/>
          </a:xfrm>
          <a:prstGeom prst="straightConnector1">
            <a:avLst/>
          </a:prstGeom>
          <a:ln w="22225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D49403D-0D4B-4B20-F49B-12F07EF4C5F4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2320945" y="1969924"/>
            <a:ext cx="4215900" cy="987483"/>
          </a:xfrm>
          <a:prstGeom prst="straightConnector1">
            <a:avLst/>
          </a:prstGeom>
          <a:ln w="22225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AE7DB53-831D-782B-1670-0AA2FB1C6C6B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2791683" y="894453"/>
            <a:ext cx="3438129" cy="0"/>
          </a:xfrm>
          <a:prstGeom prst="straightConnector1">
            <a:avLst/>
          </a:prstGeom>
          <a:ln w="22225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BD35861-2814-5E53-E0E8-BA57BDEAB23F}"/>
              </a:ext>
            </a:extLst>
          </p:cNvPr>
          <p:cNvSpPr txBox="1"/>
          <p:nvPr/>
        </p:nvSpPr>
        <p:spPr>
          <a:xfrm>
            <a:off x="4097816" y="457389"/>
            <a:ext cx="82586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写像 </a:t>
            </a:r>
            <a:r>
              <a:rPr lang="en-JP" sz="1999" i="1" dirty="0">
                <a:solidFill>
                  <a:srgbClr val="2B3348"/>
                </a:solidFill>
                <a:latin typeface="Times New Roman" panose="02020603050405020304" pitchFamily="18" charset="0"/>
                <a:ea typeface="Noto Sans CJK JP Regular" panose="020B0500000000000000" pitchFamily="34" charset="-128"/>
                <a:cs typeface="Times New Roman" panose="02020603050405020304" pitchFamily="18" charset="0"/>
              </a:rPr>
              <a:t>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0349883-404A-CD4E-9BBA-EC0BF7A261DD}"/>
              </a:ext>
            </a:extLst>
          </p:cNvPr>
          <p:cNvCxnSpPr>
            <a:cxnSpLocks/>
          </p:cNvCxnSpPr>
          <p:nvPr/>
        </p:nvCxnSpPr>
        <p:spPr>
          <a:xfrm flipH="1">
            <a:off x="2300992" y="1882713"/>
            <a:ext cx="39917" cy="174418"/>
          </a:xfrm>
          <a:prstGeom prst="straightConnector1">
            <a:avLst/>
          </a:prstGeom>
          <a:ln w="22225">
            <a:solidFill>
              <a:srgbClr val="2B3348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839FF4-A136-1E95-7BC8-6B3B05314FA7}"/>
              </a:ext>
            </a:extLst>
          </p:cNvPr>
          <p:cNvCxnSpPr>
            <a:cxnSpLocks/>
          </p:cNvCxnSpPr>
          <p:nvPr/>
        </p:nvCxnSpPr>
        <p:spPr>
          <a:xfrm flipH="1">
            <a:off x="1932728" y="2805124"/>
            <a:ext cx="18633" cy="190038"/>
          </a:xfrm>
          <a:prstGeom prst="straightConnector1">
            <a:avLst/>
          </a:prstGeom>
          <a:ln w="22225">
            <a:solidFill>
              <a:srgbClr val="2B3348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21E4C8C-D8C2-559B-6D34-4DBDDF58132A}"/>
              </a:ext>
            </a:extLst>
          </p:cNvPr>
          <p:cNvCxnSpPr>
            <a:cxnSpLocks/>
          </p:cNvCxnSpPr>
          <p:nvPr/>
        </p:nvCxnSpPr>
        <p:spPr>
          <a:xfrm flipH="1">
            <a:off x="2767813" y="3347968"/>
            <a:ext cx="23868" cy="211313"/>
          </a:xfrm>
          <a:prstGeom prst="straightConnector1">
            <a:avLst/>
          </a:prstGeom>
          <a:ln w="22225">
            <a:solidFill>
              <a:srgbClr val="2B3348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2A634A2-8C8F-DC25-DAEF-FC1D80508543}"/>
              </a:ext>
            </a:extLst>
          </p:cNvPr>
          <p:cNvCxnSpPr>
            <a:cxnSpLocks/>
          </p:cNvCxnSpPr>
          <p:nvPr/>
        </p:nvCxnSpPr>
        <p:spPr>
          <a:xfrm flipV="1">
            <a:off x="2244215" y="3910150"/>
            <a:ext cx="0" cy="218057"/>
          </a:xfrm>
          <a:prstGeom prst="straightConnector1">
            <a:avLst/>
          </a:prstGeom>
          <a:ln w="22225">
            <a:solidFill>
              <a:srgbClr val="2B3348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5F26716-A582-F2FD-C809-A524D44D8AA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2652864" y="1219083"/>
            <a:ext cx="3991669" cy="1136644"/>
          </a:xfrm>
          <a:prstGeom prst="straightConnector1">
            <a:avLst/>
          </a:prstGeom>
          <a:ln w="22225">
            <a:solidFill>
              <a:srgbClr val="2B3348">
                <a:alpha val="40000"/>
              </a:srgbClr>
            </a:solidFill>
            <a:prstDash val="sysDash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F53D498-32B4-D821-262B-5794B35DE41E}"/>
              </a:ext>
            </a:extLst>
          </p:cNvPr>
          <p:cNvCxnSpPr>
            <a:cxnSpLocks/>
            <a:stCxn id="2" idx="4"/>
            <a:endCxn id="3" idx="4"/>
          </p:cNvCxnSpPr>
          <p:nvPr/>
        </p:nvCxnSpPr>
        <p:spPr>
          <a:xfrm flipV="1">
            <a:off x="2239552" y="4155929"/>
            <a:ext cx="4404980" cy="432048"/>
          </a:xfrm>
          <a:prstGeom prst="straightConnector1">
            <a:avLst/>
          </a:prstGeom>
          <a:ln w="22225">
            <a:solidFill>
              <a:srgbClr val="2B3348">
                <a:alpha val="40000"/>
              </a:srgbClr>
            </a:solidFill>
            <a:prstDash val="sysDash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A5A3834-E1E9-DDE5-0676-9EAE9825AF4E}"/>
              </a:ext>
            </a:extLst>
          </p:cNvPr>
          <p:cNvSpPr txBox="1"/>
          <p:nvPr/>
        </p:nvSpPr>
        <p:spPr>
          <a:xfrm>
            <a:off x="1989026" y="1497176"/>
            <a:ext cx="29848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i="1" dirty="0">
                <a:solidFill>
                  <a:srgbClr val="2B3348"/>
                </a:solidFill>
                <a:latin typeface="Times New Roman" panose="02020603050405020304" pitchFamily="18" charset="0"/>
                <a:ea typeface="Noto Sans CJK JP Regular" panose="020B0500000000000000" pitchFamily="34" charset="-128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90BD70-7A08-C194-07D8-D38D931F95D6}"/>
              </a:ext>
            </a:extLst>
          </p:cNvPr>
          <p:cNvSpPr txBox="1"/>
          <p:nvPr/>
        </p:nvSpPr>
        <p:spPr>
          <a:xfrm>
            <a:off x="6440622" y="2459551"/>
            <a:ext cx="56297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i="1" dirty="0">
                <a:solidFill>
                  <a:srgbClr val="2B3348"/>
                </a:solidFill>
                <a:latin typeface="Times New Roman" panose="02020603050405020304" pitchFamily="18" charset="0"/>
                <a:ea typeface="Noto Sans CJK JP Regular" panose="020B0500000000000000" pitchFamily="34" charset="-128"/>
                <a:cs typeface="Times New Roman" panose="02020603050405020304" pitchFamily="18" charset="0"/>
              </a:rPr>
              <a:t>f (x)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79C6EFA-C042-C460-E31E-13C7ECF11397}"/>
              </a:ext>
            </a:extLst>
          </p:cNvPr>
          <p:cNvSpPr/>
          <p:nvPr/>
        </p:nvSpPr>
        <p:spPr>
          <a:xfrm>
            <a:off x="7812366" y="3313896"/>
            <a:ext cx="607051" cy="4346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2A2052-35C4-7F73-F4FC-D00573A3F4C2}"/>
              </a:ext>
            </a:extLst>
          </p:cNvPr>
          <p:cNvSpPr txBox="1"/>
          <p:nvPr/>
        </p:nvSpPr>
        <p:spPr>
          <a:xfrm>
            <a:off x="6875399" y="3291500"/>
            <a:ext cx="153439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値域</a:t>
            </a:r>
            <a:r>
              <a:rPr lang="en-JP" sz="1999" b="1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  <a:r>
              <a:rPr lang="en-JP" sz="1999" dirty="0">
                <a:solidFill>
                  <a:srgbClr val="2B3348"/>
                </a:solidFill>
                <a:latin typeface="Times New Roman" panose="02020603050405020304" pitchFamily="18" charset="0"/>
                <a:ea typeface="Noto Sans CJK JP Regular" panose="020B0500000000000000" pitchFamily="34" charset="-128"/>
                <a:cs typeface="Times New Roman" panose="02020603050405020304" pitchFamily="18" charset="0"/>
              </a:rPr>
              <a:t>Image </a:t>
            </a:r>
            <a:r>
              <a:rPr lang="en-JP" sz="1999" i="1" dirty="0">
                <a:solidFill>
                  <a:srgbClr val="2B3348"/>
                </a:solidFill>
                <a:latin typeface="Times New Roman" panose="02020603050405020304" pitchFamily="18" charset="0"/>
                <a:ea typeface="Noto Sans CJK JP Regular" panose="020B0500000000000000" pitchFamily="34" charset="-128"/>
                <a:cs typeface="Times New Roman" panose="02020603050405020304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88240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CA109-D94E-1C16-BE6E-499DA5C9C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786083"/>
              </p:ext>
            </p:extLst>
          </p:nvPr>
        </p:nvGraphicFramePr>
        <p:xfrm>
          <a:off x="395541" y="1347615"/>
          <a:ext cx="3881640" cy="270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817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075373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5483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商品ID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名称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登録日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2020/07/15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午前の紅茶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2020/09/25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健康麦茶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2021/02/16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2023/01/08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BA90F7-47CD-58C3-046F-81724A0CA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307405"/>
              </p:ext>
            </p:extLst>
          </p:nvPr>
        </p:nvGraphicFramePr>
        <p:xfrm>
          <a:off x="4788024" y="1347615"/>
          <a:ext cx="4198586" cy="270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817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075373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5483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469073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商品ID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名称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登録日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2020/07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午前の紅茶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2020/09/25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健康麦茶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令和3年2月16日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P1000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2百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2023/01/08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F49355-3653-8390-1AAE-34B4584CB1E6}"/>
              </a:ext>
            </a:extLst>
          </p:cNvPr>
          <p:cNvSpPr txBox="1"/>
          <p:nvPr/>
        </p:nvSpPr>
        <p:spPr>
          <a:xfrm rot="5400000">
            <a:off x="2115783" y="3024383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F7EC8-4785-C53D-807B-9C61E39D2959}"/>
              </a:ext>
            </a:extLst>
          </p:cNvPr>
          <p:cNvSpPr txBox="1"/>
          <p:nvPr/>
        </p:nvSpPr>
        <p:spPr>
          <a:xfrm>
            <a:off x="323534" y="100906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2203E-D8BE-63EC-3194-4F53B1B4B7CC}"/>
              </a:ext>
            </a:extLst>
          </p:cNvPr>
          <p:cNvSpPr txBox="1"/>
          <p:nvPr/>
        </p:nvSpPr>
        <p:spPr>
          <a:xfrm>
            <a:off x="4716022" y="1009061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商品(*)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83D83-394C-1D60-43B4-F26A078A2B3C}"/>
              </a:ext>
            </a:extLst>
          </p:cNvPr>
          <p:cNvSpPr txBox="1"/>
          <p:nvPr/>
        </p:nvSpPr>
        <p:spPr>
          <a:xfrm rot="5400000">
            <a:off x="6498694" y="3024383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734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CA109-D94E-1C16-BE6E-499DA5C9C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092939"/>
              </p:ext>
            </p:extLst>
          </p:nvPr>
        </p:nvGraphicFramePr>
        <p:xfrm>
          <a:off x="325375" y="987575"/>
          <a:ext cx="4068793" cy="280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123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72214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5483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072198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購買ID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購買品目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売上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登録日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04154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はーいお茶, </a:t>
                      </a:r>
                      <a:b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</a:br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きのこの里, のど飴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530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2020/07/15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午前の紅茶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2020/09/25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麦茶, おにぎり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2021/02/16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2023/01/08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F49355-3653-8390-1AAE-34B4584CB1E6}"/>
              </a:ext>
            </a:extLst>
          </p:cNvPr>
          <p:cNvSpPr txBox="1"/>
          <p:nvPr/>
        </p:nvSpPr>
        <p:spPr>
          <a:xfrm rot="5400000">
            <a:off x="2139194" y="2664343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F7EC8-4785-C53D-807B-9C61E39D2959}"/>
              </a:ext>
            </a:extLst>
          </p:cNvPr>
          <p:cNvSpPr txBox="1"/>
          <p:nvPr/>
        </p:nvSpPr>
        <p:spPr>
          <a:xfrm>
            <a:off x="253363" y="649021"/>
            <a:ext cx="1568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表(a): 購買履歴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2203E-D8BE-63EC-3194-4F53B1B4B7CC}"/>
              </a:ext>
            </a:extLst>
          </p:cNvPr>
          <p:cNvSpPr txBox="1"/>
          <p:nvPr/>
        </p:nvSpPr>
        <p:spPr>
          <a:xfrm>
            <a:off x="4843907" y="649021"/>
            <a:ext cx="1579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表(b): 購買履歴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6E9E8B-71A9-1A2E-DF2A-58F996881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675191"/>
              </p:ext>
            </p:extLst>
          </p:nvPr>
        </p:nvGraphicFramePr>
        <p:xfrm>
          <a:off x="4964517" y="987576"/>
          <a:ext cx="3852769" cy="3516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123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50612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5483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072198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</a:tblGrid>
              <a:tr h="286368"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購買ID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購買品目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売上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登録日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2020/07/15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2020/07/15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2020/07/15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午前の紅茶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2020/09/25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麦茶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2021/02/16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おにぎり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2021/02/16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36441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4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03707"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4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2023/01/08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80ABD40-98BC-E72A-5BBF-DF3B79680B82}"/>
              </a:ext>
            </a:extLst>
          </p:cNvPr>
          <p:cNvSpPr txBox="1"/>
          <p:nvPr/>
        </p:nvSpPr>
        <p:spPr>
          <a:xfrm rot="5400000">
            <a:off x="6767604" y="3672455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78C0F6F-E691-4270-B8D8-768FBFAE977B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>
            <a:off x="4822794" y="2050989"/>
            <a:ext cx="351242" cy="2011"/>
          </a:xfrm>
          <a:prstGeom prst="bentConnector4">
            <a:avLst>
              <a:gd name="adj1" fmla="val 21531"/>
              <a:gd name="adj2" fmla="val 11467479"/>
            </a:avLst>
          </a:prstGeom>
          <a:ln>
            <a:solidFill>
              <a:srgbClr val="BA1C47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29B617E-4B28-FA92-25C6-C38F4B654277}"/>
              </a:ext>
            </a:extLst>
          </p:cNvPr>
          <p:cNvSpPr txBox="1"/>
          <p:nvPr/>
        </p:nvSpPr>
        <p:spPr>
          <a:xfrm>
            <a:off x="4997410" y="2027624"/>
            <a:ext cx="184731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5AA3CF-C348-305F-FAAC-843AAFCF6314}"/>
              </a:ext>
            </a:extLst>
          </p:cNvPr>
          <p:cNvCxnSpPr/>
          <p:nvPr/>
        </p:nvCxnSpPr>
        <p:spPr>
          <a:xfrm>
            <a:off x="4394165" y="1491630"/>
            <a:ext cx="603240" cy="0"/>
          </a:xfrm>
          <a:prstGeom prst="straightConnector1">
            <a:avLst/>
          </a:prstGeom>
          <a:ln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386B0F-39C8-6A98-7AD6-D868398841A9}"/>
              </a:ext>
            </a:extLst>
          </p:cNvPr>
          <p:cNvCxnSpPr>
            <a:cxnSpLocks/>
          </p:cNvCxnSpPr>
          <p:nvPr/>
        </p:nvCxnSpPr>
        <p:spPr>
          <a:xfrm>
            <a:off x="4688997" y="1491636"/>
            <a:ext cx="0" cy="736045"/>
          </a:xfrm>
          <a:prstGeom prst="straightConnector1">
            <a:avLst/>
          </a:prstGeom>
          <a:ln>
            <a:solidFill>
              <a:srgbClr val="BA1C47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127E8AF-8489-9FF8-E354-B920483F0BAB}"/>
              </a:ext>
            </a:extLst>
          </p:cNvPr>
          <p:cNvCxnSpPr>
            <a:cxnSpLocks/>
            <a:endCxn id="30" idx="1"/>
          </p:cNvCxnSpPr>
          <p:nvPr/>
        </p:nvCxnSpPr>
        <p:spPr>
          <a:xfrm rot="16200000" flipH="1">
            <a:off x="4777822" y="3270843"/>
            <a:ext cx="395040" cy="9233"/>
          </a:xfrm>
          <a:prstGeom prst="bentConnector2">
            <a:avLst/>
          </a:prstGeom>
          <a:ln>
            <a:solidFill>
              <a:srgbClr val="BA1C47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3E6390-A077-C708-6255-A07622FB8CFD}"/>
              </a:ext>
            </a:extLst>
          </p:cNvPr>
          <p:cNvCxnSpPr>
            <a:cxnSpLocks/>
          </p:cNvCxnSpPr>
          <p:nvPr/>
        </p:nvCxnSpPr>
        <p:spPr>
          <a:xfrm>
            <a:off x="4376718" y="2427731"/>
            <a:ext cx="301619" cy="0"/>
          </a:xfrm>
          <a:prstGeom prst="straightConnector1">
            <a:avLst/>
          </a:prstGeom>
          <a:ln>
            <a:solidFill>
              <a:srgbClr val="BA1C47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286B90-88F0-EA91-F1E7-15E11C1AB317}"/>
              </a:ext>
            </a:extLst>
          </p:cNvPr>
          <p:cNvCxnSpPr>
            <a:cxnSpLocks/>
          </p:cNvCxnSpPr>
          <p:nvPr/>
        </p:nvCxnSpPr>
        <p:spPr>
          <a:xfrm>
            <a:off x="4678335" y="2427732"/>
            <a:ext cx="0" cy="1045310"/>
          </a:xfrm>
          <a:prstGeom prst="straightConnector1">
            <a:avLst/>
          </a:prstGeom>
          <a:ln>
            <a:solidFill>
              <a:srgbClr val="BA1C47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C895F9B-55FA-5D15-CE92-D176132C70A5}"/>
              </a:ext>
            </a:extLst>
          </p:cNvPr>
          <p:cNvSpPr txBox="1"/>
          <p:nvPr/>
        </p:nvSpPr>
        <p:spPr>
          <a:xfrm>
            <a:off x="4979960" y="3272989"/>
            <a:ext cx="184731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9A940F-6F96-3BC2-F18A-6CEF9F7346A9}"/>
              </a:ext>
            </a:extLst>
          </p:cNvPr>
          <p:cNvSpPr txBox="1"/>
          <p:nvPr/>
        </p:nvSpPr>
        <p:spPr>
          <a:xfrm>
            <a:off x="4407473" y="11195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分解</a:t>
            </a:r>
          </a:p>
        </p:txBody>
      </p:sp>
    </p:spTree>
    <p:extLst>
      <p:ext uri="{BB962C8B-B14F-4D97-AF65-F5344CB8AC3E}">
        <p14:creationId xmlns:p14="http://schemas.microsoft.com/office/powerpoint/2010/main" val="545140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CA109-D94E-1C16-BE6E-499DA5C9C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757984"/>
              </p:ext>
            </p:extLst>
          </p:nvPr>
        </p:nvGraphicFramePr>
        <p:xfrm>
          <a:off x="2123734" y="1469247"/>
          <a:ext cx="4732339" cy="220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573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49117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  <a:gridCol w="1164273">
                  <a:extLst>
                    <a:ext uri="{9D8B030D-6E8A-4147-A177-3AD203B41FA5}">
                      <a16:colId xmlns:a16="http://schemas.microsoft.com/office/drawing/2014/main" val="4289330315"/>
                    </a:ext>
                  </a:extLst>
                </a:gridCol>
              </a:tblGrid>
              <a:tr h="251462"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学生ID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学年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大学email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自宅住所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川澄 桜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</a:t>
                      </a:r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kawasumi@xxx.ac.jp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山畑 滝子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taki@xxx.ac.jp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岡崎市xxx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田辺 通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t.tanabe</a:t>
                      </a: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@xxx.ac.jp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田辺 瑞穂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m.tanabe@xxx.ac.jp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北 千種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kita@xxx.ac.jp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F49355-3653-8390-1AAE-34B4584CB1E6}"/>
              </a:ext>
            </a:extLst>
          </p:cNvPr>
          <p:cNvSpPr txBox="1"/>
          <p:nvPr/>
        </p:nvSpPr>
        <p:spPr>
          <a:xfrm rot="5400000">
            <a:off x="5035305" y="3054413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F7EC8-4785-C53D-807B-9C61E39D2959}"/>
              </a:ext>
            </a:extLst>
          </p:cNvPr>
          <p:cNvSpPr txBox="1"/>
          <p:nvPr/>
        </p:nvSpPr>
        <p:spPr>
          <a:xfrm>
            <a:off x="2051725" y="113069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</a:p>
        </p:txBody>
      </p:sp>
    </p:spTree>
    <p:extLst>
      <p:ext uri="{BB962C8B-B14F-4D97-AF65-F5344CB8AC3E}">
        <p14:creationId xmlns:p14="http://schemas.microsoft.com/office/powerpoint/2010/main" val="2010073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CA109-D94E-1C16-BE6E-499DA5C9C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733903"/>
              </p:ext>
            </p:extLst>
          </p:nvPr>
        </p:nvGraphicFramePr>
        <p:xfrm>
          <a:off x="550914" y="843562"/>
          <a:ext cx="8042174" cy="3858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872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412547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895757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2919463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  <a:gridCol w="1740535">
                  <a:extLst>
                    <a:ext uri="{9D8B030D-6E8A-4147-A177-3AD203B41FA5}">
                      <a16:colId xmlns:a16="http://schemas.microsoft.com/office/drawing/2014/main" val="4289330315"/>
                    </a:ext>
                  </a:extLst>
                </a:gridCol>
              </a:tblGrid>
              <a:tr h="482375"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学生ID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名前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学年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大学email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自宅住所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川澄 桜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4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kawasumi@xxx.ac.jp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山畑 滝子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taki@xxx.ac.jp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岡崎市xxx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田辺 通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t.tanabe</a:t>
                      </a: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@xxx.ac.jp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田辺 瑞穂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m.tanabe@xxx.ac.jp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北 千種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kita@xxx.ac.jp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F49355-3653-8390-1AAE-34B4584CB1E6}"/>
              </a:ext>
            </a:extLst>
          </p:cNvPr>
          <p:cNvSpPr txBox="1"/>
          <p:nvPr/>
        </p:nvSpPr>
        <p:spPr>
          <a:xfrm rot="5400000">
            <a:off x="2186579" y="3608671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F7EC8-4785-C53D-807B-9C61E39D2959}"/>
              </a:ext>
            </a:extLst>
          </p:cNvPr>
          <p:cNvSpPr txBox="1"/>
          <p:nvPr/>
        </p:nvSpPr>
        <p:spPr>
          <a:xfrm>
            <a:off x="478907" y="381897"/>
            <a:ext cx="1107996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</a:p>
        </p:txBody>
      </p:sp>
    </p:spTree>
    <p:extLst>
      <p:ext uri="{BB962C8B-B14F-4D97-AF65-F5344CB8AC3E}">
        <p14:creationId xmlns:p14="http://schemas.microsoft.com/office/powerpoint/2010/main" val="2476171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12E4F7F7-6F2F-C5A3-2D71-4069E89C3AE6}"/>
              </a:ext>
            </a:extLst>
          </p:cNvPr>
          <p:cNvSpPr/>
          <p:nvPr/>
        </p:nvSpPr>
        <p:spPr>
          <a:xfrm>
            <a:off x="6104004" y="2848951"/>
            <a:ext cx="2284420" cy="1446007"/>
          </a:xfrm>
          <a:prstGeom prst="ellipse">
            <a:avLst/>
          </a:prstGeom>
          <a:solidFill>
            <a:srgbClr val="BA1C47">
              <a:alpha val="20162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CA109-D94E-1C16-BE6E-499DA5C9CC4E}"/>
              </a:ext>
            </a:extLst>
          </p:cNvPr>
          <p:cNvGraphicFramePr>
            <a:graphicFrameLocks noGrp="1"/>
          </p:cNvGraphicFramePr>
          <p:nvPr/>
        </p:nvGraphicFramePr>
        <p:xfrm>
          <a:off x="127743" y="1655242"/>
          <a:ext cx="4732339" cy="220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573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49117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  <a:gridCol w="1164273">
                  <a:extLst>
                    <a:ext uri="{9D8B030D-6E8A-4147-A177-3AD203B41FA5}">
                      <a16:colId xmlns:a16="http://schemas.microsoft.com/office/drawing/2014/main" val="4289330315"/>
                    </a:ext>
                  </a:extLst>
                </a:gridCol>
              </a:tblGrid>
              <a:tr h="251462"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学生ID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学年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大学email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自宅住所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川澄 桜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4</a:t>
                      </a:r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kawasumi@xxx.ac.jp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山畑 滝子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taki@xxx.ac.jp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岡崎市xxx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田辺 通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t.tanabe</a:t>
                      </a: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@xxx.ac.jp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田辺 瑞穂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m.tanabe@xxx.ac.jp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200" dirty="0">
                        <a:latin typeface="Arial" panose="020B0604020202020204" pitchFamily="34" charset="0"/>
                        <a:ea typeface="IPAGothic" panose="020B0509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325591"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S1000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北 千種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kita@xxx.ac.jp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200" dirty="0">
                          <a:latin typeface="Arial" panose="020B0604020202020204" pitchFamily="34" charset="0"/>
                          <a:ea typeface="IPAGothic" panose="020B0509000000000000" pitchFamily="49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F49355-3653-8390-1AAE-34B4584CB1E6}"/>
              </a:ext>
            </a:extLst>
          </p:cNvPr>
          <p:cNvSpPr txBox="1"/>
          <p:nvPr/>
        </p:nvSpPr>
        <p:spPr>
          <a:xfrm rot="5400000">
            <a:off x="3039314" y="3240407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F7EC8-4785-C53D-807B-9C61E39D2959}"/>
              </a:ext>
            </a:extLst>
          </p:cNvPr>
          <p:cNvSpPr txBox="1"/>
          <p:nvPr/>
        </p:nvSpPr>
        <p:spPr>
          <a:xfrm>
            <a:off x="55734" y="131669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EABCF2-283F-B585-4574-EEBA4D2255C6}"/>
              </a:ext>
            </a:extLst>
          </p:cNvPr>
          <p:cNvSpPr/>
          <p:nvPr/>
        </p:nvSpPr>
        <p:spPr>
          <a:xfrm>
            <a:off x="5652120" y="1422281"/>
            <a:ext cx="3297046" cy="2990901"/>
          </a:xfrm>
          <a:prstGeom prst="ellipse">
            <a:avLst/>
          </a:prstGeom>
          <a:noFill/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539C00-17BF-11E6-DF97-ADDBFE4A6575}"/>
              </a:ext>
            </a:extLst>
          </p:cNvPr>
          <p:cNvSpPr/>
          <p:nvPr/>
        </p:nvSpPr>
        <p:spPr>
          <a:xfrm>
            <a:off x="6385767" y="3603115"/>
            <a:ext cx="920965" cy="534860"/>
          </a:xfrm>
          <a:prstGeom prst="ellipse">
            <a:avLst/>
          </a:prstGeom>
          <a:solidFill>
            <a:srgbClr val="BA1C47">
              <a:alpha val="58213"/>
            </a:srgbClr>
          </a:solidFill>
          <a:ln w="222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3BA88E-5B2C-646A-8874-6711E898ACB5}"/>
              </a:ext>
            </a:extLst>
          </p:cNvPr>
          <p:cNvSpPr txBox="1"/>
          <p:nvPr/>
        </p:nvSpPr>
        <p:spPr>
          <a:xfrm>
            <a:off x="6465309" y="3280052"/>
            <a:ext cx="8146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主キー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8DFC67-D21A-E514-402B-4242870EB888}"/>
              </a:ext>
            </a:extLst>
          </p:cNvPr>
          <p:cNvSpPr txBox="1"/>
          <p:nvPr/>
        </p:nvSpPr>
        <p:spPr>
          <a:xfrm>
            <a:off x="6446141" y="3710507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chemeClr val="bg1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学生ID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9F0936-744D-629B-FB75-22953A36665B}"/>
              </a:ext>
            </a:extLst>
          </p:cNvPr>
          <p:cNvSpPr txBox="1"/>
          <p:nvPr/>
        </p:nvSpPr>
        <p:spPr>
          <a:xfrm>
            <a:off x="6220992" y="1730595"/>
            <a:ext cx="1395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{学生ID, 名前}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37699F-B05B-6F2F-FFE9-FF032A46FABC}"/>
              </a:ext>
            </a:extLst>
          </p:cNvPr>
          <p:cNvSpPr txBox="1"/>
          <p:nvPr/>
        </p:nvSpPr>
        <p:spPr>
          <a:xfrm>
            <a:off x="7390725" y="3490638"/>
            <a:ext cx="718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大学</a:t>
            </a:r>
          </a:p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0BDAA1-4566-7D71-CEA0-5C90CADD1779}"/>
              </a:ext>
            </a:extLst>
          </p:cNvPr>
          <p:cNvSpPr txBox="1"/>
          <p:nvPr/>
        </p:nvSpPr>
        <p:spPr>
          <a:xfrm>
            <a:off x="6838896" y="1083726"/>
            <a:ext cx="8146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超キー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E86A73-CED5-CFE1-B08C-E389F56AC0B8}"/>
              </a:ext>
            </a:extLst>
          </p:cNvPr>
          <p:cNvSpPr txBox="1"/>
          <p:nvPr/>
        </p:nvSpPr>
        <p:spPr>
          <a:xfrm>
            <a:off x="6220994" y="200643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{学生ID, 名前, 学年}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527297-1D14-830D-AE7D-37763AA7FC7E}"/>
              </a:ext>
            </a:extLst>
          </p:cNvPr>
          <p:cNvSpPr txBox="1"/>
          <p:nvPr/>
        </p:nvSpPr>
        <p:spPr>
          <a:xfrm>
            <a:off x="6220988" y="2290552"/>
            <a:ext cx="2645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{学生ID, 名前, 学年, 大学email}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D1158-66B2-08C3-031D-D23FC76C66D8}"/>
              </a:ext>
            </a:extLst>
          </p:cNvPr>
          <p:cNvSpPr txBox="1"/>
          <p:nvPr/>
        </p:nvSpPr>
        <p:spPr>
          <a:xfrm>
            <a:off x="6819113" y="2891020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b="1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候補キー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043CBD-7018-B2B7-3521-74CDE9C3ACC0}"/>
              </a:ext>
            </a:extLst>
          </p:cNvPr>
          <p:cNvSpPr txBox="1"/>
          <p:nvPr/>
        </p:nvSpPr>
        <p:spPr>
          <a:xfrm rot="5400000">
            <a:off x="7207636" y="253386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1A267515-0EFE-2625-DBC8-309C9A8DE9A2}"/>
              </a:ext>
            </a:extLst>
          </p:cNvPr>
          <p:cNvSpPr/>
          <p:nvPr/>
        </p:nvSpPr>
        <p:spPr>
          <a:xfrm>
            <a:off x="4951437" y="2597761"/>
            <a:ext cx="607895" cy="319970"/>
          </a:xfrm>
          <a:prstGeom prst="rightArrow">
            <a:avLst>
              <a:gd name="adj1" fmla="val 38993"/>
              <a:gd name="adj2" fmla="val 59990"/>
            </a:avLst>
          </a:prstGeom>
          <a:gradFill>
            <a:gsLst>
              <a:gs pos="0">
                <a:srgbClr val="BA1C47"/>
              </a:gs>
              <a:gs pos="100000">
                <a:srgbClr val="BA1C47">
                  <a:alpha val="0"/>
                </a:srgbClr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</p:spTree>
    <p:extLst>
      <p:ext uri="{BB962C8B-B14F-4D97-AF65-F5344CB8AC3E}">
        <p14:creationId xmlns:p14="http://schemas.microsoft.com/office/powerpoint/2010/main" val="3030112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61332E-DE49-C747-15AD-3CBC2C7362AD}"/>
              </a:ext>
            </a:extLst>
          </p:cNvPr>
          <p:cNvSpPr/>
          <p:nvPr/>
        </p:nvSpPr>
        <p:spPr>
          <a:xfrm>
            <a:off x="4433307" y="1960787"/>
            <a:ext cx="3384376" cy="1475063"/>
          </a:xfrm>
          <a:prstGeom prst="rect">
            <a:avLst/>
          </a:prstGeom>
          <a:solidFill>
            <a:srgbClr val="0070C0">
              <a:alpha val="201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B85F2EA2-C9C5-5D4D-00BA-859000C1E2BE}"/>
              </a:ext>
            </a:extLst>
          </p:cNvPr>
          <p:cNvSpPr/>
          <p:nvPr/>
        </p:nvSpPr>
        <p:spPr>
          <a:xfrm>
            <a:off x="1187625" y="1939632"/>
            <a:ext cx="3600400" cy="1496219"/>
          </a:xfrm>
          <a:prstGeom prst="homePlate">
            <a:avLst/>
          </a:prstGeom>
          <a:solidFill>
            <a:srgbClr val="F3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B66EE-CDF9-A5A4-F41B-B555557A08C9}"/>
              </a:ext>
            </a:extLst>
          </p:cNvPr>
          <p:cNvSpPr txBox="1"/>
          <p:nvPr/>
        </p:nvSpPr>
        <p:spPr>
          <a:xfrm>
            <a:off x="1691335" y="2121532"/>
            <a:ext cx="198002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概念モデリング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6D274-EAF4-3D8C-B76C-7E715C3AD1D1}"/>
              </a:ext>
            </a:extLst>
          </p:cNvPr>
          <p:cNvSpPr txBox="1"/>
          <p:nvPr/>
        </p:nvSpPr>
        <p:spPr>
          <a:xfrm>
            <a:off x="5146127" y="2124404"/>
            <a:ext cx="198002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論理モデリング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45586-3451-ABFC-4074-2E27B715E482}"/>
              </a:ext>
            </a:extLst>
          </p:cNvPr>
          <p:cNvSpPr txBox="1"/>
          <p:nvPr/>
        </p:nvSpPr>
        <p:spPr>
          <a:xfrm>
            <a:off x="1332260" y="2502844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対象世界をざっくりとモデル化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C651E-D937-E8BD-6907-7F8A272C8058}"/>
              </a:ext>
            </a:extLst>
          </p:cNvPr>
          <p:cNvSpPr txBox="1"/>
          <p:nvPr/>
        </p:nvSpPr>
        <p:spPr>
          <a:xfrm>
            <a:off x="4718923" y="2462971"/>
            <a:ext cx="2834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DBMSに応じて概念モデルを変換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193620-82A0-A0D8-B602-7B50803DBAEB}"/>
              </a:ext>
            </a:extLst>
          </p:cNvPr>
          <p:cNvSpPr/>
          <p:nvPr/>
        </p:nvSpPr>
        <p:spPr>
          <a:xfrm>
            <a:off x="1628193" y="2851164"/>
            <a:ext cx="2243242" cy="432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4040F-2137-9D22-DEAE-EFF392CDFCF3}"/>
              </a:ext>
            </a:extLst>
          </p:cNvPr>
          <p:cNvSpPr txBox="1"/>
          <p:nvPr/>
        </p:nvSpPr>
        <p:spPr>
          <a:xfrm>
            <a:off x="1784649" y="2918695"/>
            <a:ext cx="1930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例: 実体関連モデル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C244DAE-CAAB-52A4-2AC0-F1FE7630617E}"/>
              </a:ext>
            </a:extLst>
          </p:cNvPr>
          <p:cNvSpPr/>
          <p:nvPr/>
        </p:nvSpPr>
        <p:spPr>
          <a:xfrm>
            <a:off x="4976873" y="2864899"/>
            <a:ext cx="2243242" cy="432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7E87A-AE92-F366-1C0A-1B2F3D79AB07}"/>
              </a:ext>
            </a:extLst>
          </p:cNvPr>
          <p:cNvSpPr txBox="1"/>
          <p:nvPr/>
        </p:nvSpPr>
        <p:spPr>
          <a:xfrm>
            <a:off x="5203301" y="291869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関係データモデル</a:t>
            </a:r>
          </a:p>
        </p:txBody>
      </p:sp>
    </p:spTree>
    <p:extLst>
      <p:ext uri="{BB962C8B-B14F-4D97-AF65-F5344CB8AC3E}">
        <p14:creationId xmlns:p14="http://schemas.microsoft.com/office/powerpoint/2010/main" val="2256832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54FFE4-12F2-585A-31F1-DE92EBB6F4B5}"/>
              </a:ext>
            </a:extLst>
          </p:cNvPr>
          <p:cNvSpPr/>
          <p:nvPr/>
        </p:nvSpPr>
        <p:spPr>
          <a:xfrm>
            <a:off x="3926593" y="1563644"/>
            <a:ext cx="1290821" cy="610969"/>
          </a:xfrm>
          <a:prstGeom prst="rect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2CE32A-53D8-9131-BAE7-D1B1DF8F4587}"/>
              </a:ext>
            </a:extLst>
          </p:cNvPr>
          <p:cNvSpPr/>
          <p:nvPr/>
        </p:nvSpPr>
        <p:spPr>
          <a:xfrm>
            <a:off x="2243038" y="2635351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4BED6-13BF-F29E-47CB-CBF475DF89FE}"/>
              </a:ext>
            </a:extLst>
          </p:cNvPr>
          <p:cNvSpPr txBox="1"/>
          <p:nvPr/>
        </p:nvSpPr>
        <p:spPr>
          <a:xfrm>
            <a:off x="2382926" y="2810726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49CDF0-C9A7-272D-FE86-DA051DC547D8}"/>
              </a:ext>
            </a:extLst>
          </p:cNvPr>
          <p:cNvCxnSpPr>
            <a:stCxn id="2" idx="2"/>
            <a:endCxn id="4" idx="7"/>
          </p:cNvCxnSpPr>
          <p:nvPr/>
        </p:nvCxnSpPr>
        <p:spPr>
          <a:xfrm flipH="1">
            <a:off x="3226440" y="2174613"/>
            <a:ext cx="1345562" cy="566197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D672EE3-EEF2-CDE0-1622-5EBB518221CC}"/>
              </a:ext>
            </a:extLst>
          </p:cNvPr>
          <p:cNvSpPr/>
          <p:nvPr/>
        </p:nvSpPr>
        <p:spPr>
          <a:xfrm>
            <a:off x="3321593" y="3165693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A045B-D3DE-BE92-61F8-EF3F3997B67E}"/>
              </a:ext>
            </a:extLst>
          </p:cNvPr>
          <p:cNvSpPr txBox="1"/>
          <p:nvPr/>
        </p:nvSpPr>
        <p:spPr>
          <a:xfrm>
            <a:off x="3461483" y="3341068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0EA223-2A5B-8A52-B36A-77F1ED66DB2F}"/>
              </a:ext>
            </a:extLst>
          </p:cNvPr>
          <p:cNvSpPr/>
          <p:nvPr/>
        </p:nvSpPr>
        <p:spPr>
          <a:xfrm>
            <a:off x="4612417" y="3165693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F2BF1D-4A0C-4005-C0D6-F003191A98EA}"/>
              </a:ext>
            </a:extLst>
          </p:cNvPr>
          <p:cNvSpPr txBox="1"/>
          <p:nvPr/>
        </p:nvSpPr>
        <p:spPr>
          <a:xfrm>
            <a:off x="4865319" y="3341068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価格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3147D8C-D1F3-8C28-297A-80E68636C1AE}"/>
              </a:ext>
            </a:extLst>
          </p:cNvPr>
          <p:cNvSpPr/>
          <p:nvPr/>
        </p:nvSpPr>
        <p:spPr>
          <a:xfrm>
            <a:off x="5753872" y="2649277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70682E-A74E-FC63-4AF6-43A11708FD3E}"/>
              </a:ext>
            </a:extLst>
          </p:cNvPr>
          <p:cNvSpPr txBox="1"/>
          <p:nvPr/>
        </p:nvSpPr>
        <p:spPr>
          <a:xfrm>
            <a:off x="5891357" y="2827811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発売日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2E84DB-6326-E723-37B7-332863576E6F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897658" y="2174607"/>
            <a:ext cx="674346" cy="991086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1896B5-5F27-29D4-6BCC-ACC15F1FD06B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>
            <a:off x="4572006" y="2174607"/>
            <a:ext cx="616478" cy="991086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246A13-1E14-C976-75B9-C3945B877221}"/>
              </a:ext>
            </a:extLst>
          </p:cNvPr>
          <p:cNvCxnSpPr>
            <a:cxnSpLocks/>
            <a:stCxn id="2" idx="2"/>
            <a:endCxn id="13" idx="1"/>
          </p:cNvCxnSpPr>
          <p:nvPr/>
        </p:nvCxnSpPr>
        <p:spPr>
          <a:xfrm>
            <a:off x="4572005" y="2174607"/>
            <a:ext cx="1350594" cy="580122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681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EE9E-7D61-2AF2-3D01-55B670E8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4B32F3-AB16-9D75-FAE4-DD5BB5D31BD1}"/>
              </a:ext>
            </a:extLst>
          </p:cNvPr>
          <p:cNvSpPr/>
          <p:nvPr/>
        </p:nvSpPr>
        <p:spPr>
          <a:xfrm>
            <a:off x="3926593" y="1563644"/>
            <a:ext cx="1290821" cy="610969"/>
          </a:xfrm>
          <a:prstGeom prst="rect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2945FC-9103-CAE7-63D9-065BC2292593}"/>
              </a:ext>
            </a:extLst>
          </p:cNvPr>
          <p:cNvSpPr/>
          <p:nvPr/>
        </p:nvSpPr>
        <p:spPr>
          <a:xfrm>
            <a:off x="2243038" y="2635351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5CBEA-137C-05B8-3040-BFEAAC3853FD}"/>
              </a:ext>
            </a:extLst>
          </p:cNvPr>
          <p:cNvSpPr txBox="1"/>
          <p:nvPr/>
        </p:nvSpPr>
        <p:spPr>
          <a:xfrm>
            <a:off x="2382926" y="2810726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6D0A9F-4991-59F1-A3C9-26DA1F3E60AD}"/>
              </a:ext>
            </a:extLst>
          </p:cNvPr>
          <p:cNvCxnSpPr>
            <a:stCxn id="2" idx="2"/>
            <a:endCxn id="4" idx="7"/>
          </p:cNvCxnSpPr>
          <p:nvPr/>
        </p:nvCxnSpPr>
        <p:spPr>
          <a:xfrm flipH="1">
            <a:off x="3226440" y="2174613"/>
            <a:ext cx="1345562" cy="566197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E99C6EE-A619-2F7D-0FAB-C66235091145}"/>
              </a:ext>
            </a:extLst>
          </p:cNvPr>
          <p:cNvSpPr/>
          <p:nvPr/>
        </p:nvSpPr>
        <p:spPr>
          <a:xfrm>
            <a:off x="3321593" y="3165693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93DE6-5C76-986C-12C3-583BCB4F723A}"/>
              </a:ext>
            </a:extLst>
          </p:cNvPr>
          <p:cNvSpPr txBox="1"/>
          <p:nvPr/>
        </p:nvSpPr>
        <p:spPr>
          <a:xfrm>
            <a:off x="3461483" y="3341068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A589C8-56B5-BC3B-B6C6-60544ECC09A0}"/>
              </a:ext>
            </a:extLst>
          </p:cNvPr>
          <p:cNvSpPr/>
          <p:nvPr/>
        </p:nvSpPr>
        <p:spPr>
          <a:xfrm>
            <a:off x="4612417" y="3165693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D710D-02EA-CDFB-938D-D55EED4A6047}"/>
              </a:ext>
            </a:extLst>
          </p:cNvPr>
          <p:cNvSpPr txBox="1"/>
          <p:nvPr/>
        </p:nvSpPr>
        <p:spPr>
          <a:xfrm>
            <a:off x="4865319" y="3341068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価格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AF5B67-928A-F5C6-B662-012345ACC641}"/>
              </a:ext>
            </a:extLst>
          </p:cNvPr>
          <p:cNvSpPr/>
          <p:nvPr/>
        </p:nvSpPr>
        <p:spPr>
          <a:xfrm>
            <a:off x="5753872" y="2649277"/>
            <a:ext cx="1152127" cy="720080"/>
          </a:xfrm>
          <a:prstGeom prst="ellipse">
            <a:avLst/>
          </a:prstGeom>
          <a:noFill/>
          <a:ln w="254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D5101-75FE-043B-D36E-B4504D7D4028}"/>
              </a:ext>
            </a:extLst>
          </p:cNvPr>
          <p:cNvSpPr txBox="1"/>
          <p:nvPr/>
        </p:nvSpPr>
        <p:spPr>
          <a:xfrm>
            <a:off x="5891357" y="2827811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発売日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6DC7B6-9298-5E4A-4D85-EA3D578CB373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897658" y="2174607"/>
            <a:ext cx="674346" cy="991086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A5DE05-EC78-47D3-D5C7-4CD698849A7E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>
            <a:off x="4572006" y="2174607"/>
            <a:ext cx="616478" cy="991086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D748A8-7CF3-8220-6DB1-622F0521CF01}"/>
              </a:ext>
            </a:extLst>
          </p:cNvPr>
          <p:cNvCxnSpPr>
            <a:cxnSpLocks/>
            <a:stCxn id="2" idx="2"/>
            <a:endCxn id="13" idx="1"/>
          </p:cNvCxnSpPr>
          <p:nvPr/>
        </p:nvCxnSpPr>
        <p:spPr>
          <a:xfrm>
            <a:off x="4572005" y="2174607"/>
            <a:ext cx="1350594" cy="580122"/>
          </a:xfrm>
          <a:prstGeom prst="line">
            <a:avLst/>
          </a:prstGeom>
          <a:ln w="254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C4071CA-88AF-DDE6-A34B-AB345349C06E}"/>
              </a:ext>
            </a:extLst>
          </p:cNvPr>
          <p:cNvSpPr/>
          <p:nvPr/>
        </p:nvSpPr>
        <p:spPr>
          <a:xfrm>
            <a:off x="6205308" y="1774143"/>
            <a:ext cx="1382957" cy="720080"/>
          </a:xfrm>
          <a:prstGeom prst="ellipse">
            <a:avLst/>
          </a:prstGeom>
          <a:solidFill>
            <a:srgbClr val="BA1C47">
              <a:alpha val="9811"/>
            </a:srgbClr>
          </a:solidFill>
          <a:ln w="25400">
            <a:solidFill>
              <a:srgbClr val="BA1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0CCC0-5218-A745-DB64-D6D9DE49FFFD}"/>
              </a:ext>
            </a:extLst>
          </p:cNvPr>
          <p:cNvSpPr txBox="1"/>
          <p:nvPr/>
        </p:nvSpPr>
        <p:spPr>
          <a:xfrm>
            <a:off x="6165279" y="1977816"/>
            <a:ext cx="1507144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メーカーTEL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B63059A-7D15-0B0B-426E-553071134F51}"/>
              </a:ext>
            </a:extLst>
          </p:cNvPr>
          <p:cNvSpPr/>
          <p:nvPr/>
        </p:nvSpPr>
        <p:spPr>
          <a:xfrm>
            <a:off x="6223733" y="934228"/>
            <a:ext cx="1364532" cy="720080"/>
          </a:xfrm>
          <a:prstGeom prst="ellipse">
            <a:avLst/>
          </a:prstGeom>
          <a:solidFill>
            <a:srgbClr val="BA1C47">
              <a:alpha val="10000"/>
            </a:srgbClr>
          </a:solidFill>
          <a:ln w="25400">
            <a:solidFill>
              <a:srgbClr val="BA1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38E979-D17E-545D-B995-7932F8731985}"/>
              </a:ext>
            </a:extLst>
          </p:cNvPr>
          <p:cNvSpPr txBox="1"/>
          <p:nvPr/>
        </p:nvSpPr>
        <p:spPr>
          <a:xfrm>
            <a:off x="6249437" y="1126859"/>
            <a:ext cx="1338828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99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メーカー名</a:t>
            </a:r>
            <a:endParaRPr lang="en-JP" sz="17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D46620-BA62-C556-F301-56B7F7E2BAFC}"/>
              </a:ext>
            </a:extLst>
          </p:cNvPr>
          <p:cNvCxnSpPr>
            <a:cxnSpLocks/>
            <a:stCxn id="2" idx="3"/>
            <a:endCxn id="6" idx="2"/>
          </p:cNvCxnSpPr>
          <p:nvPr/>
        </p:nvCxnSpPr>
        <p:spPr>
          <a:xfrm>
            <a:off x="5217414" y="1869129"/>
            <a:ext cx="987894" cy="265054"/>
          </a:xfrm>
          <a:prstGeom prst="line">
            <a:avLst/>
          </a:prstGeom>
          <a:ln w="2540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BA2551-96AD-A8A4-92A1-4BE697B60D27}"/>
              </a:ext>
            </a:extLst>
          </p:cNvPr>
          <p:cNvCxnSpPr>
            <a:cxnSpLocks/>
            <a:stCxn id="2" idx="3"/>
            <a:endCxn id="16" idx="2"/>
          </p:cNvCxnSpPr>
          <p:nvPr/>
        </p:nvCxnSpPr>
        <p:spPr>
          <a:xfrm flipV="1">
            <a:off x="5217414" y="1294268"/>
            <a:ext cx="1006319" cy="574861"/>
          </a:xfrm>
          <a:prstGeom prst="line">
            <a:avLst/>
          </a:prstGeom>
          <a:ln w="2540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003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99815B-E2C8-4F0F-E698-63C7E921E0B6}"/>
              </a:ext>
            </a:extLst>
          </p:cNvPr>
          <p:cNvSpPr/>
          <p:nvPr/>
        </p:nvSpPr>
        <p:spPr>
          <a:xfrm>
            <a:off x="6300195" y="2139707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48D6DC-ACA0-851F-3230-EBA353528ED5}"/>
              </a:ext>
            </a:extLst>
          </p:cNvPr>
          <p:cNvSpPr/>
          <p:nvPr/>
        </p:nvSpPr>
        <p:spPr>
          <a:xfrm>
            <a:off x="5090200" y="295682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ED080-950A-846D-F5F3-0A4523B73435}"/>
              </a:ext>
            </a:extLst>
          </p:cNvPr>
          <p:cNvSpPr txBox="1"/>
          <p:nvPr/>
        </p:nvSpPr>
        <p:spPr>
          <a:xfrm>
            <a:off x="5230090" y="3132203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FDE0E-F56B-22E8-B9F8-8342D057C515}"/>
              </a:ext>
            </a:extLst>
          </p:cNvPr>
          <p:cNvCxnSpPr>
            <a:stCxn id="2" idx="2"/>
            <a:endCxn id="3" idx="7"/>
          </p:cNvCxnSpPr>
          <p:nvPr/>
        </p:nvCxnSpPr>
        <p:spPr>
          <a:xfrm flipH="1">
            <a:off x="6073602" y="2750672"/>
            <a:ext cx="872002" cy="31161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5B0DE40-BD45-0D20-44DE-A419E64A8CEF}"/>
              </a:ext>
            </a:extLst>
          </p:cNvPr>
          <p:cNvSpPr/>
          <p:nvPr/>
        </p:nvSpPr>
        <p:spPr>
          <a:xfrm>
            <a:off x="5695197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FBEC0-2C86-B8E2-AB1D-B25E61E5B14B}"/>
              </a:ext>
            </a:extLst>
          </p:cNvPr>
          <p:cNvSpPr txBox="1"/>
          <p:nvPr/>
        </p:nvSpPr>
        <p:spPr>
          <a:xfrm>
            <a:off x="5835086" y="3917132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C7A2AF-FCF9-28BC-FFC7-6797A6573E06}"/>
              </a:ext>
            </a:extLst>
          </p:cNvPr>
          <p:cNvSpPr/>
          <p:nvPr/>
        </p:nvSpPr>
        <p:spPr>
          <a:xfrm>
            <a:off x="6986021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733F8-E36B-4AFD-CBC0-F488362A2404}"/>
              </a:ext>
            </a:extLst>
          </p:cNvPr>
          <p:cNvSpPr txBox="1"/>
          <p:nvPr/>
        </p:nvSpPr>
        <p:spPr>
          <a:xfrm>
            <a:off x="7238923" y="3917132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価格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B50F51-EABA-A8A0-A5E0-72B43DAC8DCB}"/>
              </a:ext>
            </a:extLst>
          </p:cNvPr>
          <p:cNvSpPr/>
          <p:nvPr/>
        </p:nvSpPr>
        <p:spPr>
          <a:xfrm>
            <a:off x="7610677" y="296624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B5156-5052-F20D-386A-A4AC4CEF354A}"/>
              </a:ext>
            </a:extLst>
          </p:cNvPr>
          <p:cNvSpPr txBox="1"/>
          <p:nvPr/>
        </p:nvSpPr>
        <p:spPr>
          <a:xfrm>
            <a:off x="7748164" y="3144782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発売日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DE61A-70BD-7DDC-2E0A-29E93F697CB9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6271260" y="2750672"/>
            <a:ext cx="674346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387DA-EB57-4904-B881-940E949BE414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6945607" y="2750672"/>
            <a:ext cx="616478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B5DFD-881F-2B4B-25CA-F129485BF269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6945609" y="2750672"/>
            <a:ext cx="833797" cy="3210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ADB9B-2BB0-B34E-6B54-1319421E05FA}"/>
              </a:ext>
            </a:extLst>
          </p:cNvPr>
          <p:cNvSpPr/>
          <p:nvPr/>
        </p:nvSpPr>
        <p:spPr>
          <a:xfrm>
            <a:off x="1530232" y="2139707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F101F1-EC79-325D-F2AB-8068FF715215}"/>
              </a:ext>
            </a:extLst>
          </p:cNvPr>
          <p:cNvSpPr/>
          <p:nvPr/>
        </p:nvSpPr>
        <p:spPr>
          <a:xfrm>
            <a:off x="320236" y="295682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5F6A2-D2E6-F762-855F-D1C2C73D85D4}"/>
              </a:ext>
            </a:extLst>
          </p:cNvPr>
          <p:cNvSpPr txBox="1"/>
          <p:nvPr/>
        </p:nvSpPr>
        <p:spPr>
          <a:xfrm>
            <a:off x="352885" y="3141621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9368AD-161B-42E7-696E-37C32D3CAA12}"/>
              </a:ext>
            </a:extLst>
          </p:cNvPr>
          <p:cNvCxnSpPr>
            <a:stCxn id="31" idx="2"/>
            <a:endCxn id="32" idx="7"/>
          </p:cNvCxnSpPr>
          <p:nvPr/>
        </p:nvCxnSpPr>
        <p:spPr>
          <a:xfrm flipH="1">
            <a:off x="1303638" y="2750672"/>
            <a:ext cx="872002" cy="31161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27C7072-3418-FA09-26AC-4319025AA9F7}"/>
              </a:ext>
            </a:extLst>
          </p:cNvPr>
          <p:cNvSpPr/>
          <p:nvPr/>
        </p:nvSpPr>
        <p:spPr>
          <a:xfrm>
            <a:off x="925233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4E05DD-401E-EBF4-A1D1-41BE29344B4D}"/>
              </a:ext>
            </a:extLst>
          </p:cNvPr>
          <p:cNvSpPr txBox="1"/>
          <p:nvPr/>
        </p:nvSpPr>
        <p:spPr>
          <a:xfrm>
            <a:off x="1178136" y="3917132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C5B12B-D8E4-E67D-FE44-AF8F25F659C1}"/>
              </a:ext>
            </a:extLst>
          </p:cNvPr>
          <p:cNvSpPr/>
          <p:nvPr/>
        </p:nvSpPr>
        <p:spPr>
          <a:xfrm>
            <a:off x="2216058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4834E2-C3B4-495F-9F68-A6E14866029D}"/>
              </a:ext>
            </a:extLst>
          </p:cNvPr>
          <p:cNvSpPr txBox="1"/>
          <p:nvPr/>
        </p:nvSpPr>
        <p:spPr>
          <a:xfrm>
            <a:off x="2399228" y="3927449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0A93FD-4FB9-0EE4-0868-603F22B3331B}"/>
              </a:ext>
            </a:extLst>
          </p:cNvPr>
          <p:cNvSpPr/>
          <p:nvPr/>
        </p:nvSpPr>
        <p:spPr>
          <a:xfrm>
            <a:off x="2840714" y="296624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F0550D-5623-2177-6486-178139C0A365}"/>
              </a:ext>
            </a:extLst>
          </p:cNvPr>
          <p:cNvSpPr txBox="1"/>
          <p:nvPr/>
        </p:nvSpPr>
        <p:spPr>
          <a:xfrm>
            <a:off x="3114370" y="3136382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D9D8E9-369C-D611-615D-D752E23796D8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flipH="1">
            <a:off x="1501297" y="2750672"/>
            <a:ext cx="674346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4AEC52-E750-E0EF-7F16-AC2908E4AFA2}"/>
              </a:ext>
            </a:extLst>
          </p:cNvPr>
          <p:cNvCxnSpPr>
            <a:cxnSpLocks/>
            <a:stCxn id="31" idx="2"/>
            <a:endCxn id="37" idx="0"/>
          </p:cNvCxnSpPr>
          <p:nvPr/>
        </p:nvCxnSpPr>
        <p:spPr>
          <a:xfrm>
            <a:off x="2175645" y="2750672"/>
            <a:ext cx="616478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77BFB6-CF75-B610-148F-22060812388F}"/>
              </a:ext>
            </a:extLst>
          </p:cNvPr>
          <p:cNvCxnSpPr>
            <a:cxnSpLocks/>
            <a:stCxn id="31" idx="2"/>
            <a:endCxn id="39" idx="1"/>
          </p:cNvCxnSpPr>
          <p:nvPr/>
        </p:nvCxnSpPr>
        <p:spPr>
          <a:xfrm>
            <a:off x="2175646" y="2750672"/>
            <a:ext cx="833797" cy="3210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>
            <a:extLst>
              <a:ext uri="{FF2B5EF4-FFF2-40B4-BE49-F238E27FC236}">
                <a16:creationId xmlns:a16="http://schemas.microsoft.com/office/drawing/2014/main" id="{0BCFA5B9-0156-C62B-A55B-020228B03810}"/>
              </a:ext>
            </a:extLst>
          </p:cNvPr>
          <p:cNvSpPr/>
          <p:nvPr/>
        </p:nvSpPr>
        <p:spPr>
          <a:xfrm>
            <a:off x="3705173" y="2014463"/>
            <a:ext cx="1751955" cy="86409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00023F-1F00-69C0-3E83-27412A82EC48}"/>
              </a:ext>
            </a:extLst>
          </p:cNvPr>
          <p:cNvSpPr txBox="1"/>
          <p:nvPr/>
        </p:nvSpPr>
        <p:spPr>
          <a:xfrm>
            <a:off x="3931761" y="2261912"/>
            <a:ext cx="1338828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お気に入り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5E2E1B-0F96-9D5D-1727-7E056412D1C4}"/>
              </a:ext>
            </a:extLst>
          </p:cNvPr>
          <p:cNvCxnSpPr>
            <a:cxnSpLocks/>
            <a:stCxn id="44" idx="3"/>
            <a:endCxn id="2" idx="1"/>
          </p:cNvCxnSpPr>
          <p:nvPr/>
        </p:nvCxnSpPr>
        <p:spPr>
          <a:xfrm flipV="1">
            <a:off x="5457123" y="2445189"/>
            <a:ext cx="843070" cy="132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39C50E-0E37-8AC5-23E0-9E2AFE8143D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2821052" y="2445189"/>
            <a:ext cx="884116" cy="132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838F6A7-04A8-71A1-8880-840F1BA9F91C}"/>
              </a:ext>
            </a:extLst>
          </p:cNvPr>
          <p:cNvSpPr/>
          <p:nvPr/>
        </p:nvSpPr>
        <p:spPr>
          <a:xfrm>
            <a:off x="4006807" y="931281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3C24D3-3B59-C0BB-EB97-ADE4EBA037B3}"/>
              </a:ext>
            </a:extLst>
          </p:cNvPr>
          <p:cNvSpPr txBox="1"/>
          <p:nvPr/>
        </p:nvSpPr>
        <p:spPr>
          <a:xfrm>
            <a:off x="4155416" y="1106654"/>
            <a:ext cx="87716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5718167-9C32-7FFE-8EB0-89A442175229}"/>
              </a:ext>
            </a:extLst>
          </p:cNvPr>
          <p:cNvCxnSpPr>
            <a:cxnSpLocks/>
            <a:stCxn id="44" idx="0"/>
            <a:endCxn id="55" idx="4"/>
          </p:cNvCxnSpPr>
          <p:nvPr/>
        </p:nvCxnSpPr>
        <p:spPr>
          <a:xfrm flipV="1">
            <a:off x="4581145" y="1651366"/>
            <a:ext cx="1724" cy="36310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172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99815B-E2C8-4F0F-E698-63C7E921E0B6}"/>
              </a:ext>
            </a:extLst>
          </p:cNvPr>
          <p:cNvSpPr/>
          <p:nvPr/>
        </p:nvSpPr>
        <p:spPr>
          <a:xfrm>
            <a:off x="6300195" y="2139707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48D6DC-ACA0-851F-3230-EBA353528ED5}"/>
              </a:ext>
            </a:extLst>
          </p:cNvPr>
          <p:cNvSpPr/>
          <p:nvPr/>
        </p:nvSpPr>
        <p:spPr>
          <a:xfrm>
            <a:off x="5090200" y="295682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ED080-950A-846D-F5F3-0A4523B73435}"/>
              </a:ext>
            </a:extLst>
          </p:cNvPr>
          <p:cNvSpPr txBox="1"/>
          <p:nvPr/>
        </p:nvSpPr>
        <p:spPr>
          <a:xfrm>
            <a:off x="5230090" y="3132203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FDE0E-F56B-22E8-B9F8-8342D057C515}"/>
              </a:ext>
            </a:extLst>
          </p:cNvPr>
          <p:cNvCxnSpPr>
            <a:stCxn id="2" idx="2"/>
            <a:endCxn id="3" idx="7"/>
          </p:cNvCxnSpPr>
          <p:nvPr/>
        </p:nvCxnSpPr>
        <p:spPr>
          <a:xfrm flipH="1">
            <a:off x="6073602" y="2750672"/>
            <a:ext cx="872002" cy="31161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5B0DE40-BD45-0D20-44DE-A419E64A8CEF}"/>
              </a:ext>
            </a:extLst>
          </p:cNvPr>
          <p:cNvSpPr/>
          <p:nvPr/>
        </p:nvSpPr>
        <p:spPr>
          <a:xfrm>
            <a:off x="5695197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FBEC0-2C86-B8E2-AB1D-B25E61E5B14B}"/>
              </a:ext>
            </a:extLst>
          </p:cNvPr>
          <p:cNvSpPr txBox="1"/>
          <p:nvPr/>
        </p:nvSpPr>
        <p:spPr>
          <a:xfrm>
            <a:off x="5835086" y="3917132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C7A2AF-FCF9-28BC-FFC7-6797A6573E06}"/>
              </a:ext>
            </a:extLst>
          </p:cNvPr>
          <p:cNvSpPr/>
          <p:nvPr/>
        </p:nvSpPr>
        <p:spPr>
          <a:xfrm>
            <a:off x="6986021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733F8-E36B-4AFD-CBC0-F488362A2404}"/>
              </a:ext>
            </a:extLst>
          </p:cNvPr>
          <p:cNvSpPr txBox="1"/>
          <p:nvPr/>
        </p:nvSpPr>
        <p:spPr>
          <a:xfrm>
            <a:off x="7238923" y="3917132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価格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B50F51-EABA-A8A0-A5E0-72B43DAC8DCB}"/>
              </a:ext>
            </a:extLst>
          </p:cNvPr>
          <p:cNvSpPr/>
          <p:nvPr/>
        </p:nvSpPr>
        <p:spPr>
          <a:xfrm>
            <a:off x="7610677" y="296624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B5156-5052-F20D-386A-A4AC4CEF354A}"/>
              </a:ext>
            </a:extLst>
          </p:cNvPr>
          <p:cNvSpPr txBox="1"/>
          <p:nvPr/>
        </p:nvSpPr>
        <p:spPr>
          <a:xfrm>
            <a:off x="7748164" y="3144782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発売日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DE61A-70BD-7DDC-2E0A-29E93F697CB9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6271260" y="2750672"/>
            <a:ext cx="674346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387DA-EB57-4904-B881-940E949BE414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6945607" y="2750672"/>
            <a:ext cx="616478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B5DFD-881F-2B4B-25CA-F129485BF269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6945609" y="2750672"/>
            <a:ext cx="833797" cy="3210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ADB9B-2BB0-B34E-6B54-1319421E05FA}"/>
              </a:ext>
            </a:extLst>
          </p:cNvPr>
          <p:cNvSpPr/>
          <p:nvPr/>
        </p:nvSpPr>
        <p:spPr>
          <a:xfrm>
            <a:off x="1530232" y="2139707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F101F1-EC79-325D-F2AB-8068FF715215}"/>
              </a:ext>
            </a:extLst>
          </p:cNvPr>
          <p:cNvSpPr/>
          <p:nvPr/>
        </p:nvSpPr>
        <p:spPr>
          <a:xfrm>
            <a:off x="320236" y="295682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5F6A2-D2E6-F762-855F-D1C2C73D85D4}"/>
              </a:ext>
            </a:extLst>
          </p:cNvPr>
          <p:cNvSpPr txBox="1"/>
          <p:nvPr/>
        </p:nvSpPr>
        <p:spPr>
          <a:xfrm>
            <a:off x="352885" y="3141621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9368AD-161B-42E7-696E-37C32D3CAA12}"/>
              </a:ext>
            </a:extLst>
          </p:cNvPr>
          <p:cNvCxnSpPr>
            <a:stCxn id="31" idx="2"/>
            <a:endCxn id="32" idx="7"/>
          </p:cNvCxnSpPr>
          <p:nvPr/>
        </p:nvCxnSpPr>
        <p:spPr>
          <a:xfrm flipH="1">
            <a:off x="1303638" y="2750672"/>
            <a:ext cx="872002" cy="31161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27C7072-3418-FA09-26AC-4319025AA9F7}"/>
              </a:ext>
            </a:extLst>
          </p:cNvPr>
          <p:cNvSpPr/>
          <p:nvPr/>
        </p:nvSpPr>
        <p:spPr>
          <a:xfrm>
            <a:off x="925233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4E05DD-401E-EBF4-A1D1-41BE29344B4D}"/>
              </a:ext>
            </a:extLst>
          </p:cNvPr>
          <p:cNvSpPr txBox="1"/>
          <p:nvPr/>
        </p:nvSpPr>
        <p:spPr>
          <a:xfrm>
            <a:off x="1178136" y="3917132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C5B12B-D8E4-E67D-FE44-AF8F25F659C1}"/>
              </a:ext>
            </a:extLst>
          </p:cNvPr>
          <p:cNvSpPr/>
          <p:nvPr/>
        </p:nvSpPr>
        <p:spPr>
          <a:xfrm>
            <a:off x="2216058" y="37417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4834E2-C3B4-495F-9F68-A6E14866029D}"/>
              </a:ext>
            </a:extLst>
          </p:cNvPr>
          <p:cNvSpPr txBox="1"/>
          <p:nvPr/>
        </p:nvSpPr>
        <p:spPr>
          <a:xfrm>
            <a:off x="2399228" y="3927449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0A93FD-4FB9-0EE4-0868-603F22B3331B}"/>
              </a:ext>
            </a:extLst>
          </p:cNvPr>
          <p:cNvSpPr/>
          <p:nvPr/>
        </p:nvSpPr>
        <p:spPr>
          <a:xfrm>
            <a:off x="2840714" y="296624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F0550D-5623-2177-6486-178139C0A365}"/>
              </a:ext>
            </a:extLst>
          </p:cNvPr>
          <p:cNvSpPr txBox="1"/>
          <p:nvPr/>
        </p:nvSpPr>
        <p:spPr>
          <a:xfrm>
            <a:off x="3114370" y="3136382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D9D8E9-369C-D611-615D-D752E23796D8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flipH="1">
            <a:off x="1501297" y="2750672"/>
            <a:ext cx="674346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4AEC52-E750-E0EF-7F16-AC2908E4AFA2}"/>
              </a:ext>
            </a:extLst>
          </p:cNvPr>
          <p:cNvCxnSpPr>
            <a:cxnSpLocks/>
            <a:stCxn id="31" idx="2"/>
            <a:endCxn id="37" idx="0"/>
          </p:cNvCxnSpPr>
          <p:nvPr/>
        </p:nvCxnSpPr>
        <p:spPr>
          <a:xfrm>
            <a:off x="2175645" y="2750672"/>
            <a:ext cx="616478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77BFB6-CF75-B610-148F-22060812388F}"/>
              </a:ext>
            </a:extLst>
          </p:cNvPr>
          <p:cNvCxnSpPr>
            <a:cxnSpLocks/>
            <a:stCxn id="31" idx="2"/>
            <a:endCxn id="39" idx="1"/>
          </p:cNvCxnSpPr>
          <p:nvPr/>
        </p:nvCxnSpPr>
        <p:spPr>
          <a:xfrm>
            <a:off x="2175646" y="2750672"/>
            <a:ext cx="833797" cy="3210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>
            <a:extLst>
              <a:ext uri="{FF2B5EF4-FFF2-40B4-BE49-F238E27FC236}">
                <a16:creationId xmlns:a16="http://schemas.microsoft.com/office/drawing/2014/main" id="{0BCFA5B9-0156-C62B-A55B-020228B03810}"/>
              </a:ext>
            </a:extLst>
          </p:cNvPr>
          <p:cNvSpPr/>
          <p:nvPr/>
        </p:nvSpPr>
        <p:spPr>
          <a:xfrm>
            <a:off x="3705173" y="2014463"/>
            <a:ext cx="1751955" cy="86409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5E2E1B-0F96-9D5D-1727-7E056412D1C4}"/>
              </a:ext>
            </a:extLst>
          </p:cNvPr>
          <p:cNvCxnSpPr>
            <a:cxnSpLocks/>
            <a:stCxn id="44" idx="3"/>
            <a:endCxn id="2" idx="1"/>
          </p:cNvCxnSpPr>
          <p:nvPr/>
        </p:nvCxnSpPr>
        <p:spPr>
          <a:xfrm flipV="1">
            <a:off x="5457123" y="2445189"/>
            <a:ext cx="843070" cy="1324"/>
          </a:xfrm>
          <a:prstGeom prst="line">
            <a:avLst/>
          </a:prstGeom>
          <a:ln w="1079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39C50E-0E37-8AC5-23E0-9E2AFE8143D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2821052" y="2445189"/>
            <a:ext cx="884116" cy="132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838F6A7-04A8-71A1-8880-840F1BA9F91C}"/>
              </a:ext>
            </a:extLst>
          </p:cNvPr>
          <p:cNvSpPr/>
          <p:nvPr/>
        </p:nvSpPr>
        <p:spPr>
          <a:xfrm>
            <a:off x="4006807" y="931281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3C24D3-3B59-C0BB-EB97-ADE4EBA037B3}"/>
              </a:ext>
            </a:extLst>
          </p:cNvPr>
          <p:cNvSpPr txBox="1"/>
          <p:nvPr/>
        </p:nvSpPr>
        <p:spPr>
          <a:xfrm>
            <a:off x="4155416" y="1106654"/>
            <a:ext cx="87716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5718167-9C32-7FFE-8EB0-89A442175229}"/>
              </a:ext>
            </a:extLst>
          </p:cNvPr>
          <p:cNvCxnSpPr>
            <a:cxnSpLocks/>
            <a:stCxn id="44" idx="0"/>
            <a:endCxn id="55" idx="4"/>
          </p:cNvCxnSpPr>
          <p:nvPr/>
        </p:nvCxnSpPr>
        <p:spPr>
          <a:xfrm flipV="1">
            <a:off x="4581145" y="1651366"/>
            <a:ext cx="1724" cy="36310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3CCBAF-6A95-F32E-99CB-FA1A26DDBA6C}"/>
              </a:ext>
            </a:extLst>
          </p:cNvPr>
          <p:cNvSpPr txBox="1"/>
          <p:nvPr/>
        </p:nvSpPr>
        <p:spPr>
          <a:xfrm>
            <a:off x="3931761" y="2261912"/>
            <a:ext cx="1338828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お気に入り</a:t>
            </a:r>
          </a:p>
        </p:txBody>
      </p:sp>
    </p:spTree>
    <p:extLst>
      <p:ext uri="{BB962C8B-B14F-4D97-AF65-F5344CB8AC3E}">
        <p14:creationId xmlns:p14="http://schemas.microsoft.com/office/powerpoint/2010/main" val="325727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98D9D47-0E77-A750-DFF8-A2AF4A6F236A}"/>
              </a:ext>
            </a:extLst>
          </p:cNvPr>
          <p:cNvSpPr/>
          <p:nvPr/>
        </p:nvSpPr>
        <p:spPr>
          <a:xfrm>
            <a:off x="611565" y="1293996"/>
            <a:ext cx="1811667" cy="3045823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58DA0-904F-A2FD-0682-B23313F4AC82}"/>
              </a:ext>
            </a:extLst>
          </p:cNvPr>
          <p:cNvSpPr txBox="1"/>
          <p:nvPr/>
        </p:nvSpPr>
        <p:spPr>
          <a:xfrm>
            <a:off x="1113219" y="95372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ユーザ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0C128A-4101-6E9A-7D21-80009A255293}"/>
              </a:ext>
            </a:extLst>
          </p:cNvPr>
          <p:cNvSpPr/>
          <p:nvPr/>
        </p:nvSpPr>
        <p:spPr>
          <a:xfrm>
            <a:off x="1438758" y="1854288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1655FF-7711-6194-F945-F8D889CB99E6}"/>
              </a:ext>
            </a:extLst>
          </p:cNvPr>
          <p:cNvSpPr/>
          <p:nvPr/>
        </p:nvSpPr>
        <p:spPr>
          <a:xfrm>
            <a:off x="1438758" y="2436981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BA4863-F438-629E-A123-318E4CC7E05B}"/>
              </a:ext>
            </a:extLst>
          </p:cNvPr>
          <p:cNvSpPr/>
          <p:nvPr/>
        </p:nvSpPr>
        <p:spPr>
          <a:xfrm>
            <a:off x="1438758" y="3019674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4DF269-FCDB-333B-C2F3-831ADCF1A126}"/>
              </a:ext>
            </a:extLst>
          </p:cNvPr>
          <p:cNvSpPr/>
          <p:nvPr/>
        </p:nvSpPr>
        <p:spPr>
          <a:xfrm>
            <a:off x="1438758" y="360236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A4D952-44A3-318B-31FC-CB3F4874CEF3}"/>
              </a:ext>
            </a:extLst>
          </p:cNvPr>
          <p:cNvSpPr/>
          <p:nvPr/>
        </p:nvSpPr>
        <p:spPr>
          <a:xfrm>
            <a:off x="3239856" y="356166"/>
            <a:ext cx="2027692" cy="463251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3BF1A8-BF64-2DD9-C85B-7C6903B7130B}"/>
              </a:ext>
            </a:extLst>
          </p:cNvPr>
          <p:cNvSpPr/>
          <p:nvPr/>
        </p:nvSpPr>
        <p:spPr>
          <a:xfrm>
            <a:off x="4180816" y="837843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550860-693E-FDF1-36BC-68691A2EACB1}"/>
              </a:ext>
            </a:extLst>
          </p:cNvPr>
          <p:cNvSpPr/>
          <p:nvPr/>
        </p:nvSpPr>
        <p:spPr>
          <a:xfrm>
            <a:off x="4180816" y="142053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EFF78B-07D2-E00C-1205-70AA10D5D34A}"/>
              </a:ext>
            </a:extLst>
          </p:cNvPr>
          <p:cNvSpPr/>
          <p:nvPr/>
        </p:nvSpPr>
        <p:spPr>
          <a:xfrm>
            <a:off x="4180816" y="2003230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C59791-96A0-1FD2-ECC2-9B2A666E6BFC}"/>
              </a:ext>
            </a:extLst>
          </p:cNvPr>
          <p:cNvSpPr/>
          <p:nvPr/>
        </p:nvSpPr>
        <p:spPr>
          <a:xfrm>
            <a:off x="4180816" y="2585923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7786A1-C756-9AB1-ECF8-AAE9F246DF6A}"/>
              </a:ext>
            </a:extLst>
          </p:cNvPr>
          <p:cNvSpPr/>
          <p:nvPr/>
        </p:nvSpPr>
        <p:spPr>
          <a:xfrm>
            <a:off x="4175061" y="3244741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FDAF35-A6E0-6FEF-97BB-201DEAB65E23}"/>
              </a:ext>
            </a:extLst>
          </p:cNvPr>
          <p:cNvSpPr/>
          <p:nvPr/>
        </p:nvSpPr>
        <p:spPr>
          <a:xfrm>
            <a:off x="4175061" y="382743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C70C63-0177-BB05-526F-D55C76F19D9D}"/>
              </a:ext>
            </a:extLst>
          </p:cNvPr>
          <p:cNvSpPr/>
          <p:nvPr/>
        </p:nvSpPr>
        <p:spPr>
          <a:xfrm>
            <a:off x="4175061" y="441012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58FACA-4E28-5590-C00B-D3C371B93CBE}"/>
              </a:ext>
            </a:extLst>
          </p:cNvPr>
          <p:cNvSpPr/>
          <p:nvPr/>
        </p:nvSpPr>
        <p:spPr>
          <a:xfrm>
            <a:off x="6202757" y="1020366"/>
            <a:ext cx="1811667" cy="3548278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CCA9F3-B499-F29B-6130-DC87FAF4E822}"/>
              </a:ext>
            </a:extLst>
          </p:cNvPr>
          <p:cNvSpPr txBox="1"/>
          <p:nvPr/>
        </p:nvSpPr>
        <p:spPr>
          <a:xfrm>
            <a:off x="6806263" y="6197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商品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0DB114-1A8C-BF11-F066-28AE580714D7}"/>
              </a:ext>
            </a:extLst>
          </p:cNvPr>
          <p:cNvSpPr/>
          <p:nvPr/>
        </p:nvSpPr>
        <p:spPr>
          <a:xfrm>
            <a:off x="7029949" y="1580658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6C021A9-49CB-23C0-2E0A-3C31E7A03525}"/>
              </a:ext>
            </a:extLst>
          </p:cNvPr>
          <p:cNvSpPr/>
          <p:nvPr/>
        </p:nvSpPr>
        <p:spPr>
          <a:xfrm>
            <a:off x="7029949" y="2163351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6D1ABB-D443-5461-785F-BAF1680E69CC}"/>
              </a:ext>
            </a:extLst>
          </p:cNvPr>
          <p:cNvSpPr/>
          <p:nvPr/>
        </p:nvSpPr>
        <p:spPr>
          <a:xfrm>
            <a:off x="7029949" y="274604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7CB3A66-4E2D-81C0-18B2-A1EEE396C57A}"/>
              </a:ext>
            </a:extLst>
          </p:cNvPr>
          <p:cNvSpPr/>
          <p:nvPr/>
        </p:nvSpPr>
        <p:spPr>
          <a:xfrm>
            <a:off x="7029949" y="3328738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786481-B018-751E-0996-3AD40ED8F02C}"/>
              </a:ext>
            </a:extLst>
          </p:cNvPr>
          <p:cNvSpPr/>
          <p:nvPr/>
        </p:nvSpPr>
        <p:spPr>
          <a:xfrm>
            <a:off x="7018344" y="3948691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1709C4-7D82-334F-DA57-7F318B796D3E}"/>
              </a:ext>
            </a:extLst>
          </p:cNvPr>
          <p:cNvSpPr txBox="1"/>
          <p:nvPr/>
        </p:nvSpPr>
        <p:spPr>
          <a:xfrm>
            <a:off x="7187227" y="1454178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DEBCC0-BE28-CEBA-C2A6-8254EA1B6BAE}"/>
              </a:ext>
            </a:extLst>
          </p:cNvPr>
          <p:cNvSpPr txBox="1"/>
          <p:nvPr/>
        </p:nvSpPr>
        <p:spPr>
          <a:xfrm>
            <a:off x="7187227" y="2040053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DD9D24-0EC9-A689-3BF5-32658566C836}"/>
              </a:ext>
            </a:extLst>
          </p:cNvPr>
          <p:cNvSpPr txBox="1"/>
          <p:nvPr/>
        </p:nvSpPr>
        <p:spPr>
          <a:xfrm>
            <a:off x="7175621" y="2647059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779E95-7F3C-F254-E14D-7DA3F0F0DA64}"/>
              </a:ext>
            </a:extLst>
          </p:cNvPr>
          <p:cNvSpPr txBox="1"/>
          <p:nvPr/>
        </p:nvSpPr>
        <p:spPr>
          <a:xfrm>
            <a:off x="7175621" y="3218322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93A3B-8787-D0BB-E263-6F51907F1BA2}"/>
              </a:ext>
            </a:extLst>
          </p:cNvPr>
          <p:cNvSpPr txBox="1"/>
          <p:nvPr/>
        </p:nvSpPr>
        <p:spPr>
          <a:xfrm>
            <a:off x="7161487" y="3827275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483A43-12C9-80DA-D1AD-BE0E00B47123}"/>
              </a:ext>
            </a:extLst>
          </p:cNvPr>
          <p:cNvSpPr txBox="1"/>
          <p:nvPr/>
        </p:nvSpPr>
        <p:spPr>
          <a:xfrm>
            <a:off x="909221" y="1737932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C06C88-CE70-9919-B358-DE7CF48DC120}"/>
              </a:ext>
            </a:extLst>
          </p:cNvPr>
          <p:cNvSpPr txBox="1"/>
          <p:nvPr/>
        </p:nvSpPr>
        <p:spPr>
          <a:xfrm>
            <a:off x="909221" y="2323807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F7D190-538F-D8E5-F634-DE82DC6DF55B}"/>
              </a:ext>
            </a:extLst>
          </p:cNvPr>
          <p:cNvSpPr txBox="1"/>
          <p:nvPr/>
        </p:nvSpPr>
        <p:spPr>
          <a:xfrm>
            <a:off x="909221" y="2903319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6EEFC-F136-15A8-2580-ABE33E8FD90C}"/>
              </a:ext>
            </a:extLst>
          </p:cNvPr>
          <p:cNvSpPr txBox="1"/>
          <p:nvPr/>
        </p:nvSpPr>
        <p:spPr>
          <a:xfrm>
            <a:off x="909221" y="3462499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F3886B-754B-D3B9-1C7E-B2D4F77CD0ED}"/>
              </a:ext>
            </a:extLst>
          </p:cNvPr>
          <p:cNvSpPr txBox="1"/>
          <p:nvPr/>
        </p:nvSpPr>
        <p:spPr>
          <a:xfrm>
            <a:off x="3862499" y="499391"/>
            <a:ext cx="82586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U1,P1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580454-BB50-4CC0-E735-0BDE0650063A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 flipV="1">
            <a:off x="1596036" y="916481"/>
            <a:ext cx="2584785" cy="101644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DA85B3-88F4-2098-2E56-FD325A116A19}"/>
              </a:ext>
            </a:extLst>
          </p:cNvPr>
          <p:cNvCxnSpPr>
            <a:cxnSpLocks/>
            <a:stCxn id="11" idx="6"/>
            <a:endCxn id="22" idx="2"/>
          </p:cNvCxnSpPr>
          <p:nvPr/>
        </p:nvCxnSpPr>
        <p:spPr>
          <a:xfrm>
            <a:off x="4338090" y="916484"/>
            <a:ext cx="2691859" cy="74281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A3031B2-AD9E-FE5F-F561-39EE7AFD892A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>
            <a:off x="4338090" y="1499177"/>
            <a:ext cx="2691859" cy="74281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154F34B-A822-8A7F-6A6F-2A3D2A361BCA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1596036" y="1499175"/>
            <a:ext cx="2584785" cy="101644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1C16823-90E4-A35D-FBF4-30E0027887C4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 flipV="1">
            <a:off x="1596036" y="2081868"/>
            <a:ext cx="2584785" cy="43375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74316F-3CC3-6C8F-F539-A6E7051FC9BC}"/>
              </a:ext>
            </a:extLst>
          </p:cNvPr>
          <p:cNvCxnSpPr>
            <a:cxnSpLocks/>
            <a:stCxn id="13" idx="6"/>
            <a:endCxn id="24" idx="2"/>
          </p:cNvCxnSpPr>
          <p:nvPr/>
        </p:nvCxnSpPr>
        <p:spPr>
          <a:xfrm>
            <a:off x="4338090" y="2081870"/>
            <a:ext cx="2691859" cy="74281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FBFBEF6-58B6-0B1D-CD82-EDBFE412F239}"/>
              </a:ext>
            </a:extLst>
          </p:cNvPr>
          <p:cNvCxnSpPr>
            <a:cxnSpLocks/>
            <a:stCxn id="7" idx="6"/>
            <a:endCxn id="14" idx="2"/>
          </p:cNvCxnSpPr>
          <p:nvPr/>
        </p:nvCxnSpPr>
        <p:spPr>
          <a:xfrm flipV="1">
            <a:off x="1596036" y="2664561"/>
            <a:ext cx="2584785" cy="43375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FBA6CE1-5582-75D3-BBCE-7E612C42E9DE}"/>
              </a:ext>
            </a:extLst>
          </p:cNvPr>
          <p:cNvCxnSpPr>
            <a:cxnSpLocks/>
            <a:stCxn id="23" idx="2"/>
            <a:endCxn id="14" idx="6"/>
          </p:cNvCxnSpPr>
          <p:nvPr/>
        </p:nvCxnSpPr>
        <p:spPr>
          <a:xfrm flipH="1">
            <a:off x="4338090" y="2241992"/>
            <a:ext cx="2691859" cy="42257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86EF78E-1B8D-67A8-0DD6-EA823C96EC6D}"/>
              </a:ext>
            </a:extLst>
          </p:cNvPr>
          <p:cNvCxnSpPr>
            <a:cxnSpLocks/>
            <a:stCxn id="17" idx="2"/>
            <a:endCxn id="8" idx="6"/>
          </p:cNvCxnSpPr>
          <p:nvPr/>
        </p:nvCxnSpPr>
        <p:spPr>
          <a:xfrm flipH="1" flipV="1">
            <a:off x="1596031" y="3681005"/>
            <a:ext cx="2579030" cy="80776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5EB8D6D-2C2E-A28F-045C-28C1C5728326}"/>
              </a:ext>
            </a:extLst>
          </p:cNvPr>
          <p:cNvCxnSpPr>
            <a:cxnSpLocks/>
            <a:stCxn id="17" idx="6"/>
            <a:endCxn id="22" idx="3"/>
          </p:cNvCxnSpPr>
          <p:nvPr/>
        </p:nvCxnSpPr>
        <p:spPr>
          <a:xfrm flipV="1">
            <a:off x="4332339" y="1714904"/>
            <a:ext cx="2720645" cy="277386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B95ABE7-B317-1660-5724-7F25AA6EEAAE}"/>
              </a:ext>
            </a:extLst>
          </p:cNvPr>
          <p:cNvCxnSpPr>
            <a:cxnSpLocks/>
            <a:stCxn id="16" idx="6"/>
            <a:endCxn id="25" idx="2"/>
          </p:cNvCxnSpPr>
          <p:nvPr/>
        </p:nvCxnSpPr>
        <p:spPr>
          <a:xfrm flipV="1">
            <a:off x="4332338" y="3407374"/>
            <a:ext cx="2697612" cy="49869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A665A68-BD72-54E7-8281-931BE7023D62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1596031" y="3681006"/>
            <a:ext cx="2579030" cy="22506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2FD846-C594-7B16-0F7C-A463FB4949CF}"/>
              </a:ext>
            </a:extLst>
          </p:cNvPr>
          <p:cNvCxnSpPr>
            <a:cxnSpLocks/>
            <a:stCxn id="5" idx="6"/>
            <a:endCxn id="15" idx="2"/>
          </p:cNvCxnSpPr>
          <p:nvPr/>
        </p:nvCxnSpPr>
        <p:spPr>
          <a:xfrm>
            <a:off x="1596031" y="1932928"/>
            <a:ext cx="2579030" cy="139045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C2EDEEF-F13F-515B-EB41-569D7802F526}"/>
              </a:ext>
            </a:extLst>
          </p:cNvPr>
          <p:cNvCxnSpPr>
            <a:cxnSpLocks/>
            <a:stCxn id="15" idx="6"/>
            <a:endCxn id="25" idx="2"/>
          </p:cNvCxnSpPr>
          <p:nvPr/>
        </p:nvCxnSpPr>
        <p:spPr>
          <a:xfrm>
            <a:off x="4332338" y="3323384"/>
            <a:ext cx="2697612" cy="8399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6330B73C-51B8-443F-9F94-F5757097A39F}"/>
              </a:ext>
            </a:extLst>
          </p:cNvPr>
          <p:cNvSpPr txBox="1"/>
          <p:nvPr/>
        </p:nvSpPr>
        <p:spPr>
          <a:xfrm>
            <a:off x="3862499" y="1057345"/>
            <a:ext cx="82586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U2,P2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D78116-4BE0-233B-3635-46DB6B1D9019}"/>
              </a:ext>
            </a:extLst>
          </p:cNvPr>
          <p:cNvSpPr txBox="1"/>
          <p:nvPr/>
        </p:nvSpPr>
        <p:spPr>
          <a:xfrm>
            <a:off x="3859243" y="1639571"/>
            <a:ext cx="82586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U2,P3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E2A839-34AF-394F-3B32-92A5B8E0A1D5}"/>
              </a:ext>
            </a:extLst>
          </p:cNvPr>
          <p:cNvSpPr txBox="1"/>
          <p:nvPr/>
        </p:nvSpPr>
        <p:spPr>
          <a:xfrm>
            <a:off x="3852298" y="2221979"/>
            <a:ext cx="82586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U3,P2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5657733-55E9-BCDF-9973-466DD997DB9C}"/>
              </a:ext>
            </a:extLst>
          </p:cNvPr>
          <p:cNvSpPr txBox="1"/>
          <p:nvPr/>
        </p:nvSpPr>
        <p:spPr>
          <a:xfrm>
            <a:off x="3843647" y="2859122"/>
            <a:ext cx="82586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U1,P4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4AA1D94-CFAC-1DFC-A3B2-A2DE68B0B2BF}"/>
              </a:ext>
            </a:extLst>
          </p:cNvPr>
          <p:cNvSpPr txBox="1"/>
          <p:nvPr/>
        </p:nvSpPr>
        <p:spPr>
          <a:xfrm>
            <a:off x="3840767" y="3488008"/>
            <a:ext cx="82586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U4,P4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AACF918-DC0B-1903-3C29-D41891C48B9B}"/>
              </a:ext>
            </a:extLst>
          </p:cNvPr>
          <p:cNvSpPr txBox="1"/>
          <p:nvPr/>
        </p:nvSpPr>
        <p:spPr>
          <a:xfrm>
            <a:off x="3852296" y="4523849"/>
            <a:ext cx="825867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U4,P1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25DF1-AB05-8D84-C3E6-685FFE4AE236}"/>
              </a:ext>
            </a:extLst>
          </p:cNvPr>
          <p:cNvSpPr txBox="1"/>
          <p:nvPr/>
        </p:nvSpPr>
        <p:spPr>
          <a:xfrm>
            <a:off x="3584284" y="0"/>
            <a:ext cx="1338828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お気に入り</a:t>
            </a:r>
          </a:p>
        </p:txBody>
      </p:sp>
    </p:spTree>
    <p:extLst>
      <p:ext uri="{BB962C8B-B14F-4D97-AF65-F5344CB8AC3E}">
        <p14:creationId xmlns:p14="http://schemas.microsoft.com/office/powerpoint/2010/main" val="774596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F50D-F2E2-D4E9-04D1-0AECBBF1A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ACFAB59-3B4C-A550-3069-50C239CA5290}"/>
              </a:ext>
            </a:extLst>
          </p:cNvPr>
          <p:cNvSpPr/>
          <p:nvPr/>
        </p:nvSpPr>
        <p:spPr>
          <a:xfrm>
            <a:off x="920326" y="1623023"/>
            <a:ext cx="1811667" cy="2526445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5E26E-7326-129A-6AB5-39695303ACD0}"/>
              </a:ext>
            </a:extLst>
          </p:cNvPr>
          <p:cNvSpPr txBox="1"/>
          <p:nvPr/>
        </p:nvSpPr>
        <p:spPr>
          <a:xfrm>
            <a:off x="1029448" y="12615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実体「ユーザ」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E06722-5E9E-540D-E9BB-809C66FFFD0F}"/>
              </a:ext>
            </a:extLst>
          </p:cNvPr>
          <p:cNvSpPr/>
          <p:nvPr/>
        </p:nvSpPr>
        <p:spPr>
          <a:xfrm>
            <a:off x="1747519" y="218331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1486E0-1345-5D4C-0C18-8B39EE9FC45C}"/>
              </a:ext>
            </a:extLst>
          </p:cNvPr>
          <p:cNvSpPr/>
          <p:nvPr/>
        </p:nvSpPr>
        <p:spPr>
          <a:xfrm>
            <a:off x="1738592" y="312353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C68CAC-F038-93CA-07D3-D23E8D020C36}"/>
              </a:ext>
            </a:extLst>
          </p:cNvPr>
          <p:cNvSpPr/>
          <p:nvPr/>
        </p:nvSpPr>
        <p:spPr>
          <a:xfrm>
            <a:off x="3311600" y="932501"/>
            <a:ext cx="2520800" cy="3735751"/>
          </a:xfrm>
          <a:prstGeom prst="ellipse">
            <a:avLst/>
          </a:prstGeom>
          <a:solidFill>
            <a:srgbClr val="BA1C47">
              <a:alpha val="19942"/>
            </a:srgb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17709B-15F4-4157-0AFE-949F96F000F2}"/>
              </a:ext>
            </a:extLst>
          </p:cNvPr>
          <p:cNvSpPr/>
          <p:nvPr/>
        </p:nvSpPr>
        <p:spPr>
          <a:xfrm>
            <a:off x="4493365" y="1661917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D0261A-1D1A-CDE9-2BC0-B505CDE4EC08}"/>
              </a:ext>
            </a:extLst>
          </p:cNvPr>
          <p:cNvSpPr/>
          <p:nvPr/>
        </p:nvSpPr>
        <p:spPr>
          <a:xfrm>
            <a:off x="4504479" y="2442374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0B2039-FB8F-3D0C-0DFB-27CE12A2D1EE}"/>
              </a:ext>
            </a:extLst>
          </p:cNvPr>
          <p:cNvSpPr txBox="1"/>
          <p:nvPr/>
        </p:nvSpPr>
        <p:spPr>
          <a:xfrm>
            <a:off x="3440921" y="5631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関連「お気に入り」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BF6ACF-E99E-10F2-7DF2-9A09E73CB847}"/>
              </a:ext>
            </a:extLst>
          </p:cNvPr>
          <p:cNvSpPr/>
          <p:nvPr/>
        </p:nvSpPr>
        <p:spPr>
          <a:xfrm>
            <a:off x="6412007" y="1519560"/>
            <a:ext cx="1925426" cy="265448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CE51A2-3D75-3FC0-0B2E-FABC4055A725}"/>
              </a:ext>
            </a:extLst>
          </p:cNvPr>
          <p:cNvSpPr txBox="1"/>
          <p:nvPr/>
        </p:nvSpPr>
        <p:spPr>
          <a:xfrm>
            <a:off x="6745466" y="112516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実体「商品」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C1A93F-D540-3F34-F2E6-D0B5FDABA0B3}"/>
              </a:ext>
            </a:extLst>
          </p:cNvPr>
          <p:cNvSpPr/>
          <p:nvPr/>
        </p:nvSpPr>
        <p:spPr>
          <a:xfrm>
            <a:off x="7296083" y="210466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9D79E2-7005-1292-D835-AA02C1DDC132}"/>
              </a:ext>
            </a:extLst>
          </p:cNvPr>
          <p:cNvSpPr/>
          <p:nvPr/>
        </p:nvSpPr>
        <p:spPr>
          <a:xfrm>
            <a:off x="7296083" y="331208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CD0665-68C8-AEED-A8DA-8478625E1E7F}"/>
              </a:ext>
            </a:extLst>
          </p:cNvPr>
          <p:cNvSpPr txBox="1"/>
          <p:nvPr/>
        </p:nvSpPr>
        <p:spPr>
          <a:xfrm>
            <a:off x="7453361" y="1978186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45A8B-4479-8CCA-64F6-812EF515BFA5}"/>
              </a:ext>
            </a:extLst>
          </p:cNvPr>
          <p:cNvSpPr txBox="1"/>
          <p:nvPr/>
        </p:nvSpPr>
        <p:spPr>
          <a:xfrm>
            <a:off x="7453361" y="3188788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FFBCC7-9226-3C2B-BC48-35F3F2D3DC3E}"/>
              </a:ext>
            </a:extLst>
          </p:cNvPr>
          <p:cNvSpPr txBox="1"/>
          <p:nvPr/>
        </p:nvSpPr>
        <p:spPr>
          <a:xfrm>
            <a:off x="1217982" y="2066959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893F9B-4477-A4FF-4119-7268020D0293}"/>
              </a:ext>
            </a:extLst>
          </p:cNvPr>
          <p:cNvSpPr txBox="1"/>
          <p:nvPr/>
        </p:nvSpPr>
        <p:spPr>
          <a:xfrm>
            <a:off x="1217982" y="2976086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7AEF19-9AFE-AC3B-D89A-977BA02ECB84}"/>
              </a:ext>
            </a:extLst>
          </p:cNvPr>
          <p:cNvSpPr txBox="1"/>
          <p:nvPr/>
        </p:nvSpPr>
        <p:spPr>
          <a:xfrm>
            <a:off x="4054565" y="1222913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(U1,P1)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D80C3B-BC48-4DBD-4D42-3DF2ABB1231F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 flipV="1">
            <a:off x="1904793" y="1740554"/>
            <a:ext cx="2588572" cy="52139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91E1F21-A661-F140-67CE-87C94C880AA5}"/>
              </a:ext>
            </a:extLst>
          </p:cNvPr>
          <p:cNvCxnSpPr>
            <a:cxnSpLocks/>
            <a:stCxn id="11" idx="6"/>
            <a:endCxn id="22" idx="2"/>
          </p:cNvCxnSpPr>
          <p:nvPr/>
        </p:nvCxnSpPr>
        <p:spPr>
          <a:xfrm>
            <a:off x="4650639" y="1740554"/>
            <a:ext cx="2645444" cy="44274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0C3BA11-168B-8B07-1EB1-6F73E82E1B1D}"/>
              </a:ext>
            </a:extLst>
          </p:cNvPr>
          <p:cNvCxnSpPr>
            <a:cxnSpLocks/>
            <a:stCxn id="12" idx="6"/>
            <a:endCxn id="22" idx="2"/>
          </p:cNvCxnSpPr>
          <p:nvPr/>
        </p:nvCxnSpPr>
        <p:spPr>
          <a:xfrm flipV="1">
            <a:off x="4661753" y="2183303"/>
            <a:ext cx="2634330" cy="33770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1A7A9D2-F24E-28F1-709A-7D4A626D5023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1895866" y="2521011"/>
            <a:ext cx="2608613" cy="68115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197D690-979C-6D2B-C3C6-F072C38F08DD}"/>
              </a:ext>
            </a:extLst>
          </p:cNvPr>
          <p:cNvSpPr txBox="1"/>
          <p:nvPr/>
        </p:nvSpPr>
        <p:spPr>
          <a:xfrm>
            <a:off x="4054565" y="2051734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(U2,P1)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9A953-261A-A43F-D249-EAD33DC766AC}"/>
              </a:ext>
            </a:extLst>
          </p:cNvPr>
          <p:cNvSpPr txBox="1"/>
          <p:nvPr/>
        </p:nvSpPr>
        <p:spPr>
          <a:xfrm>
            <a:off x="964813" y="236931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（川澄）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17B50E-09DF-16DA-927C-126D40A2F713}"/>
              </a:ext>
            </a:extLst>
          </p:cNvPr>
          <p:cNvSpPr txBox="1"/>
          <p:nvPr/>
        </p:nvSpPr>
        <p:spPr>
          <a:xfrm>
            <a:off x="1063693" y="331031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（北）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735DCF-9A67-3916-ED7B-52D4A29E6B8C}"/>
              </a:ext>
            </a:extLst>
          </p:cNvPr>
          <p:cNvSpPr txBox="1"/>
          <p:nvPr/>
        </p:nvSpPr>
        <p:spPr>
          <a:xfrm>
            <a:off x="7296083" y="2276824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（はーいお茶）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B39F64-8C0D-3CC1-AF5D-FB02B6A5E090}"/>
              </a:ext>
            </a:extLst>
          </p:cNvPr>
          <p:cNvSpPr txBox="1"/>
          <p:nvPr/>
        </p:nvSpPr>
        <p:spPr>
          <a:xfrm>
            <a:off x="7305981" y="350794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（きのこの里）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577E1EB-8EF5-92FC-77A7-36F504C1F598}"/>
              </a:ext>
            </a:extLst>
          </p:cNvPr>
          <p:cNvSpPr/>
          <p:nvPr/>
        </p:nvSpPr>
        <p:spPr>
          <a:xfrm>
            <a:off x="4493365" y="323090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C8D5EF-9342-4485-DA35-EA6E3ECD3301}"/>
              </a:ext>
            </a:extLst>
          </p:cNvPr>
          <p:cNvSpPr txBox="1"/>
          <p:nvPr/>
        </p:nvSpPr>
        <p:spPr>
          <a:xfrm>
            <a:off x="4054565" y="2791901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(U2,P2)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992BE0B-CFE9-6EA8-AC47-DBBECCEA29E6}"/>
              </a:ext>
            </a:extLst>
          </p:cNvPr>
          <p:cNvCxnSpPr>
            <a:cxnSpLocks/>
            <a:stCxn id="63" idx="6"/>
            <a:endCxn id="23" idx="2"/>
          </p:cNvCxnSpPr>
          <p:nvPr/>
        </p:nvCxnSpPr>
        <p:spPr>
          <a:xfrm>
            <a:off x="4650639" y="3309542"/>
            <a:ext cx="2645444" cy="8118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DC2A6C5-C02E-1350-0F88-8B019BFF48E2}"/>
              </a:ext>
            </a:extLst>
          </p:cNvPr>
          <p:cNvCxnSpPr>
            <a:cxnSpLocks/>
            <a:stCxn id="5" idx="6"/>
            <a:endCxn id="78" idx="2"/>
          </p:cNvCxnSpPr>
          <p:nvPr/>
        </p:nvCxnSpPr>
        <p:spPr>
          <a:xfrm>
            <a:off x="1904793" y="2261952"/>
            <a:ext cx="2588572" cy="185273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C6F98A05-D2C3-3504-00EA-DECC8221E163}"/>
              </a:ext>
            </a:extLst>
          </p:cNvPr>
          <p:cNvSpPr/>
          <p:nvPr/>
        </p:nvSpPr>
        <p:spPr>
          <a:xfrm>
            <a:off x="4493365" y="4036052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A5E254-BBC9-D14D-7FE7-74AF78BEB622}"/>
              </a:ext>
            </a:extLst>
          </p:cNvPr>
          <p:cNvSpPr txBox="1"/>
          <p:nvPr/>
        </p:nvSpPr>
        <p:spPr>
          <a:xfrm>
            <a:off x="4054565" y="4191415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(U1,P1)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A2B025B-4FB5-E4D9-BFFA-20257E30A490}"/>
              </a:ext>
            </a:extLst>
          </p:cNvPr>
          <p:cNvCxnSpPr>
            <a:cxnSpLocks/>
            <a:stCxn id="6" idx="6"/>
            <a:endCxn id="63" idx="2"/>
          </p:cNvCxnSpPr>
          <p:nvPr/>
        </p:nvCxnSpPr>
        <p:spPr>
          <a:xfrm>
            <a:off x="1895866" y="3202169"/>
            <a:ext cx="2597499" cy="10737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43F322B-91FA-8C50-7050-A31AA4392349}"/>
              </a:ext>
            </a:extLst>
          </p:cNvPr>
          <p:cNvCxnSpPr>
            <a:cxnSpLocks/>
            <a:stCxn id="78" idx="6"/>
            <a:endCxn id="22" idx="2"/>
          </p:cNvCxnSpPr>
          <p:nvPr/>
        </p:nvCxnSpPr>
        <p:spPr>
          <a:xfrm flipV="1">
            <a:off x="4650639" y="2183303"/>
            <a:ext cx="2645444" cy="19313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Cross 104">
            <a:extLst>
              <a:ext uri="{FF2B5EF4-FFF2-40B4-BE49-F238E27FC236}">
                <a16:creationId xmlns:a16="http://schemas.microsoft.com/office/drawing/2014/main" id="{D89F768A-696A-D230-A489-8FB29B0673CC}"/>
              </a:ext>
            </a:extLst>
          </p:cNvPr>
          <p:cNvSpPr/>
          <p:nvPr/>
        </p:nvSpPr>
        <p:spPr>
          <a:xfrm rot="2700000">
            <a:off x="4255277" y="3752626"/>
            <a:ext cx="633446" cy="633446"/>
          </a:xfrm>
          <a:prstGeom prst="plus">
            <a:avLst>
              <a:gd name="adj" fmla="val 45840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0CF5D2-4F7E-CC14-24C4-03336D3BE9E4}"/>
              </a:ext>
            </a:extLst>
          </p:cNvPr>
          <p:cNvSpPr txBox="1"/>
          <p:nvPr/>
        </p:nvSpPr>
        <p:spPr>
          <a:xfrm>
            <a:off x="5440630" y="4210999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集合内での要素の</a:t>
            </a:r>
          </a:p>
          <a:p>
            <a:pPr algn="l"/>
            <a:r>
              <a:rPr lang="en-JP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重複は認められない</a:t>
            </a:r>
            <a:endParaRPr kumimoji="1" lang="en-JP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A9F27FF-E6A3-20B6-E3C4-1C0061107928}"/>
              </a:ext>
            </a:extLst>
          </p:cNvPr>
          <p:cNvCxnSpPr>
            <a:cxnSpLocks/>
          </p:cNvCxnSpPr>
          <p:nvPr/>
        </p:nvCxnSpPr>
        <p:spPr>
          <a:xfrm flipH="1" flipV="1">
            <a:off x="4924979" y="4069349"/>
            <a:ext cx="552853" cy="316230"/>
          </a:xfrm>
          <a:prstGeom prst="line">
            <a:avLst/>
          </a:prstGeom>
          <a:ln w="34925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279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AA5B-FEF2-3783-C75E-AA9781EBF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A336183-B1E2-738B-9CD3-19315797885D}"/>
              </a:ext>
            </a:extLst>
          </p:cNvPr>
          <p:cNvSpPr/>
          <p:nvPr/>
        </p:nvSpPr>
        <p:spPr>
          <a:xfrm>
            <a:off x="920326" y="1623023"/>
            <a:ext cx="1811667" cy="2526445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BB605-1F4E-1E0A-94CC-C53B013155B8}"/>
              </a:ext>
            </a:extLst>
          </p:cNvPr>
          <p:cNvSpPr txBox="1"/>
          <p:nvPr/>
        </p:nvSpPr>
        <p:spPr>
          <a:xfrm>
            <a:off x="1029448" y="12615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実体「ユーザ」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A8B5F3-60DF-1718-0B09-BBDD43D33C18}"/>
              </a:ext>
            </a:extLst>
          </p:cNvPr>
          <p:cNvSpPr/>
          <p:nvPr/>
        </p:nvSpPr>
        <p:spPr>
          <a:xfrm>
            <a:off x="1747519" y="218331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876171-51B2-DF9D-D247-AAC1DCCC602C}"/>
              </a:ext>
            </a:extLst>
          </p:cNvPr>
          <p:cNvSpPr/>
          <p:nvPr/>
        </p:nvSpPr>
        <p:spPr>
          <a:xfrm>
            <a:off x="1738592" y="312353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9A4A0B-0A2C-D363-5BEC-C005C1C3BFBC}"/>
              </a:ext>
            </a:extLst>
          </p:cNvPr>
          <p:cNvSpPr/>
          <p:nvPr/>
        </p:nvSpPr>
        <p:spPr>
          <a:xfrm>
            <a:off x="3311600" y="932501"/>
            <a:ext cx="2520800" cy="3735751"/>
          </a:xfrm>
          <a:prstGeom prst="ellipse">
            <a:avLst/>
          </a:prstGeom>
          <a:solidFill>
            <a:schemeClr val="bg1">
              <a:lumMod val="85000"/>
              <a:alpha val="64000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F2FE5C-0BDF-21B1-DA91-F1E93DAAD717}"/>
              </a:ext>
            </a:extLst>
          </p:cNvPr>
          <p:cNvSpPr/>
          <p:nvPr/>
        </p:nvSpPr>
        <p:spPr>
          <a:xfrm>
            <a:off x="4493365" y="1661917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41E205-5707-37E3-7028-571F09815603}"/>
              </a:ext>
            </a:extLst>
          </p:cNvPr>
          <p:cNvSpPr/>
          <p:nvPr/>
        </p:nvSpPr>
        <p:spPr>
          <a:xfrm>
            <a:off x="4515593" y="274807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AF1F02-6A4F-475E-804F-5530B8A66E39}"/>
              </a:ext>
            </a:extLst>
          </p:cNvPr>
          <p:cNvSpPr/>
          <p:nvPr/>
        </p:nvSpPr>
        <p:spPr>
          <a:xfrm>
            <a:off x="6412007" y="1519560"/>
            <a:ext cx="1925426" cy="2917686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5527DF-18AB-B418-1A33-974B881DC869}"/>
              </a:ext>
            </a:extLst>
          </p:cNvPr>
          <p:cNvSpPr txBox="1"/>
          <p:nvPr/>
        </p:nvSpPr>
        <p:spPr>
          <a:xfrm>
            <a:off x="6745466" y="112516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実体「商品」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D44BEC7-BD4F-CDC9-20AC-D01B490A8928}"/>
              </a:ext>
            </a:extLst>
          </p:cNvPr>
          <p:cNvSpPr/>
          <p:nvPr/>
        </p:nvSpPr>
        <p:spPr>
          <a:xfrm>
            <a:off x="7296083" y="210466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1562FA-2417-0BE2-19A6-438F24D4B0D0}"/>
              </a:ext>
            </a:extLst>
          </p:cNvPr>
          <p:cNvSpPr/>
          <p:nvPr/>
        </p:nvSpPr>
        <p:spPr>
          <a:xfrm>
            <a:off x="7305981" y="290438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2250FB-0822-76B4-844B-1363D63747E1}"/>
              </a:ext>
            </a:extLst>
          </p:cNvPr>
          <p:cNvSpPr txBox="1"/>
          <p:nvPr/>
        </p:nvSpPr>
        <p:spPr>
          <a:xfrm>
            <a:off x="7453361" y="1978186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DAAE63-18FA-2FB0-D12B-8B82056067A2}"/>
              </a:ext>
            </a:extLst>
          </p:cNvPr>
          <p:cNvSpPr txBox="1"/>
          <p:nvPr/>
        </p:nvSpPr>
        <p:spPr>
          <a:xfrm>
            <a:off x="7463255" y="2763282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CEF454-3DF8-787C-8045-2EA5C12DB3A4}"/>
              </a:ext>
            </a:extLst>
          </p:cNvPr>
          <p:cNvSpPr txBox="1"/>
          <p:nvPr/>
        </p:nvSpPr>
        <p:spPr>
          <a:xfrm>
            <a:off x="1217982" y="2066959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A43627-0987-4FCC-0D12-87C1BA510223}"/>
              </a:ext>
            </a:extLst>
          </p:cNvPr>
          <p:cNvSpPr txBox="1"/>
          <p:nvPr/>
        </p:nvSpPr>
        <p:spPr>
          <a:xfrm>
            <a:off x="1217982" y="2976086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B28C3D-5A45-A878-276A-9B391B366960}"/>
              </a:ext>
            </a:extLst>
          </p:cNvPr>
          <p:cNvSpPr txBox="1"/>
          <p:nvPr/>
        </p:nvSpPr>
        <p:spPr>
          <a:xfrm>
            <a:off x="4054565" y="1222913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(U1,P1)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15EBFA-0093-550B-D830-4C394EA3A669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 flipV="1">
            <a:off x="1904793" y="1740554"/>
            <a:ext cx="2588572" cy="52139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85987E8-7151-6187-A815-BB27091DAAE2}"/>
              </a:ext>
            </a:extLst>
          </p:cNvPr>
          <p:cNvCxnSpPr>
            <a:cxnSpLocks/>
            <a:stCxn id="11" idx="6"/>
            <a:endCxn id="22" idx="2"/>
          </p:cNvCxnSpPr>
          <p:nvPr/>
        </p:nvCxnSpPr>
        <p:spPr>
          <a:xfrm>
            <a:off x="4650639" y="1740554"/>
            <a:ext cx="2645444" cy="44274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24DA0A-B588-D419-8194-B9B80FE5E735}"/>
              </a:ext>
            </a:extLst>
          </p:cNvPr>
          <p:cNvCxnSpPr>
            <a:cxnSpLocks/>
            <a:stCxn id="12" idx="6"/>
            <a:endCxn id="22" idx="2"/>
          </p:cNvCxnSpPr>
          <p:nvPr/>
        </p:nvCxnSpPr>
        <p:spPr>
          <a:xfrm flipV="1">
            <a:off x="4672867" y="2183303"/>
            <a:ext cx="2623216" cy="64341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1517CE2-E007-A062-F9B0-566C14FD09B0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1895866" y="2826716"/>
            <a:ext cx="2619727" cy="37545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4A619A1-4250-CE6B-9E65-A9D17C1D5F7A}"/>
              </a:ext>
            </a:extLst>
          </p:cNvPr>
          <p:cNvSpPr txBox="1"/>
          <p:nvPr/>
        </p:nvSpPr>
        <p:spPr>
          <a:xfrm>
            <a:off x="4065679" y="2357439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(U2,P1)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3F451-EC28-5059-512C-12AB6AFEB4BB}"/>
              </a:ext>
            </a:extLst>
          </p:cNvPr>
          <p:cNvSpPr txBox="1"/>
          <p:nvPr/>
        </p:nvSpPr>
        <p:spPr>
          <a:xfrm>
            <a:off x="964813" y="236931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（川澄）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E24479-EC3D-5DDF-6740-8774C340B53A}"/>
              </a:ext>
            </a:extLst>
          </p:cNvPr>
          <p:cNvSpPr txBox="1"/>
          <p:nvPr/>
        </p:nvSpPr>
        <p:spPr>
          <a:xfrm>
            <a:off x="1063693" y="331031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（北）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1CA939-7BD6-B8E9-B0D0-231184E7596E}"/>
              </a:ext>
            </a:extLst>
          </p:cNvPr>
          <p:cNvSpPr txBox="1"/>
          <p:nvPr/>
        </p:nvSpPr>
        <p:spPr>
          <a:xfrm>
            <a:off x="7296083" y="2276824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（はーいお茶）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CE85B8-9D70-2E5F-F829-461EB9E9C4F7}"/>
              </a:ext>
            </a:extLst>
          </p:cNvPr>
          <p:cNvSpPr txBox="1"/>
          <p:nvPr/>
        </p:nvSpPr>
        <p:spPr>
          <a:xfrm>
            <a:off x="7315875" y="3082442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（きのこの里）</a:t>
            </a:r>
            <a:endParaRPr kumimoji="1" lang="en-JP" sz="16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72FF3AB-0D36-4A04-9E11-85D1EF959670}"/>
              </a:ext>
            </a:extLst>
          </p:cNvPr>
          <p:cNvSpPr/>
          <p:nvPr/>
        </p:nvSpPr>
        <p:spPr>
          <a:xfrm>
            <a:off x="4485228" y="3840300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9F03D1-1895-2DEE-E481-32FE85125804}"/>
              </a:ext>
            </a:extLst>
          </p:cNvPr>
          <p:cNvSpPr txBox="1"/>
          <p:nvPr/>
        </p:nvSpPr>
        <p:spPr>
          <a:xfrm>
            <a:off x="4046428" y="3401296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(U2,P2)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33A0C72-230E-F80E-8A19-FAF8B15DA7CD}"/>
              </a:ext>
            </a:extLst>
          </p:cNvPr>
          <p:cNvCxnSpPr>
            <a:cxnSpLocks/>
            <a:stCxn id="63" idx="6"/>
            <a:endCxn id="23" idx="2"/>
          </p:cNvCxnSpPr>
          <p:nvPr/>
        </p:nvCxnSpPr>
        <p:spPr>
          <a:xfrm flipV="1">
            <a:off x="4642502" y="2983026"/>
            <a:ext cx="2663479" cy="93591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3CDBB4B-684F-B03D-83B4-AD45EB78D7BB}"/>
              </a:ext>
            </a:extLst>
          </p:cNvPr>
          <p:cNvCxnSpPr>
            <a:cxnSpLocks/>
            <a:stCxn id="6" idx="6"/>
            <a:endCxn id="63" idx="2"/>
          </p:cNvCxnSpPr>
          <p:nvPr/>
        </p:nvCxnSpPr>
        <p:spPr>
          <a:xfrm>
            <a:off x="1895866" y="3202169"/>
            <a:ext cx="2589362" cy="71676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9FF9A83-349B-761A-14C0-1F76E1B3DE66}"/>
              </a:ext>
            </a:extLst>
          </p:cNvPr>
          <p:cNvSpPr/>
          <p:nvPr/>
        </p:nvSpPr>
        <p:spPr>
          <a:xfrm>
            <a:off x="7305981" y="3660063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B675D-A57D-5263-51C9-A97F901AFCE8}"/>
              </a:ext>
            </a:extLst>
          </p:cNvPr>
          <p:cNvSpPr txBox="1"/>
          <p:nvPr/>
        </p:nvSpPr>
        <p:spPr>
          <a:xfrm>
            <a:off x="7463255" y="3518956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741B90-047F-57A5-E61F-1908F8D5676E}"/>
              </a:ext>
            </a:extLst>
          </p:cNvPr>
          <p:cNvSpPr txBox="1"/>
          <p:nvPr/>
        </p:nvSpPr>
        <p:spPr>
          <a:xfrm>
            <a:off x="7315875" y="3838116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（タケノコの山）</a:t>
            </a:r>
            <a:endParaRPr kumimoji="1" lang="en-JP" sz="1600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C0439-9787-E763-639B-AAB0406DB09D}"/>
              </a:ext>
            </a:extLst>
          </p:cNvPr>
          <p:cNvSpPr txBox="1"/>
          <p:nvPr/>
        </p:nvSpPr>
        <p:spPr>
          <a:xfrm>
            <a:off x="3440921" y="5631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関連「お気に入り」</a:t>
            </a:r>
          </a:p>
        </p:txBody>
      </p:sp>
    </p:spTree>
    <p:extLst>
      <p:ext uri="{BB962C8B-B14F-4D97-AF65-F5344CB8AC3E}">
        <p14:creationId xmlns:p14="http://schemas.microsoft.com/office/powerpoint/2010/main" val="3408783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6C321906-ACFA-628B-567F-ACB2AD0BE755}"/>
              </a:ext>
            </a:extLst>
          </p:cNvPr>
          <p:cNvSpPr/>
          <p:nvPr/>
        </p:nvSpPr>
        <p:spPr>
          <a:xfrm>
            <a:off x="5178671" y="1898625"/>
            <a:ext cx="1409181" cy="235820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2589CCC-F01B-B2F0-9FCB-ABC1648735CF}"/>
              </a:ext>
            </a:extLst>
          </p:cNvPr>
          <p:cNvSpPr/>
          <p:nvPr/>
        </p:nvSpPr>
        <p:spPr>
          <a:xfrm>
            <a:off x="1255791" y="2027241"/>
            <a:ext cx="1345217" cy="2201777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02CA0-4825-E6DE-6298-6CE7B84371D0}"/>
              </a:ext>
            </a:extLst>
          </p:cNvPr>
          <p:cNvSpPr txBox="1"/>
          <p:nvPr/>
        </p:nvSpPr>
        <p:spPr>
          <a:xfrm>
            <a:off x="1428779" y="168868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先輩学生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CBBB65-851A-E811-D944-BDDEC432B9CC}"/>
              </a:ext>
            </a:extLst>
          </p:cNvPr>
          <p:cNvSpPr/>
          <p:nvPr/>
        </p:nvSpPr>
        <p:spPr>
          <a:xfrm>
            <a:off x="1872040" y="3435594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F5C0D9-56A3-E5B6-758B-D029ACC01A9B}"/>
              </a:ext>
            </a:extLst>
          </p:cNvPr>
          <p:cNvSpPr/>
          <p:nvPr/>
        </p:nvSpPr>
        <p:spPr>
          <a:xfrm>
            <a:off x="1862457" y="2608263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F0DBC4-BFFC-F949-2F05-05351E2E1988}"/>
              </a:ext>
            </a:extLst>
          </p:cNvPr>
          <p:cNvSpPr/>
          <p:nvPr/>
        </p:nvSpPr>
        <p:spPr>
          <a:xfrm>
            <a:off x="3187754" y="1898625"/>
            <a:ext cx="1409181" cy="235820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FAEAFC-7602-0DC7-C2FB-ACAE50CB8BDB}"/>
              </a:ext>
            </a:extLst>
          </p:cNvPr>
          <p:cNvSpPr txBox="1"/>
          <p:nvPr/>
        </p:nvSpPr>
        <p:spPr>
          <a:xfrm>
            <a:off x="5370941" y="159922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後輩学生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6F0736-F156-BE38-DBF5-D81B71763172}"/>
              </a:ext>
            </a:extLst>
          </p:cNvPr>
          <p:cNvSpPr/>
          <p:nvPr/>
        </p:nvSpPr>
        <p:spPr>
          <a:xfrm>
            <a:off x="5783815" y="2393224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94D2A4-F73F-44B6-8199-CDDF79956B37}"/>
              </a:ext>
            </a:extLst>
          </p:cNvPr>
          <p:cNvSpPr/>
          <p:nvPr/>
        </p:nvSpPr>
        <p:spPr>
          <a:xfrm>
            <a:off x="5783815" y="2975917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729A04-0631-E328-74F4-3B14BF08D0A4}"/>
              </a:ext>
            </a:extLst>
          </p:cNvPr>
          <p:cNvSpPr/>
          <p:nvPr/>
        </p:nvSpPr>
        <p:spPr>
          <a:xfrm>
            <a:off x="5783815" y="3558610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812DCC-A2B8-C0F9-7FB9-84EE78B96566}"/>
              </a:ext>
            </a:extLst>
          </p:cNvPr>
          <p:cNvSpPr txBox="1"/>
          <p:nvPr/>
        </p:nvSpPr>
        <p:spPr>
          <a:xfrm>
            <a:off x="623365" y="280157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（川澄桜子）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542CB08-F04F-D64C-4521-4E56E8F4E2D1}"/>
              </a:ext>
            </a:extLst>
          </p:cNvPr>
          <p:cNvSpPr/>
          <p:nvPr/>
        </p:nvSpPr>
        <p:spPr>
          <a:xfrm>
            <a:off x="3826720" y="223416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CCAFA2-21CE-C14D-AFDC-8B0279CDBB8E}"/>
              </a:ext>
            </a:extLst>
          </p:cNvPr>
          <p:cNvSpPr/>
          <p:nvPr/>
        </p:nvSpPr>
        <p:spPr>
          <a:xfrm>
            <a:off x="3826720" y="2884534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4887713-A6FC-FBEE-0E08-4F9AB205528B}"/>
              </a:ext>
            </a:extLst>
          </p:cNvPr>
          <p:cNvSpPr/>
          <p:nvPr/>
        </p:nvSpPr>
        <p:spPr>
          <a:xfrm>
            <a:off x="3826720" y="356554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8B180C-C416-DFB2-A461-1092D326854E}"/>
              </a:ext>
            </a:extLst>
          </p:cNvPr>
          <p:cNvSpPr txBox="1"/>
          <p:nvPr/>
        </p:nvSpPr>
        <p:spPr>
          <a:xfrm>
            <a:off x="3603035" y="157736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世話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983126-1AE7-C9AB-D4E5-D1371D168944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 flipV="1">
            <a:off x="2019731" y="2312799"/>
            <a:ext cx="1806989" cy="37410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F0DB2A-68D0-B6F2-CAC0-B913DC246C70}"/>
              </a:ext>
            </a:extLst>
          </p:cNvPr>
          <p:cNvCxnSpPr>
            <a:cxnSpLocks/>
            <a:stCxn id="21" idx="6"/>
            <a:endCxn id="9" idx="2"/>
          </p:cNvCxnSpPr>
          <p:nvPr/>
        </p:nvCxnSpPr>
        <p:spPr>
          <a:xfrm>
            <a:off x="3983994" y="2312799"/>
            <a:ext cx="1799821" cy="15906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13E538-E828-1A21-466C-7F10729DD3C6}"/>
              </a:ext>
            </a:extLst>
          </p:cNvPr>
          <p:cNvCxnSpPr>
            <a:cxnSpLocks/>
            <a:stCxn id="4" idx="6"/>
            <a:endCxn id="22" idx="2"/>
          </p:cNvCxnSpPr>
          <p:nvPr/>
        </p:nvCxnSpPr>
        <p:spPr>
          <a:xfrm flipV="1">
            <a:off x="2029314" y="2963171"/>
            <a:ext cx="1797406" cy="55106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FFF4F5-85AD-3930-7839-7904461B0F29}"/>
              </a:ext>
            </a:extLst>
          </p:cNvPr>
          <p:cNvCxnSpPr>
            <a:cxnSpLocks/>
            <a:stCxn id="10" idx="2"/>
            <a:endCxn id="22" idx="6"/>
          </p:cNvCxnSpPr>
          <p:nvPr/>
        </p:nvCxnSpPr>
        <p:spPr>
          <a:xfrm flipH="1" flipV="1">
            <a:off x="3983994" y="2963171"/>
            <a:ext cx="1799821" cy="9138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F9015F2-B99F-D9A1-890C-DAFD78D73B46}"/>
              </a:ext>
            </a:extLst>
          </p:cNvPr>
          <p:cNvCxnSpPr>
            <a:cxnSpLocks/>
            <a:stCxn id="5" idx="6"/>
            <a:endCxn id="23" idx="2"/>
          </p:cNvCxnSpPr>
          <p:nvPr/>
        </p:nvCxnSpPr>
        <p:spPr>
          <a:xfrm>
            <a:off x="2019731" y="2686900"/>
            <a:ext cx="1806989" cy="9572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41CFACD-7A8F-1983-F185-38B4F374569D}"/>
              </a:ext>
            </a:extLst>
          </p:cNvPr>
          <p:cNvCxnSpPr>
            <a:cxnSpLocks/>
            <a:stCxn id="23" idx="6"/>
            <a:endCxn id="11" idx="2"/>
          </p:cNvCxnSpPr>
          <p:nvPr/>
        </p:nvCxnSpPr>
        <p:spPr>
          <a:xfrm flipV="1">
            <a:off x="3983994" y="3637247"/>
            <a:ext cx="1799821" cy="693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2B3E9F-2497-4330-39FE-11D7BB240231}"/>
              </a:ext>
            </a:extLst>
          </p:cNvPr>
          <p:cNvSpPr txBox="1"/>
          <p:nvPr/>
        </p:nvSpPr>
        <p:spPr>
          <a:xfrm>
            <a:off x="1388157" y="2486310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1C476B-18F1-F482-DE6E-E452AB8F114A}"/>
              </a:ext>
            </a:extLst>
          </p:cNvPr>
          <p:cNvSpPr txBox="1"/>
          <p:nvPr/>
        </p:nvSpPr>
        <p:spPr>
          <a:xfrm>
            <a:off x="623365" y="362944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（山畑滝子）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D87665-24DB-34EF-592A-BB998077D54C}"/>
              </a:ext>
            </a:extLst>
          </p:cNvPr>
          <p:cNvSpPr txBox="1"/>
          <p:nvPr/>
        </p:nvSpPr>
        <p:spPr>
          <a:xfrm>
            <a:off x="1388157" y="3314176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2BFACE-C2AC-BC5D-FB15-E63EFC986D73}"/>
              </a:ext>
            </a:extLst>
          </p:cNvPr>
          <p:cNvSpPr txBox="1"/>
          <p:nvPr/>
        </p:nvSpPr>
        <p:spPr>
          <a:xfrm>
            <a:off x="6181700" y="2294997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（山畑滝子）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E3F919-60BA-6B8C-90A4-1137F152EEF8}"/>
              </a:ext>
            </a:extLst>
          </p:cNvPr>
          <p:cNvSpPr txBox="1"/>
          <p:nvPr/>
        </p:nvSpPr>
        <p:spPr>
          <a:xfrm>
            <a:off x="5941089" y="2264219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J</a:t>
            </a:r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A50C66-A4D7-A9E9-E6A7-16561C347425}"/>
              </a:ext>
            </a:extLst>
          </p:cNvPr>
          <p:cNvSpPr txBox="1"/>
          <p:nvPr/>
        </p:nvSpPr>
        <p:spPr>
          <a:xfrm>
            <a:off x="6170099" y="289725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（田辺通）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9CE2B0-88B1-6254-441E-D0C6C3F3CA83}"/>
              </a:ext>
            </a:extLst>
          </p:cNvPr>
          <p:cNvSpPr txBox="1"/>
          <p:nvPr/>
        </p:nvSpPr>
        <p:spPr>
          <a:xfrm>
            <a:off x="5929488" y="2866472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J2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23BFBE-92BE-6489-486D-61D3C8F6A736}"/>
              </a:ext>
            </a:extLst>
          </p:cNvPr>
          <p:cNvSpPr txBox="1"/>
          <p:nvPr/>
        </p:nvSpPr>
        <p:spPr>
          <a:xfrm>
            <a:off x="6170099" y="346016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（北千種）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7417EF-6EC2-03E6-3583-C3CF13941C01}"/>
              </a:ext>
            </a:extLst>
          </p:cNvPr>
          <p:cNvSpPr txBox="1"/>
          <p:nvPr/>
        </p:nvSpPr>
        <p:spPr>
          <a:xfrm>
            <a:off x="5929488" y="3429389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J3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3F478E-B914-ADE4-42FA-D60276495BCE}"/>
              </a:ext>
            </a:extLst>
          </p:cNvPr>
          <p:cNvSpPr txBox="1"/>
          <p:nvPr/>
        </p:nvSpPr>
        <p:spPr>
          <a:xfrm>
            <a:off x="3398685" y="3675136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(S1, J3)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85DE97-7D09-2259-7C8F-80C4E476BC4B}"/>
              </a:ext>
            </a:extLst>
          </p:cNvPr>
          <p:cNvSpPr txBox="1"/>
          <p:nvPr/>
        </p:nvSpPr>
        <p:spPr>
          <a:xfrm>
            <a:off x="3380890" y="3004322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(S2, J2)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C12180-AFB9-5275-C78F-1F1EDA71C7A3}"/>
              </a:ext>
            </a:extLst>
          </p:cNvPr>
          <p:cNvSpPr txBox="1"/>
          <p:nvPr/>
        </p:nvSpPr>
        <p:spPr>
          <a:xfrm>
            <a:off x="3391750" y="2367526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(S1, J1)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</p:spTree>
    <p:extLst>
      <p:ext uri="{BB962C8B-B14F-4D97-AF65-F5344CB8AC3E}">
        <p14:creationId xmlns:p14="http://schemas.microsoft.com/office/powerpoint/2010/main" val="3480052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54FFE4-12F2-585A-31F1-DE92EBB6F4B5}"/>
              </a:ext>
            </a:extLst>
          </p:cNvPr>
          <p:cNvSpPr/>
          <p:nvPr/>
        </p:nvSpPr>
        <p:spPr>
          <a:xfrm>
            <a:off x="2125461" y="194079"/>
            <a:ext cx="1290821" cy="501723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先輩学生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2CE32A-53D8-9131-BAE7-D1B1DF8F4587}"/>
              </a:ext>
            </a:extLst>
          </p:cNvPr>
          <p:cNvSpPr/>
          <p:nvPr/>
        </p:nvSpPr>
        <p:spPr>
          <a:xfrm>
            <a:off x="1195518" y="992251"/>
            <a:ext cx="940785" cy="530342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4BED6-13BF-F29E-47CB-CBF475DF89FE}"/>
              </a:ext>
            </a:extLst>
          </p:cNvPr>
          <p:cNvSpPr txBox="1"/>
          <p:nvPr/>
        </p:nvSpPr>
        <p:spPr>
          <a:xfrm>
            <a:off x="1260647" y="1079407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学生ID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49CDF0-C9A7-272D-FE86-DA051DC547D8}"/>
              </a:ext>
            </a:extLst>
          </p:cNvPr>
          <p:cNvCxnSpPr>
            <a:cxnSpLocks/>
            <a:stCxn id="2" idx="2"/>
            <a:endCxn id="4" idx="7"/>
          </p:cNvCxnSpPr>
          <p:nvPr/>
        </p:nvCxnSpPr>
        <p:spPr>
          <a:xfrm flipH="1">
            <a:off x="1998532" y="695804"/>
            <a:ext cx="772340" cy="37411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D672EE3-EEF2-CDE0-1622-5EBB518221CC}"/>
              </a:ext>
            </a:extLst>
          </p:cNvPr>
          <p:cNvSpPr/>
          <p:nvPr/>
        </p:nvSpPr>
        <p:spPr>
          <a:xfrm>
            <a:off x="2272889" y="1020870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A045B-D3DE-BE92-61F8-EF3F3997B67E}"/>
              </a:ext>
            </a:extLst>
          </p:cNvPr>
          <p:cNvSpPr txBox="1"/>
          <p:nvPr/>
        </p:nvSpPr>
        <p:spPr>
          <a:xfrm>
            <a:off x="2402763" y="1087064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2E84DB-6326-E723-37B7-332863576E6F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2716759" y="695804"/>
            <a:ext cx="54110" cy="32506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1896B5-5F27-29D4-6BCC-ACC15F1FD06B}"/>
              </a:ext>
            </a:extLst>
          </p:cNvPr>
          <p:cNvCxnSpPr>
            <a:cxnSpLocks/>
            <a:stCxn id="2" idx="2"/>
            <a:endCxn id="31" idx="0"/>
          </p:cNvCxnSpPr>
          <p:nvPr/>
        </p:nvCxnSpPr>
        <p:spPr>
          <a:xfrm>
            <a:off x="2770874" y="695803"/>
            <a:ext cx="963513" cy="32830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CE37E9C-EB6C-CF93-F59B-C835E1297EC3}"/>
              </a:ext>
            </a:extLst>
          </p:cNvPr>
          <p:cNvSpPr/>
          <p:nvPr/>
        </p:nvSpPr>
        <p:spPr>
          <a:xfrm>
            <a:off x="3290511" y="1024106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01D9DC-5E5F-022E-158A-6277F4BE6C19}"/>
              </a:ext>
            </a:extLst>
          </p:cNvPr>
          <p:cNvSpPr txBox="1"/>
          <p:nvPr/>
        </p:nvSpPr>
        <p:spPr>
          <a:xfrm>
            <a:off x="3420386" y="1090300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所属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48FF5E-8023-30FC-41E1-F25D9D368477}"/>
              </a:ext>
            </a:extLst>
          </p:cNvPr>
          <p:cNvSpPr/>
          <p:nvPr/>
        </p:nvSpPr>
        <p:spPr>
          <a:xfrm>
            <a:off x="5608908" y="193652"/>
            <a:ext cx="1290821" cy="501723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後輩学生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A19F9D2-AF09-715C-8033-E9A73CB82E0E}"/>
              </a:ext>
            </a:extLst>
          </p:cNvPr>
          <p:cNvSpPr/>
          <p:nvPr/>
        </p:nvSpPr>
        <p:spPr>
          <a:xfrm>
            <a:off x="4678967" y="991822"/>
            <a:ext cx="940785" cy="530342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8BFA69-F813-AF12-04A0-58F9812E895E}"/>
              </a:ext>
            </a:extLst>
          </p:cNvPr>
          <p:cNvSpPr txBox="1"/>
          <p:nvPr/>
        </p:nvSpPr>
        <p:spPr>
          <a:xfrm>
            <a:off x="4744094" y="1078979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学生ID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76178CD-B5EC-17B8-398B-EC3DD5D983BC}"/>
              </a:ext>
            </a:extLst>
          </p:cNvPr>
          <p:cNvCxnSpPr>
            <a:cxnSpLocks/>
            <a:stCxn id="39" idx="2"/>
            <a:endCxn id="40" idx="7"/>
          </p:cNvCxnSpPr>
          <p:nvPr/>
        </p:nvCxnSpPr>
        <p:spPr>
          <a:xfrm flipH="1">
            <a:off x="5481979" y="695375"/>
            <a:ext cx="772340" cy="37411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B731F95-CF86-4113-89D4-8F3DDC136CE0}"/>
              </a:ext>
            </a:extLst>
          </p:cNvPr>
          <p:cNvSpPr/>
          <p:nvPr/>
        </p:nvSpPr>
        <p:spPr>
          <a:xfrm>
            <a:off x="5756336" y="1020443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22E1E5-709D-7D44-0B6C-31C517FCCC81}"/>
              </a:ext>
            </a:extLst>
          </p:cNvPr>
          <p:cNvSpPr txBox="1"/>
          <p:nvPr/>
        </p:nvSpPr>
        <p:spPr>
          <a:xfrm>
            <a:off x="5886211" y="108663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3B57350-1D75-20AE-38B4-AB4561A182BD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flipH="1">
            <a:off x="6200206" y="695375"/>
            <a:ext cx="54110" cy="32506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5B7154D-7E52-9466-17F9-B1DE055BFA69}"/>
              </a:ext>
            </a:extLst>
          </p:cNvPr>
          <p:cNvCxnSpPr>
            <a:cxnSpLocks/>
            <a:stCxn id="39" idx="2"/>
            <a:endCxn id="47" idx="0"/>
          </p:cNvCxnSpPr>
          <p:nvPr/>
        </p:nvCxnSpPr>
        <p:spPr>
          <a:xfrm>
            <a:off x="6254321" y="695376"/>
            <a:ext cx="963513" cy="32830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6CA1BDB-9EB2-39CD-71E6-59011BA7D6BA}"/>
              </a:ext>
            </a:extLst>
          </p:cNvPr>
          <p:cNvSpPr/>
          <p:nvPr/>
        </p:nvSpPr>
        <p:spPr>
          <a:xfrm>
            <a:off x="6773959" y="1023678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315986-E757-1F8E-E90F-F82AA8FD40D4}"/>
              </a:ext>
            </a:extLst>
          </p:cNvPr>
          <p:cNvSpPr txBox="1"/>
          <p:nvPr/>
        </p:nvSpPr>
        <p:spPr>
          <a:xfrm>
            <a:off x="6903834" y="1089872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所属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F4B8A64-0E9C-B1D8-3084-D2BF83294F08}"/>
              </a:ext>
            </a:extLst>
          </p:cNvPr>
          <p:cNvSpPr/>
          <p:nvPr/>
        </p:nvSpPr>
        <p:spPr>
          <a:xfrm>
            <a:off x="3959622" y="73653"/>
            <a:ext cx="1155538" cy="74171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A872E4-73E1-2602-B19B-8573192F83F8}"/>
              </a:ext>
            </a:extLst>
          </p:cNvPr>
          <p:cNvSpPr txBox="1"/>
          <p:nvPr/>
        </p:nvSpPr>
        <p:spPr>
          <a:xfrm>
            <a:off x="4214231" y="259846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世話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2DAC55A-3BEF-2F6A-6B9E-8935EA4AB510}"/>
              </a:ext>
            </a:extLst>
          </p:cNvPr>
          <p:cNvCxnSpPr>
            <a:cxnSpLocks/>
            <a:stCxn id="49" idx="3"/>
            <a:endCxn id="39" idx="1"/>
          </p:cNvCxnSpPr>
          <p:nvPr/>
        </p:nvCxnSpPr>
        <p:spPr>
          <a:xfrm>
            <a:off x="5115164" y="444510"/>
            <a:ext cx="493745" cy="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894894-9899-448E-F1FB-0E5F4BC07A8E}"/>
              </a:ext>
            </a:extLst>
          </p:cNvPr>
          <p:cNvCxnSpPr>
            <a:cxnSpLocks/>
            <a:stCxn id="2" idx="3"/>
            <a:endCxn id="49" idx="1"/>
          </p:cNvCxnSpPr>
          <p:nvPr/>
        </p:nvCxnSpPr>
        <p:spPr>
          <a:xfrm flipV="1">
            <a:off x="3416280" y="444513"/>
            <a:ext cx="543342" cy="42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ight Arrow 92">
            <a:extLst>
              <a:ext uri="{FF2B5EF4-FFF2-40B4-BE49-F238E27FC236}">
                <a16:creationId xmlns:a16="http://schemas.microsoft.com/office/drawing/2014/main" id="{DC121009-ED1C-7A51-3223-70C60C92BDDB}"/>
              </a:ext>
            </a:extLst>
          </p:cNvPr>
          <p:cNvSpPr/>
          <p:nvPr/>
        </p:nvSpPr>
        <p:spPr>
          <a:xfrm rot="5400000">
            <a:off x="4273878" y="1590564"/>
            <a:ext cx="556731" cy="810191"/>
          </a:xfrm>
          <a:prstGeom prst="rightArrow">
            <a:avLst>
              <a:gd name="adj1" fmla="val 43106"/>
              <a:gd name="adj2" fmla="val 55296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B97DA2-0DEF-4D80-ED2B-649C9FF332AC}"/>
              </a:ext>
            </a:extLst>
          </p:cNvPr>
          <p:cNvSpPr txBox="1"/>
          <p:nvPr/>
        </p:nvSpPr>
        <p:spPr>
          <a:xfrm>
            <a:off x="4952842" y="1673666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実体・関連集合の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要素を考えると…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012AF93-DE45-99C0-38FA-F0D0EAE9D2EE}"/>
              </a:ext>
            </a:extLst>
          </p:cNvPr>
          <p:cNvSpPr/>
          <p:nvPr/>
        </p:nvSpPr>
        <p:spPr>
          <a:xfrm>
            <a:off x="5827951" y="2679026"/>
            <a:ext cx="1409181" cy="235820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34C193-FEAB-D2AF-AAD8-2B9BC25A86A7}"/>
              </a:ext>
            </a:extLst>
          </p:cNvPr>
          <p:cNvSpPr/>
          <p:nvPr/>
        </p:nvSpPr>
        <p:spPr>
          <a:xfrm>
            <a:off x="1905071" y="2807642"/>
            <a:ext cx="1345217" cy="2201777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7513F-DE8C-BDF5-E356-A24187E456AA}"/>
              </a:ext>
            </a:extLst>
          </p:cNvPr>
          <p:cNvSpPr txBox="1"/>
          <p:nvPr/>
        </p:nvSpPr>
        <p:spPr>
          <a:xfrm>
            <a:off x="2078059" y="246908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先輩学生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768D71-A556-3A01-FE12-34E56742634A}"/>
              </a:ext>
            </a:extLst>
          </p:cNvPr>
          <p:cNvSpPr/>
          <p:nvPr/>
        </p:nvSpPr>
        <p:spPr>
          <a:xfrm>
            <a:off x="2521320" y="4215995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44F312-6025-18A6-4D75-DC87B03ED69E}"/>
              </a:ext>
            </a:extLst>
          </p:cNvPr>
          <p:cNvSpPr/>
          <p:nvPr/>
        </p:nvSpPr>
        <p:spPr>
          <a:xfrm>
            <a:off x="2511737" y="3388664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BBA41D-D509-9D6A-09EE-6A75A8BD0DAC}"/>
              </a:ext>
            </a:extLst>
          </p:cNvPr>
          <p:cNvSpPr/>
          <p:nvPr/>
        </p:nvSpPr>
        <p:spPr>
          <a:xfrm>
            <a:off x="3837034" y="2679026"/>
            <a:ext cx="1409181" cy="235820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EBFEE-AB83-363E-C68D-E8BB0FC01215}"/>
              </a:ext>
            </a:extLst>
          </p:cNvPr>
          <p:cNvSpPr txBox="1"/>
          <p:nvPr/>
        </p:nvSpPr>
        <p:spPr>
          <a:xfrm>
            <a:off x="6020221" y="237962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後輩学生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E9A093-40A1-B602-CCE0-599E5E09FBF7}"/>
              </a:ext>
            </a:extLst>
          </p:cNvPr>
          <p:cNvSpPr/>
          <p:nvPr/>
        </p:nvSpPr>
        <p:spPr>
          <a:xfrm>
            <a:off x="6433095" y="3173625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71D762-5649-28EB-8472-CFB31838BD19}"/>
              </a:ext>
            </a:extLst>
          </p:cNvPr>
          <p:cNvSpPr/>
          <p:nvPr/>
        </p:nvSpPr>
        <p:spPr>
          <a:xfrm>
            <a:off x="6433095" y="3756318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AC48D2-916E-97A0-E8F9-67C336D4F77F}"/>
              </a:ext>
            </a:extLst>
          </p:cNvPr>
          <p:cNvSpPr/>
          <p:nvPr/>
        </p:nvSpPr>
        <p:spPr>
          <a:xfrm>
            <a:off x="6433095" y="4339011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676783-1F8B-1994-2CB8-18D093AFFB59}"/>
              </a:ext>
            </a:extLst>
          </p:cNvPr>
          <p:cNvSpPr txBox="1"/>
          <p:nvPr/>
        </p:nvSpPr>
        <p:spPr>
          <a:xfrm>
            <a:off x="1272645" y="358197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（川澄桜子）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9ABDAA7-A5DC-BBDE-BAB5-D3784F2C6D1A}"/>
              </a:ext>
            </a:extLst>
          </p:cNvPr>
          <p:cNvSpPr/>
          <p:nvPr/>
        </p:nvSpPr>
        <p:spPr>
          <a:xfrm>
            <a:off x="4476000" y="3014563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F8A31F-6958-A846-C795-99DC212AA0A1}"/>
              </a:ext>
            </a:extLst>
          </p:cNvPr>
          <p:cNvSpPr/>
          <p:nvPr/>
        </p:nvSpPr>
        <p:spPr>
          <a:xfrm>
            <a:off x="4476000" y="366493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AFC3337-6B2E-AFFA-9FFB-B711278D8239}"/>
              </a:ext>
            </a:extLst>
          </p:cNvPr>
          <p:cNvSpPr/>
          <p:nvPr/>
        </p:nvSpPr>
        <p:spPr>
          <a:xfrm>
            <a:off x="4476000" y="4345950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F6DE16-A7CF-28E6-B70F-CABA2E65B8A9}"/>
              </a:ext>
            </a:extLst>
          </p:cNvPr>
          <p:cNvSpPr txBox="1"/>
          <p:nvPr/>
        </p:nvSpPr>
        <p:spPr>
          <a:xfrm>
            <a:off x="4252315" y="235776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世話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392A4E-01B5-FE41-0924-110DD0E2EA77}"/>
              </a:ext>
            </a:extLst>
          </p:cNvPr>
          <p:cNvCxnSpPr>
            <a:cxnSpLocks/>
            <a:stCxn id="12" idx="6"/>
            <a:endCxn id="21" idx="2"/>
          </p:cNvCxnSpPr>
          <p:nvPr/>
        </p:nvCxnSpPr>
        <p:spPr>
          <a:xfrm flipV="1">
            <a:off x="2669011" y="3093200"/>
            <a:ext cx="1806989" cy="37410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1012B0-AF83-8857-881F-13425576007B}"/>
              </a:ext>
            </a:extLst>
          </p:cNvPr>
          <p:cNvCxnSpPr>
            <a:cxnSpLocks/>
            <a:stCxn id="21" idx="6"/>
            <a:endCxn id="16" idx="2"/>
          </p:cNvCxnSpPr>
          <p:nvPr/>
        </p:nvCxnSpPr>
        <p:spPr>
          <a:xfrm>
            <a:off x="4633274" y="3093200"/>
            <a:ext cx="1799821" cy="15906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6BDD1E-1146-B7A8-9C2A-3AEFF4DB11ED}"/>
              </a:ext>
            </a:extLst>
          </p:cNvPr>
          <p:cNvCxnSpPr>
            <a:cxnSpLocks/>
            <a:stCxn id="11" idx="6"/>
            <a:endCxn id="22" idx="2"/>
          </p:cNvCxnSpPr>
          <p:nvPr/>
        </p:nvCxnSpPr>
        <p:spPr>
          <a:xfrm flipV="1">
            <a:off x="2678594" y="3743572"/>
            <a:ext cx="1797406" cy="55106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87025B-3527-F28E-962D-15B8EED82AB6}"/>
              </a:ext>
            </a:extLst>
          </p:cNvPr>
          <p:cNvCxnSpPr>
            <a:cxnSpLocks/>
            <a:stCxn id="17" idx="2"/>
            <a:endCxn id="22" idx="6"/>
          </p:cNvCxnSpPr>
          <p:nvPr/>
        </p:nvCxnSpPr>
        <p:spPr>
          <a:xfrm flipH="1" flipV="1">
            <a:off x="4633274" y="3743572"/>
            <a:ext cx="1799821" cy="9138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EB0AC4-DC00-B3CC-98C9-322E6457C0F1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>
            <a:off x="2669011" y="3467301"/>
            <a:ext cx="1806989" cy="9572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3E009C-9AEA-5C15-7B20-9BFC2EFED870}"/>
              </a:ext>
            </a:extLst>
          </p:cNvPr>
          <p:cNvCxnSpPr>
            <a:cxnSpLocks/>
            <a:stCxn id="23" idx="6"/>
            <a:endCxn id="19" idx="2"/>
          </p:cNvCxnSpPr>
          <p:nvPr/>
        </p:nvCxnSpPr>
        <p:spPr>
          <a:xfrm flipV="1">
            <a:off x="4633274" y="4417648"/>
            <a:ext cx="1799821" cy="693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32A0052-DC68-4562-0AF1-666085C4558F}"/>
              </a:ext>
            </a:extLst>
          </p:cNvPr>
          <p:cNvSpPr txBox="1"/>
          <p:nvPr/>
        </p:nvSpPr>
        <p:spPr>
          <a:xfrm>
            <a:off x="2037437" y="3266711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BFDD25-E339-74AC-5348-01F2A80673BD}"/>
              </a:ext>
            </a:extLst>
          </p:cNvPr>
          <p:cNvSpPr txBox="1"/>
          <p:nvPr/>
        </p:nvSpPr>
        <p:spPr>
          <a:xfrm>
            <a:off x="1272645" y="440984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（山畑滝子）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3901A4-5F6B-15DB-BC80-058997DD85AC}"/>
              </a:ext>
            </a:extLst>
          </p:cNvPr>
          <p:cNvSpPr txBox="1"/>
          <p:nvPr/>
        </p:nvSpPr>
        <p:spPr>
          <a:xfrm>
            <a:off x="2037437" y="4094577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2138DD-85BA-B6E0-07AB-88968C204A1B}"/>
              </a:ext>
            </a:extLst>
          </p:cNvPr>
          <p:cNvSpPr txBox="1"/>
          <p:nvPr/>
        </p:nvSpPr>
        <p:spPr>
          <a:xfrm>
            <a:off x="6830980" y="307539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（山畑滝子）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624968-C893-E840-93D3-F66630C3438F}"/>
              </a:ext>
            </a:extLst>
          </p:cNvPr>
          <p:cNvSpPr txBox="1"/>
          <p:nvPr/>
        </p:nvSpPr>
        <p:spPr>
          <a:xfrm>
            <a:off x="6590369" y="3044620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J</a:t>
            </a:r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7679D2-6026-67A8-B84D-BE61A2EA8A00}"/>
              </a:ext>
            </a:extLst>
          </p:cNvPr>
          <p:cNvSpPr txBox="1"/>
          <p:nvPr/>
        </p:nvSpPr>
        <p:spPr>
          <a:xfrm>
            <a:off x="6819379" y="367765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（田辺通）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83352A-9233-DCC7-D1D4-C23AA0312180}"/>
              </a:ext>
            </a:extLst>
          </p:cNvPr>
          <p:cNvSpPr txBox="1"/>
          <p:nvPr/>
        </p:nvSpPr>
        <p:spPr>
          <a:xfrm>
            <a:off x="6578768" y="3646873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J2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54DCE5-3103-9263-EBE8-E44F7E5C97E5}"/>
              </a:ext>
            </a:extLst>
          </p:cNvPr>
          <p:cNvSpPr txBox="1"/>
          <p:nvPr/>
        </p:nvSpPr>
        <p:spPr>
          <a:xfrm>
            <a:off x="6819379" y="424056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（北千種）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A902F8-AB8B-7DB3-2E40-5A82A51E9ACC}"/>
              </a:ext>
            </a:extLst>
          </p:cNvPr>
          <p:cNvSpPr txBox="1"/>
          <p:nvPr/>
        </p:nvSpPr>
        <p:spPr>
          <a:xfrm>
            <a:off x="6578768" y="4209790"/>
            <a:ext cx="465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J3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83BDD0-375B-42DA-D215-C6F86CA9126F}"/>
              </a:ext>
            </a:extLst>
          </p:cNvPr>
          <p:cNvSpPr txBox="1"/>
          <p:nvPr/>
        </p:nvSpPr>
        <p:spPr>
          <a:xfrm>
            <a:off x="4047965" y="4455537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(S1, J3)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C6136E-AAFD-5CF4-D37F-E8D5CA226ABD}"/>
              </a:ext>
            </a:extLst>
          </p:cNvPr>
          <p:cNvSpPr txBox="1"/>
          <p:nvPr/>
        </p:nvSpPr>
        <p:spPr>
          <a:xfrm>
            <a:off x="4030170" y="3784723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(S2, J2)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C93E5F-DC29-F640-294E-9A5F50DE2E52}"/>
              </a:ext>
            </a:extLst>
          </p:cNvPr>
          <p:cNvSpPr txBox="1"/>
          <p:nvPr/>
        </p:nvSpPr>
        <p:spPr>
          <a:xfrm>
            <a:off x="4041030" y="3147927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(S1, J1)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</p:spTree>
    <p:extLst>
      <p:ext uri="{BB962C8B-B14F-4D97-AF65-F5344CB8AC3E}">
        <p14:creationId xmlns:p14="http://schemas.microsoft.com/office/powerpoint/2010/main" val="2624403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DB6CA7DF-8C75-9B05-8279-3A52E223A67A}"/>
              </a:ext>
            </a:extLst>
          </p:cNvPr>
          <p:cNvSpPr/>
          <p:nvPr/>
        </p:nvSpPr>
        <p:spPr>
          <a:xfrm>
            <a:off x="7255358" y="1806167"/>
            <a:ext cx="1409181" cy="2156521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4FFE4-12F2-585A-31F1-DE92EBB6F4B5}"/>
              </a:ext>
            </a:extLst>
          </p:cNvPr>
          <p:cNvSpPr/>
          <p:nvPr/>
        </p:nvSpPr>
        <p:spPr>
          <a:xfrm>
            <a:off x="1449799" y="2456630"/>
            <a:ext cx="1290821" cy="501723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学生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2CE32A-53D8-9131-BAE7-D1B1DF8F4587}"/>
              </a:ext>
            </a:extLst>
          </p:cNvPr>
          <p:cNvSpPr/>
          <p:nvPr/>
        </p:nvSpPr>
        <p:spPr>
          <a:xfrm>
            <a:off x="519858" y="3432344"/>
            <a:ext cx="940785" cy="530342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4BED6-13BF-F29E-47CB-CBF475DF89FE}"/>
              </a:ext>
            </a:extLst>
          </p:cNvPr>
          <p:cNvSpPr txBox="1"/>
          <p:nvPr/>
        </p:nvSpPr>
        <p:spPr>
          <a:xfrm>
            <a:off x="584985" y="3519500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学生ID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49CDF0-C9A7-272D-FE86-DA051DC547D8}"/>
              </a:ext>
            </a:extLst>
          </p:cNvPr>
          <p:cNvCxnSpPr>
            <a:cxnSpLocks/>
            <a:stCxn id="2" idx="2"/>
            <a:endCxn id="4" idx="7"/>
          </p:cNvCxnSpPr>
          <p:nvPr/>
        </p:nvCxnSpPr>
        <p:spPr>
          <a:xfrm flipH="1">
            <a:off x="1322872" y="2958354"/>
            <a:ext cx="772340" cy="55165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D672EE3-EEF2-CDE0-1622-5EBB518221CC}"/>
              </a:ext>
            </a:extLst>
          </p:cNvPr>
          <p:cNvSpPr/>
          <p:nvPr/>
        </p:nvSpPr>
        <p:spPr>
          <a:xfrm>
            <a:off x="1597227" y="3460965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A045B-D3DE-BE92-61F8-EF3F3997B67E}"/>
              </a:ext>
            </a:extLst>
          </p:cNvPr>
          <p:cNvSpPr txBox="1"/>
          <p:nvPr/>
        </p:nvSpPr>
        <p:spPr>
          <a:xfrm>
            <a:off x="1727103" y="3527158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2E84DB-6326-E723-37B7-332863576E6F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2041099" y="2958357"/>
            <a:ext cx="54110" cy="50261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1896B5-5F27-29D4-6BCC-ACC15F1FD06B}"/>
              </a:ext>
            </a:extLst>
          </p:cNvPr>
          <p:cNvCxnSpPr>
            <a:cxnSpLocks/>
            <a:stCxn id="2" idx="2"/>
            <a:endCxn id="31" idx="0"/>
          </p:cNvCxnSpPr>
          <p:nvPr/>
        </p:nvCxnSpPr>
        <p:spPr>
          <a:xfrm>
            <a:off x="2095212" y="2958351"/>
            <a:ext cx="963513" cy="50584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CE37E9C-EB6C-CF93-F59B-C835E1297EC3}"/>
              </a:ext>
            </a:extLst>
          </p:cNvPr>
          <p:cNvSpPr/>
          <p:nvPr/>
        </p:nvSpPr>
        <p:spPr>
          <a:xfrm>
            <a:off x="2614851" y="3464201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01D9DC-5E5F-022E-158A-6277F4BE6C19}"/>
              </a:ext>
            </a:extLst>
          </p:cNvPr>
          <p:cNvSpPr txBox="1"/>
          <p:nvPr/>
        </p:nvSpPr>
        <p:spPr>
          <a:xfrm>
            <a:off x="2744726" y="353039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所属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F4B8A64-0E9C-B1D8-3084-D2BF83294F08}"/>
              </a:ext>
            </a:extLst>
          </p:cNvPr>
          <p:cNvSpPr/>
          <p:nvPr/>
        </p:nvSpPr>
        <p:spPr>
          <a:xfrm>
            <a:off x="1517439" y="1110834"/>
            <a:ext cx="1155538" cy="74171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A872E4-73E1-2602-B19B-8573192F83F8}"/>
              </a:ext>
            </a:extLst>
          </p:cNvPr>
          <p:cNvSpPr txBox="1"/>
          <p:nvPr/>
        </p:nvSpPr>
        <p:spPr>
          <a:xfrm>
            <a:off x="1772047" y="129702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世話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AF95DEC-34C2-4DCF-1C06-9661A89E7E46}"/>
              </a:ext>
            </a:extLst>
          </p:cNvPr>
          <p:cNvSpPr/>
          <p:nvPr/>
        </p:nvSpPr>
        <p:spPr>
          <a:xfrm>
            <a:off x="5306084" y="1765646"/>
            <a:ext cx="1345217" cy="2201777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6918F0-602A-CFC4-64BE-2A8332894F6E}"/>
              </a:ext>
            </a:extLst>
          </p:cNvPr>
          <p:cNvSpPr txBox="1"/>
          <p:nvPr/>
        </p:nvSpPr>
        <p:spPr>
          <a:xfrm>
            <a:off x="5689064" y="141370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学生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980A9D1-1A7D-34FF-3294-BF6E4C30C14D}"/>
              </a:ext>
            </a:extLst>
          </p:cNvPr>
          <p:cNvSpPr/>
          <p:nvPr/>
        </p:nvSpPr>
        <p:spPr>
          <a:xfrm>
            <a:off x="5893450" y="2596695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BA8F16E-1068-4D9F-DA31-7F6F7064A899}"/>
              </a:ext>
            </a:extLst>
          </p:cNvPr>
          <p:cNvSpPr/>
          <p:nvPr/>
        </p:nvSpPr>
        <p:spPr>
          <a:xfrm>
            <a:off x="5893450" y="2065144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D13B0C-5B7A-8341-8A53-8B734DDCD95E}"/>
              </a:ext>
            </a:extLst>
          </p:cNvPr>
          <p:cNvSpPr txBox="1"/>
          <p:nvPr/>
        </p:nvSpPr>
        <p:spPr>
          <a:xfrm>
            <a:off x="4702029" y="2475278"/>
            <a:ext cx="121058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山畑滝子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C5D3EB-7DCC-D43E-095A-058437D0171C}"/>
              </a:ext>
            </a:extLst>
          </p:cNvPr>
          <p:cNvSpPr txBox="1"/>
          <p:nvPr/>
        </p:nvSpPr>
        <p:spPr>
          <a:xfrm>
            <a:off x="4702029" y="1939175"/>
            <a:ext cx="121058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川澄桜子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3813583-D048-98AA-D516-F406542FE056}"/>
              </a:ext>
            </a:extLst>
          </p:cNvPr>
          <p:cNvSpPr/>
          <p:nvPr/>
        </p:nvSpPr>
        <p:spPr>
          <a:xfrm>
            <a:off x="7881309" y="219716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54CCBBF-9374-BBE9-6F20-49CD59CACA83}"/>
              </a:ext>
            </a:extLst>
          </p:cNvPr>
          <p:cNvSpPr/>
          <p:nvPr/>
        </p:nvSpPr>
        <p:spPr>
          <a:xfrm>
            <a:off x="7881309" y="277985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FD4D3D5-3FF8-DE0F-B656-83040886375C}"/>
              </a:ext>
            </a:extLst>
          </p:cNvPr>
          <p:cNvSpPr/>
          <p:nvPr/>
        </p:nvSpPr>
        <p:spPr>
          <a:xfrm>
            <a:off x="7881309" y="3362548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66FDE97-4AA3-E5E5-F90E-6A6AAB897713}"/>
              </a:ext>
            </a:extLst>
          </p:cNvPr>
          <p:cNvSpPr txBox="1"/>
          <p:nvPr/>
        </p:nvSpPr>
        <p:spPr>
          <a:xfrm>
            <a:off x="7657622" y="148008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世話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AEAB2CD-EBE6-CEB2-2099-EC80B5287FD5}"/>
              </a:ext>
            </a:extLst>
          </p:cNvPr>
          <p:cNvCxnSpPr>
            <a:cxnSpLocks/>
            <a:stCxn id="71" idx="6"/>
            <a:endCxn id="82" idx="2"/>
          </p:cNvCxnSpPr>
          <p:nvPr/>
        </p:nvCxnSpPr>
        <p:spPr>
          <a:xfrm>
            <a:off x="6050729" y="2143785"/>
            <a:ext cx="1830585" cy="13201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62B0777-91EA-C7DE-5E19-8604BF17938E}"/>
              </a:ext>
            </a:extLst>
          </p:cNvPr>
          <p:cNvCxnSpPr>
            <a:cxnSpLocks/>
            <a:stCxn id="70" idx="6"/>
            <a:endCxn id="82" idx="2"/>
          </p:cNvCxnSpPr>
          <p:nvPr/>
        </p:nvCxnSpPr>
        <p:spPr>
          <a:xfrm flipV="1">
            <a:off x="6050729" y="2275799"/>
            <a:ext cx="1830585" cy="39953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E32577A-359D-80BF-92ED-08794B905323}"/>
              </a:ext>
            </a:extLst>
          </p:cNvPr>
          <p:cNvCxnSpPr>
            <a:cxnSpLocks/>
            <a:stCxn id="71" idx="6"/>
            <a:endCxn id="83" idx="2"/>
          </p:cNvCxnSpPr>
          <p:nvPr/>
        </p:nvCxnSpPr>
        <p:spPr>
          <a:xfrm>
            <a:off x="6050729" y="2143779"/>
            <a:ext cx="1830585" cy="71471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ight Arrow 92">
            <a:extLst>
              <a:ext uri="{FF2B5EF4-FFF2-40B4-BE49-F238E27FC236}">
                <a16:creationId xmlns:a16="http://schemas.microsoft.com/office/drawing/2014/main" id="{DC121009-ED1C-7A51-3223-70C60C92BDDB}"/>
              </a:ext>
            </a:extLst>
          </p:cNvPr>
          <p:cNvSpPr/>
          <p:nvPr/>
        </p:nvSpPr>
        <p:spPr>
          <a:xfrm>
            <a:off x="3529332" y="2099950"/>
            <a:ext cx="788331" cy="810191"/>
          </a:xfrm>
          <a:prstGeom prst="rightArrow">
            <a:avLst>
              <a:gd name="adj1" fmla="val 43106"/>
              <a:gd name="adj2" fmla="val 55296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B97DA2-0DEF-4D80-ED2B-649C9FF332AC}"/>
              </a:ext>
            </a:extLst>
          </p:cNvPr>
          <p:cNvSpPr txBox="1"/>
          <p:nvPr/>
        </p:nvSpPr>
        <p:spPr>
          <a:xfrm>
            <a:off x="3136489" y="1462811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実体・関連集合の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要素を考えると…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91D74D-6250-BAE4-89CF-FA14CD0FA877}"/>
              </a:ext>
            </a:extLst>
          </p:cNvPr>
          <p:cNvCxnSpPr>
            <a:cxnSpLocks/>
          </p:cNvCxnSpPr>
          <p:nvPr/>
        </p:nvCxnSpPr>
        <p:spPr>
          <a:xfrm flipV="1">
            <a:off x="1888647" y="1720135"/>
            <a:ext cx="0" cy="73649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88E025-F0CA-30AB-EB34-38A55EC036C9}"/>
              </a:ext>
            </a:extLst>
          </p:cNvPr>
          <p:cNvSpPr txBox="1"/>
          <p:nvPr/>
        </p:nvSpPr>
        <p:spPr>
          <a:xfrm>
            <a:off x="1202825" y="1888327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0599B7-E369-7D5A-10C0-6B111259BD08}"/>
              </a:ext>
            </a:extLst>
          </p:cNvPr>
          <p:cNvSpPr txBox="1"/>
          <p:nvPr/>
        </p:nvSpPr>
        <p:spPr>
          <a:xfrm>
            <a:off x="2314048" y="1911236"/>
            <a:ext cx="697627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CC2833-68A3-5276-55A5-891C46D486EB}"/>
              </a:ext>
            </a:extLst>
          </p:cNvPr>
          <p:cNvSpPr/>
          <p:nvPr/>
        </p:nvSpPr>
        <p:spPr>
          <a:xfrm>
            <a:off x="5893450" y="312007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249167-ED91-590D-0E99-4A700129868C}"/>
              </a:ext>
            </a:extLst>
          </p:cNvPr>
          <p:cNvSpPr/>
          <p:nvPr/>
        </p:nvSpPr>
        <p:spPr>
          <a:xfrm>
            <a:off x="5893450" y="363397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2456FA-7EA4-9394-4989-5A41A453685F}"/>
              </a:ext>
            </a:extLst>
          </p:cNvPr>
          <p:cNvSpPr txBox="1"/>
          <p:nvPr/>
        </p:nvSpPr>
        <p:spPr>
          <a:xfrm>
            <a:off x="4939348" y="2986920"/>
            <a:ext cx="95410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田辺通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8C4FE-4C82-5180-C594-A1368B5DC02E}"/>
              </a:ext>
            </a:extLst>
          </p:cNvPr>
          <p:cNvSpPr txBox="1"/>
          <p:nvPr/>
        </p:nvSpPr>
        <p:spPr>
          <a:xfrm>
            <a:off x="4939348" y="3507497"/>
            <a:ext cx="95410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北千種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DC1760-54B7-0AD9-EFB6-5A9DACC9166A}"/>
              </a:ext>
            </a:extLst>
          </p:cNvPr>
          <p:cNvCxnSpPr>
            <a:cxnSpLocks/>
            <a:stCxn id="20" idx="6"/>
            <a:endCxn id="83" idx="2"/>
          </p:cNvCxnSpPr>
          <p:nvPr/>
        </p:nvCxnSpPr>
        <p:spPr>
          <a:xfrm flipV="1">
            <a:off x="6050729" y="2858496"/>
            <a:ext cx="1830585" cy="85412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61274E-DB73-8F46-4973-0536E2129111}"/>
              </a:ext>
            </a:extLst>
          </p:cNvPr>
          <p:cNvCxnSpPr>
            <a:cxnSpLocks/>
            <a:stCxn id="70" idx="6"/>
            <a:endCxn id="84" idx="2"/>
          </p:cNvCxnSpPr>
          <p:nvPr/>
        </p:nvCxnSpPr>
        <p:spPr>
          <a:xfrm>
            <a:off x="6050729" y="2675331"/>
            <a:ext cx="1830585" cy="76585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48CC1E4-161F-36B3-DCF8-800E5744A804}"/>
              </a:ext>
            </a:extLst>
          </p:cNvPr>
          <p:cNvCxnSpPr>
            <a:cxnSpLocks/>
            <a:stCxn id="19" idx="6"/>
            <a:endCxn id="84" idx="2"/>
          </p:cNvCxnSpPr>
          <p:nvPr/>
        </p:nvCxnSpPr>
        <p:spPr>
          <a:xfrm>
            <a:off x="6050729" y="3198718"/>
            <a:ext cx="1830585" cy="24246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AE866EE-9938-4CD3-B797-B8ECB3570003}"/>
              </a:ext>
            </a:extLst>
          </p:cNvPr>
          <p:cNvSpPr txBox="1"/>
          <p:nvPr/>
        </p:nvSpPr>
        <p:spPr>
          <a:xfrm>
            <a:off x="7418580" y="234592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07D400D-4CA7-7F9B-1371-2D4D810B1F1C}"/>
              </a:ext>
            </a:extLst>
          </p:cNvPr>
          <p:cNvSpPr/>
          <p:nvPr/>
        </p:nvSpPr>
        <p:spPr>
          <a:xfrm>
            <a:off x="6830298" y="2186828"/>
            <a:ext cx="387800" cy="1440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18B37F-8348-C719-CDBB-02A546083807}"/>
              </a:ext>
            </a:extLst>
          </p:cNvPr>
          <p:cNvSpPr txBox="1"/>
          <p:nvPr/>
        </p:nvSpPr>
        <p:spPr>
          <a:xfrm>
            <a:off x="6776121" y="211686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B3450B-C7B4-DF20-2451-7559F30B4549}"/>
              </a:ext>
            </a:extLst>
          </p:cNvPr>
          <p:cNvSpPr/>
          <p:nvPr/>
        </p:nvSpPr>
        <p:spPr>
          <a:xfrm rot="1167970">
            <a:off x="7309540" y="2654904"/>
            <a:ext cx="387800" cy="144017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9ECC4E-9D07-183E-3B13-BC8B878ED5BF}"/>
              </a:ext>
            </a:extLst>
          </p:cNvPr>
          <p:cNvSpPr txBox="1"/>
          <p:nvPr/>
        </p:nvSpPr>
        <p:spPr>
          <a:xfrm>
            <a:off x="7249322" y="2589264"/>
            <a:ext cx="505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913201B-4B65-30B2-1FCD-4333E1C7C7ED}"/>
              </a:ext>
            </a:extLst>
          </p:cNvPr>
          <p:cNvSpPr/>
          <p:nvPr/>
        </p:nvSpPr>
        <p:spPr>
          <a:xfrm rot="1058685">
            <a:off x="6666408" y="2979127"/>
            <a:ext cx="364381" cy="1440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D749FE-C5B9-8A62-7559-B0C68F99EE87}"/>
              </a:ext>
            </a:extLst>
          </p:cNvPr>
          <p:cNvSpPr txBox="1"/>
          <p:nvPr/>
        </p:nvSpPr>
        <p:spPr>
          <a:xfrm>
            <a:off x="6600891" y="292729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ABC53A9-4ABF-CFFB-1AF0-E0178F0E8318}"/>
              </a:ext>
            </a:extLst>
          </p:cNvPr>
          <p:cNvSpPr/>
          <p:nvPr/>
        </p:nvSpPr>
        <p:spPr>
          <a:xfrm rot="19831240">
            <a:off x="7324675" y="2963041"/>
            <a:ext cx="387800" cy="144017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B96254-2134-700C-8776-F9A57D028F03}"/>
              </a:ext>
            </a:extLst>
          </p:cNvPr>
          <p:cNvSpPr txBox="1"/>
          <p:nvPr/>
        </p:nvSpPr>
        <p:spPr>
          <a:xfrm>
            <a:off x="7272356" y="288443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C8D2E5-3060-B07F-631D-92E0BDFB895B}"/>
              </a:ext>
            </a:extLst>
          </p:cNvPr>
          <p:cNvSpPr txBox="1"/>
          <p:nvPr/>
        </p:nvSpPr>
        <p:spPr>
          <a:xfrm>
            <a:off x="7358434" y="340674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0A8E973-3B0B-D181-AF00-B6337A561802}"/>
              </a:ext>
            </a:extLst>
          </p:cNvPr>
          <p:cNvCxnSpPr>
            <a:cxnSpLocks/>
          </p:cNvCxnSpPr>
          <p:nvPr/>
        </p:nvCxnSpPr>
        <p:spPr>
          <a:xfrm flipV="1">
            <a:off x="2314042" y="1720135"/>
            <a:ext cx="0" cy="73649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4D695B-F294-E50F-00DD-2A1B524CB837}"/>
              </a:ext>
            </a:extLst>
          </p:cNvPr>
          <p:cNvSpPr txBox="1"/>
          <p:nvPr/>
        </p:nvSpPr>
        <p:spPr>
          <a:xfrm>
            <a:off x="3470403" y="40757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（山畑滝子）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A6545-B541-D4A2-D5DD-9328DB9DB0A0}"/>
              </a:ext>
            </a:extLst>
          </p:cNvPr>
          <p:cNvSpPr txBox="1"/>
          <p:nvPr/>
        </p:nvSpPr>
        <p:spPr>
          <a:xfrm>
            <a:off x="4220807" y="116781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45FC4-B191-38E7-927F-D0C243E4C70F}"/>
              </a:ext>
            </a:extLst>
          </p:cNvPr>
          <p:cNvSpPr txBox="1"/>
          <p:nvPr/>
        </p:nvSpPr>
        <p:spPr>
          <a:xfrm>
            <a:off x="6750934" y="2699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（田辺通）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9F0CCE-CEA4-2301-EDF3-C13735B119EE}"/>
              </a:ext>
            </a:extLst>
          </p:cNvPr>
          <p:cNvSpPr txBox="1"/>
          <p:nvPr/>
        </p:nvSpPr>
        <p:spPr>
          <a:xfrm>
            <a:off x="7283577" y="-12060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S3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D2369D-DC70-66E0-43FB-25B377D3B500}"/>
              </a:ext>
            </a:extLst>
          </p:cNvPr>
          <p:cNvSpPr txBox="1"/>
          <p:nvPr/>
        </p:nvSpPr>
        <p:spPr>
          <a:xfrm>
            <a:off x="5436387" y="87281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（北千種）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C9622-C120-2DB1-4D3C-F49983BD7571}"/>
              </a:ext>
            </a:extLst>
          </p:cNvPr>
          <p:cNvSpPr txBox="1"/>
          <p:nvPr/>
        </p:nvSpPr>
        <p:spPr>
          <a:xfrm>
            <a:off x="5989803" y="561645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B4CEB1-E9FD-CD02-0AA7-D48D1ECD5062}"/>
              </a:ext>
            </a:extLst>
          </p:cNvPr>
          <p:cNvSpPr txBox="1"/>
          <p:nvPr/>
        </p:nvSpPr>
        <p:spPr>
          <a:xfrm>
            <a:off x="3486663" y="-30491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（川澄桜子）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96B5E9-0930-2ABE-D3FE-93ED58E1DF3E}"/>
              </a:ext>
            </a:extLst>
          </p:cNvPr>
          <p:cNvSpPr txBox="1"/>
          <p:nvPr/>
        </p:nvSpPr>
        <p:spPr>
          <a:xfrm>
            <a:off x="4237067" y="-60582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S1</a:t>
            </a:r>
          </a:p>
        </p:txBody>
      </p:sp>
    </p:spTree>
    <p:extLst>
      <p:ext uri="{BB962C8B-B14F-4D97-AF65-F5344CB8AC3E}">
        <p14:creationId xmlns:p14="http://schemas.microsoft.com/office/powerpoint/2010/main" val="3141695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C5F2B-D08B-9684-F6CB-AF66A5FB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97A29B51-82F4-CB2F-953D-353FFB1B0235}"/>
              </a:ext>
            </a:extLst>
          </p:cNvPr>
          <p:cNvSpPr/>
          <p:nvPr/>
        </p:nvSpPr>
        <p:spPr>
          <a:xfrm>
            <a:off x="7255353" y="1337533"/>
            <a:ext cx="1409181" cy="2739915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ACB2D-C866-C3CE-C0B7-1FD3B80A4979}"/>
              </a:ext>
            </a:extLst>
          </p:cNvPr>
          <p:cNvSpPr/>
          <p:nvPr/>
        </p:nvSpPr>
        <p:spPr>
          <a:xfrm>
            <a:off x="1449799" y="2456630"/>
            <a:ext cx="1290821" cy="501723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学生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E77FDD-1CF4-5B36-3E38-61782405BF3F}"/>
              </a:ext>
            </a:extLst>
          </p:cNvPr>
          <p:cNvSpPr/>
          <p:nvPr/>
        </p:nvSpPr>
        <p:spPr>
          <a:xfrm>
            <a:off x="519858" y="3432344"/>
            <a:ext cx="940785" cy="530342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23F8F-4C8F-DAC5-0125-8EA90BF2FB24}"/>
              </a:ext>
            </a:extLst>
          </p:cNvPr>
          <p:cNvSpPr txBox="1"/>
          <p:nvPr/>
        </p:nvSpPr>
        <p:spPr>
          <a:xfrm>
            <a:off x="584985" y="3519500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学生ID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270B47-C28A-7A98-B204-4E45D2B79AF5}"/>
              </a:ext>
            </a:extLst>
          </p:cNvPr>
          <p:cNvCxnSpPr>
            <a:cxnSpLocks/>
            <a:stCxn id="2" idx="2"/>
            <a:endCxn id="4" idx="7"/>
          </p:cNvCxnSpPr>
          <p:nvPr/>
        </p:nvCxnSpPr>
        <p:spPr>
          <a:xfrm flipH="1">
            <a:off x="1322872" y="2958354"/>
            <a:ext cx="772340" cy="55165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C91DD8E-DEF4-5F7D-5F58-A42D27BA0EDF}"/>
              </a:ext>
            </a:extLst>
          </p:cNvPr>
          <p:cNvSpPr/>
          <p:nvPr/>
        </p:nvSpPr>
        <p:spPr>
          <a:xfrm>
            <a:off x="1597227" y="3460965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9AF5D-2ABD-6AF0-35E0-95D4ADC79BF0}"/>
              </a:ext>
            </a:extLst>
          </p:cNvPr>
          <p:cNvSpPr txBox="1"/>
          <p:nvPr/>
        </p:nvSpPr>
        <p:spPr>
          <a:xfrm>
            <a:off x="1727103" y="3527158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FE3812-DF30-0F58-CDB6-3BB707D076F1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2041099" y="2958357"/>
            <a:ext cx="54110" cy="50261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F624E8-30E3-99A8-84F1-41132C236CFB}"/>
              </a:ext>
            </a:extLst>
          </p:cNvPr>
          <p:cNvCxnSpPr>
            <a:cxnSpLocks/>
            <a:stCxn id="2" idx="2"/>
            <a:endCxn id="31" idx="0"/>
          </p:cNvCxnSpPr>
          <p:nvPr/>
        </p:nvCxnSpPr>
        <p:spPr>
          <a:xfrm>
            <a:off x="2095212" y="2958351"/>
            <a:ext cx="963513" cy="50584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4600E25-8A66-E49F-2B4F-3B06DA4F07F8}"/>
              </a:ext>
            </a:extLst>
          </p:cNvPr>
          <p:cNvSpPr/>
          <p:nvPr/>
        </p:nvSpPr>
        <p:spPr>
          <a:xfrm>
            <a:off x="2614851" y="3464201"/>
            <a:ext cx="887749" cy="501723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74EABF-179B-3378-ED43-5080254288C6}"/>
              </a:ext>
            </a:extLst>
          </p:cNvPr>
          <p:cNvSpPr txBox="1"/>
          <p:nvPr/>
        </p:nvSpPr>
        <p:spPr>
          <a:xfrm>
            <a:off x="2744726" y="353039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所属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CFBD6230-5E34-8D88-35E9-83595079A7D3}"/>
              </a:ext>
            </a:extLst>
          </p:cNvPr>
          <p:cNvSpPr/>
          <p:nvPr/>
        </p:nvSpPr>
        <p:spPr>
          <a:xfrm>
            <a:off x="1517439" y="1110834"/>
            <a:ext cx="1155538" cy="74171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8BAF20-8514-C672-6A4A-1FD368180EBC}"/>
              </a:ext>
            </a:extLst>
          </p:cNvPr>
          <p:cNvSpPr txBox="1"/>
          <p:nvPr/>
        </p:nvSpPr>
        <p:spPr>
          <a:xfrm>
            <a:off x="1772047" y="129702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世話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AD3E180-EE21-5D89-E711-84D629AA202D}"/>
              </a:ext>
            </a:extLst>
          </p:cNvPr>
          <p:cNvSpPr/>
          <p:nvPr/>
        </p:nvSpPr>
        <p:spPr>
          <a:xfrm>
            <a:off x="5005133" y="1297012"/>
            <a:ext cx="1646164" cy="2694350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E58CF4-FB8E-571F-8149-9CF14A58C4B9}"/>
              </a:ext>
            </a:extLst>
          </p:cNvPr>
          <p:cNvSpPr txBox="1"/>
          <p:nvPr/>
        </p:nvSpPr>
        <p:spPr>
          <a:xfrm>
            <a:off x="5689059" y="94507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学生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5C3A388-EBEB-BE3C-4440-64704ABB2284}"/>
              </a:ext>
            </a:extLst>
          </p:cNvPr>
          <p:cNvSpPr/>
          <p:nvPr/>
        </p:nvSpPr>
        <p:spPr>
          <a:xfrm>
            <a:off x="7906992" y="187983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FB540EE-20CF-2A20-6A4C-F467184580EB}"/>
              </a:ext>
            </a:extLst>
          </p:cNvPr>
          <p:cNvSpPr/>
          <p:nvPr/>
        </p:nvSpPr>
        <p:spPr>
          <a:xfrm>
            <a:off x="7926529" y="268380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0B9C077-369D-33F1-FB3D-83937A2058B9}"/>
              </a:ext>
            </a:extLst>
          </p:cNvPr>
          <p:cNvSpPr/>
          <p:nvPr/>
        </p:nvSpPr>
        <p:spPr>
          <a:xfrm>
            <a:off x="7936706" y="348808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B295D4B-73BA-8A7B-D159-C19FB4AE3B44}"/>
              </a:ext>
            </a:extLst>
          </p:cNvPr>
          <p:cNvSpPr txBox="1"/>
          <p:nvPr/>
        </p:nvSpPr>
        <p:spPr>
          <a:xfrm>
            <a:off x="7657617" y="101145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世話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FF11D3-294D-A4B1-B5AB-FFF6F0EB82EB}"/>
              </a:ext>
            </a:extLst>
          </p:cNvPr>
          <p:cNvCxnSpPr>
            <a:cxnSpLocks/>
            <a:stCxn id="71" idx="6"/>
            <a:endCxn id="82" idx="2"/>
          </p:cNvCxnSpPr>
          <p:nvPr/>
        </p:nvCxnSpPr>
        <p:spPr>
          <a:xfrm>
            <a:off x="6085427" y="1684950"/>
            <a:ext cx="1821565" cy="27352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905E9AC-B8B8-15E1-D626-30A1C70C5E43}"/>
              </a:ext>
            </a:extLst>
          </p:cNvPr>
          <p:cNvCxnSpPr>
            <a:cxnSpLocks/>
            <a:stCxn id="70" idx="6"/>
            <a:endCxn id="82" idx="2"/>
          </p:cNvCxnSpPr>
          <p:nvPr/>
        </p:nvCxnSpPr>
        <p:spPr>
          <a:xfrm flipV="1">
            <a:off x="6080652" y="1958476"/>
            <a:ext cx="1826340" cy="36414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C0D1BAF-DDA1-7EC8-2787-C37F06111CC3}"/>
              </a:ext>
            </a:extLst>
          </p:cNvPr>
          <p:cNvCxnSpPr>
            <a:cxnSpLocks/>
            <a:stCxn id="71" idx="6"/>
            <a:endCxn id="83" idx="2"/>
          </p:cNvCxnSpPr>
          <p:nvPr/>
        </p:nvCxnSpPr>
        <p:spPr>
          <a:xfrm>
            <a:off x="6085427" y="1684950"/>
            <a:ext cx="1841102" cy="107748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ight Arrow 92">
            <a:extLst>
              <a:ext uri="{FF2B5EF4-FFF2-40B4-BE49-F238E27FC236}">
                <a16:creationId xmlns:a16="http://schemas.microsoft.com/office/drawing/2014/main" id="{FB4FC0F0-78D8-B84A-3498-6C3B77646D4C}"/>
              </a:ext>
            </a:extLst>
          </p:cNvPr>
          <p:cNvSpPr/>
          <p:nvPr/>
        </p:nvSpPr>
        <p:spPr>
          <a:xfrm>
            <a:off x="3529332" y="2099950"/>
            <a:ext cx="788331" cy="810191"/>
          </a:xfrm>
          <a:prstGeom prst="rightArrow">
            <a:avLst>
              <a:gd name="adj1" fmla="val 43106"/>
              <a:gd name="adj2" fmla="val 55296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086F8A6-B1B7-424C-4B6E-50D62C52B22A}"/>
              </a:ext>
            </a:extLst>
          </p:cNvPr>
          <p:cNvSpPr txBox="1"/>
          <p:nvPr/>
        </p:nvSpPr>
        <p:spPr>
          <a:xfrm>
            <a:off x="3136489" y="1462811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実体・関連集合の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要素を考えると…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5F8D97-8F95-035E-F165-14C960AB4332}"/>
              </a:ext>
            </a:extLst>
          </p:cNvPr>
          <p:cNvCxnSpPr>
            <a:cxnSpLocks/>
          </p:cNvCxnSpPr>
          <p:nvPr/>
        </p:nvCxnSpPr>
        <p:spPr>
          <a:xfrm flipV="1">
            <a:off x="1888647" y="1720135"/>
            <a:ext cx="0" cy="73649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18A007-B112-C7D0-7DA5-0C484CD81EAF}"/>
              </a:ext>
            </a:extLst>
          </p:cNvPr>
          <p:cNvSpPr txBox="1"/>
          <p:nvPr/>
        </p:nvSpPr>
        <p:spPr>
          <a:xfrm>
            <a:off x="1202825" y="1888327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E60E0-152B-075B-305C-4350ADC6DE1E}"/>
              </a:ext>
            </a:extLst>
          </p:cNvPr>
          <p:cNvSpPr txBox="1"/>
          <p:nvPr/>
        </p:nvSpPr>
        <p:spPr>
          <a:xfrm>
            <a:off x="2314048" y="1911236"/>
            <a:ext cx="697627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155DCD5-95DE-0863-16C3-C089B7DF3A1F}"/>
              </a:ext>
            </a:extLst>
          </p:cNvPr>
          <p:cNvCxnSpPr>
            <a:cxnSpLocks/>
            <a:stCxn id="20" idx="6"/>
            <a:endCxn id="83" idx="2"/>
          </p:cNvCxnSpPr>
          <p:nvPr/>
        </p:nvCxnSpPr>
        <p:spPr>
          <a:xfrm flipV="1">
            <a:off x="6080652" y="2762439"/>
            <a:ext cx="1845877" cy="86464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79F2C-0141-1BDE-2378-16ED139ECC6C}"/>
              </a:ext>
            </a:extLst>
          </p:cNvPr>
          <p:cNvCxnSpPr>
            <a:cxnSpLocks/>
            <a:stCxn id="70" idx="6"/>
            <a:endCxn id="84" idx="2"/>
          </p:cNvCxnSpPr>
          <p:nvPr/>
        </p:nvCxnSpPr>
        <p:spPr>
          <a:xfrm>
            <a:off x="6080652" y="2322623"/>
            <a:ext cx="1856054" cy="124410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E26CF6A-256D-5B5A-83D1-3BC1B9AE5F56}"/>
              </a:ext>
            </a:extLst>
          </p:cNvPr>
          <p:cNvCxnSpPr>
            <a:cxnSpLocks/>
            <a:stCxn id="19" idx="6"/>
            <a:endCxn id="84" idx="2"/>
          </p:cNvCxnSpPr>
          <p:nvPr/>
        </p:nvCxnSpPr>
        <p:spPr>
          <a:xfrm>
            <a:off x="6072786" y="2979887"/>
            <a:ext cx="1863920" cy="58683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3CA5536-D935-2D92-818F-B858CC834C73}"/>
              </a:ext>
            </a:extLst>
          </p:cNvPr>
          <p:cNvSpPr txBox="1"/>
          <p:nvPr/>
        </p:nvSpPr>
        <p:spPr>
          <a:xfrm>
            <a:off x="7444263" y="202860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56AFF5E-F268-A888-AA3B-65BCC152A805}"/>
              </a:ext>
            </a:extLst>
          </p:cNvPr>
          <p:cNvSpPr/>
          <p:nvPr/>
        </p:nvSpPr>
        <p:spPr>
          <a:xfrm>
            <a:off x="6830293" y="1718194"/>
            <a:ext cx="387800" cy="1440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B0559A-0911-E556-8FF6-6A9819EC9B89}"/>
              </a:ext>
            </a:extLst>
          </p:cNvPr>
          <p:cNvSpPr txBox="1"/>
          <p:nvPr/>
        </p:nvSpPr>
        <p:spPr>
          <a:xfrm>
            <a:off x="6757368" y="16862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F89D1CD-6473-1824-D27B-02FDB45E143F}"/>
              </a:ext>
            </a:extLst>
          </p:cNvPr>
          <p:cNvSpPr/>
          <p:nvPr/>
        </p:nvSpPr>
        <p:spPr>
          <a:xfrm rot="1167970">
            <a:off x="7335223" y="2337581"/>
            <a:ext cx="387800" cy="144017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A1D2EFF-1E93-C94E-D5A8-DB920ECBE55F}"/>
              </a:ext>
            </a:extLst>
          </p:cNvPr>
          <p:cNvSpPr/>
          <p:nvPr/>
        </p:nvSpPr>
        <p:spPr>
          <a:xfrm rot="1058685">
            <a:off x="6666403" y="2510493"/>
            <a:ext cx="364381" cy="1440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1DECEDD-AE0D-8DEC-1BB0-E18D7B1C10AE}"/>
              </a:ext>
            </a:extLst>
          </p:cNvPr>
          <p:cNvSpPr/>
          <p:nvPr/>
        </p:nvSpPr>
        <p:spPr>
          <a:xfrm rot="19831240">
            <a:off x="7397713" y="2876154"/>
            <a:ext cx="387800" cy="144017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9099AA-5099-3339-9373-0774BF401B1A}"/>
              </a:ext>
            </a:extLst>
          </p:cNvPr>
          <p:cNvSpPr txBox="1"/>
          <p:nvPr/>
        </p:nvSpPr>
        <p:spPr>
          <a:xfrm>
            <a:off x="7353012" y="283274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A8D10E1-01D6-0497-302D-D5C61F2B376D}"/>
              </a:ext>
            </a:extLst>
          </p:cNvPr>
          <p:cNvSpPr txBox="1"/>
          <p:nvPr/>
        </p:nvSpPr>
        <p:spPr>
          <a:xfrm>
            <a:off x="7316703" y="351974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後輩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FD62A1E-1929-4C27-A1CB-7760EE86C4F6}"/>
              </a:ext>
            </a:extLst>
          </p:cNvPr>
          <p:cNvCxnSpPr>
            <a:cxnSpLocks/>
          </p:cNvCxnSpPr>
          <p:nvPr/>
        </p:nvCxnSpPr>
        <p:spPr>
          <a:xfrm flipV="1">
            <a:off x="2314042" y="1720135"/>
            <a:ext cx="0" cy="73649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8299F3-337E-C49E-F3FA-458ED9A761AC}"/>
              </a:ext>
            </a:extLst>
          </p:cNvPr>
          <p:cNvSpPr txBox="1"/>
          <p:nvPr/>
        </p:nvSpPr>
        <p:spPr>
          <a:xfrm>
            <a:off x="4655236" y="243041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（山畑滝子）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68A21-AC65-720B-0EB0-8494D8C1B2BC}"/>
              </a:ext>
            </a:extLst>
          </p:cNvPr>
          <p:cNvSpPr txBox="1"/>
          <p:nvPr/>
        </p:nvSpPr>
        <p:spPr>
          <a:xfrm>
            <a:off x="5405640" y="2139629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89C9AC-7CC0-B65C-D064-B30A4A4D1617}"/>
              </a:ext>
            </a:extLst>
          </p:cNvPr>
          <p:cNvSpPr txBox="1"/>
          <p:nvPr/>
        </p:nvSpPr>
        <p:spPr>
          <a:xfrm>
            <a:off x="4872997" y="308151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（田辺通）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9B979-0E4A-5D96-F0C3-638EE2F02C6A}"/>
              </a:ext>
            </a:extLst>
          </p:cNvPr>
          <p:cNvSpPr txBox="1"/>
          <p:nvPr/>
        </p:nvSpPr>
        <p:spPr>
          <a:xfrm>
            <a:off x="5405640" y="2799537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S3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C6975-317D-A4C0-36B1-E0734A66D9E6}"/>
              </a:ext>
            </a:extLst>
          </p:cNvPr>
          <p:cNvSpPr txBox="1"/>
          <p:nvPr/>
        </p:nvSpPr>
        <p:spPr>
          <a:xfrm>
            <a:off x="4836340" y="373889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（北千種）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1401F8-2044-1352-DF9B-E92EE8F5FBFE}"/>
              </a:ext>
            </a:extLst>
          </p:cNvPr>
          <p:cNvSpPr txBox="1"/>
          <p:nvPr/>
        </p:nvSpPr>
        <p:spPr>
          <a:xfrm>
            <a:off x="5389756" y="3427728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E363EC-C84B-1410-7DFC-4EB619A9FB80}"/>
              </a:ext>
            </a:extLst>
          </p:cNvPr>
          <p:cNvSpPr txBox="1"/>
          <p:nvPr/>
        </p:nvSpPr>
        <p:spPr>
          <a:xfrm>
            <a:off x="4659417" y="178721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（川澄桜子）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EEDCF2-F63A-15A9-B108-DD39FA041926}"/>
              </a:ext>
            </a:extLst>
          </p:cNvPr>
          <p:cNvSpPr txBox="1"/>
          <p:nvPr/>
        </p:nvSpPr>
        <p:spPr>
          <a:xfrm>
            <a:off x="5409821" y="1486304"/>
            <a:ext cx="481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AC052A9-F46B-7A59-510E-AF17E903B1F0}"/>
              </a:ext>
            </a:extLst>
          </p:cNvPr>
          <p:cNvSpPr/>
          <p:nvPr/>
        </p:nvSpPr>
        <p:spPr>
          <a:xfrm>
            <a:off x="5923378" y="2243986"/>
            <a:ext cx="157274" cy="157274"/>
          </a:xfrm>
          <a:prstGeom prst="ellipse">
            <a:avLst/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0866799-9975-ACF1-1720-32AA023598A4}"/>
              </a:ext>
            </a:extLst>
          </p:cNvPr>
          <p:cNvSpPr/>
          <p:nvPr/>
        </p:nvSpPr>
        <p:spPr>
          <a:xfrm>
            <a:off x="5928153" y="1606313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3A2A2E-7352-B815-683D-D066EBCAC9B1}"/>
              </a:ext>
            </a:extLst>
          </p:cNvPr>
          <p:cNvSpPr/>
          <p:nvPr/>
        </p:nvSpPr>
        <p:spPr>
          <a:xfrm>
            <a:off x="5915512" y="2901250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C782F2-3CD6-2D97-4424-E703BB5E2059}"/>
              </a:ext>
            </a:extLst>
          </p:cNvPr>
          <p:cNvSpPr/>
          <p:nvPr/>
        </p:nvSpPr>
        <p:spPr>
          <a:xfrm>
            <a:off x="5923378" y="354844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80DA76E-01BE-BF26-CC84-9A38CE71F19D}"/>
              </a:ext>
            </a:extLst>
          </p:cNvPr>
          <p:cNvSpPr/>
          <p:nvPr/>
        </p:nvSpPr>
        <p:spPr>
          <a:xfrm rot="2129785">
            <a:off x="7399268" y="2499933"/>
            <a:ext cx="387800" cy="144017"/>
          </a:xfrm>
          <a:prstGeom prst="rect">
            <a:avLst/>
          </a:prstGeom>
          <a:solidFill>
            <a:srgbClr val="E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970975-4195-D9E0-6D54-2DEC095E5500}"/>
              </a:ext>
            </a:extLst>
          </p:cNvPr>
          <p:cNvSpPr txBox="1"/>
          <p:nvPr/>
        </p:nvSpPr>
        <p:spPr>
          <a:xfrm>
            <a:off x="7350864" y="2423045"/>
            <a:ext cx="505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2F85D9E-75F9-D4F4-431D-755D1CA8A3D0}"/>
              </a:ext>
            </a:extLst>
          </p:cNvPr>
          <p:cNvSpPr/>
          <p:nvPr/>
        </p:nvSpPr>
        <p:spPr>
          <a:xfrm>
            <a:off x="6712691" y="2735947"/>
            <a:ext cx="387800" cy="1440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7FB53A-E886-E066-842B-18E1A87274BA}"/>
              </a:ext>
            </a:extLst>
          </p:cNvPr>
          <p:cNvSpPr txBox="1"/>
          <p:nvPr/>
        </p:nvSpPr>
        <p:spPr>
          <a:xfrm>
            <a:off x="6582008" y="269424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先輩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819CFC-3742-F177-0577-613A3F628A34}"/>
              </a:ext>
            </a:extLst>
          </p:cNvPr>
          <p:cNvSpPr txBox="1"/>
          <p:nvPr/>
        </p:nvSpPr>
        <p:spPr>
          <a:xfrm>
            <a:off x="8051594" y="2543101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(S1, S4)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6A05DB-830D-1766-5EBD-F157FFCB6A1D}"/>
              </a:ext>
            </a:extLst>
          </p:cNvPr>
          <p:cNvSpPr txBox="1"/>
          <p:nvPr/>
        </p:nvSpPr>
        <p:spPr>
          <a:xfrm>
            <a:off x="8064858" y="3348387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</a:t>
            </a:r>
            <a:r>
              <a:rPr kumimoji="1" lang="en-JP" sz="20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S2</a:t>
            </a:r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, S3)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C4193C-0AF7-B98C-20B2-3E0A95FD36D1}"/>
              </a:ext>
            </a:extLst>
          </p:cNvPr>
          <p:cNvSpPr txBox="1"/>
          <p:nvPr/>
        </p:nvSpPr>
        <p:spPr>
          <a:xfrm>
            <a:off x="8048121" y="1746499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(S1, </a:t>
            </a:r>
            <a:r>
              <a:rPr kumimoji="1" lang="en-JP" sz="20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S2</a:t>
            </a:r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5730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98D9D47-0E77-A750-DFF8-A2AF4A6F236A}"/>
              </a:ext>
            </a:extLst>
          </p:cNvPr>
          <p:cNvSpPr/>
          <p:nvPr/>
        </p:nvSpPr>
        <p:spPr>
          <a:xfrm>
            <a:off x="186219" y="1291407"/>
            <a:ext cx="1589378" cy="3045823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58DA0-904F-A2FD-0682-B23313F4AC82}"/>
              </a:ext>
            </a:extLst>
          </p:cNvPr>
          <p:cNvSpPr txBox="1"/>
          <p:nvPr/>
        </p:nvSpPr>
        <p:spPr>
          <a:xfrm>
            <a:off x="585533" y="95285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ユーザ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0C128A-4101-6E9A-7D21-80009A255293}"/>
              </a:ext>
            </a:extLst>
          </p:cNvPr>
          <p:cNvSpPr/>
          <p:nvPr/>
        </p:nvSpPr>
        <p:spPr>
          <a:xfrm>
            <a:off x="946168" y="185780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1655FF-7711-6194-F945-F8D889CB99E6}"/>
              </a:ext>
            </a:extLst>
          </p:cNvPr>
          <p:cNvSpPr/>
          <p:nvPr/>
        </p:nvSpPr>
        <p:spPr>
          <a:xfrm>
            <a:off x="946168" y="244049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BA4863-F438-629E-A123-318E4CC7E05B}"/>
              </a:ext>
            </a:extLst>
          </p:cNvPr>
          <p:cNvSpPr/>
          <p:nvPr/>
        </p:nvSpPr>
        <p:spPr>
          <a:xfrm>
            <a:off x="946168" y="3023193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4DF269-FCDB-333B-C2F3-831ADCF1A126}"/>
              </a:ext>
            </a:extLst>
          </p:cNvPr>
          <p:cNvSpPr/>
          <p:nvPr/>
        </p:nvSpPr>
        <p:spPr>
          <a:xfrm>
            <a:off x="946168" y="360588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A4D952-44A3-318B-31FC-CB3F4874CEF3}"/>
              </a:ext>
            </a:extLst>
          </p:cNvPr>
          <p:cNvSpPr/>
          <p:nvPr/>
        </p:nvSpPr>
        <p:spPr>
          <a:xfrm>
            <a:off x="1966666" y="371303"/>
            <a:ext cx="1825547" cy="463251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3BF1A8-BF64-2DD9-C85B-7C6903B7130B}"/>
              </a:ext>
            </a:extLst>
          </p:cNvPr>
          <p:cNvSpPr/>
          <p:nvPr/>
        </p:nvSpPr>
        <p:spPr>
          <a:xfrm>
            <a:off x="2828377" y="84816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550860-693E-FDF1-36BC-68691A2EACB1}"/>
              </a:ext>
            </a:extLst>
          </p:cNvPr>
          <p:cNvSpPr/>
          <p:nvPr/>
        </p:nvSpPr>
        <p:spPr>
          <a:xfrm>
            <a:off x="2828377" y="143085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EFF78B-07D2-E00C-1205-70AA10D5D34A}"/>
              </a:ext>
            </a:extLst>
          </p:cNvPr>
          <p:cNvSpPr/>
          <p:nvPr/>
        </p:nvSpPr>
        <p:spPr>
          <a:xfrm>
            <a:off x="2828377" y="201355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C59791-96A0-1FD2-ECC2-9B2A666E6BFC}"/>
              </a:ext>
            </a:extLst>
          </p:cNvPr>
          <p:cNvSpPr/>
          <p:nvPr/>
        </p:nvSpPr>
        <p:spPr>
          <a:xfrm>
            <a:off x="2828377" y="259624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7786A1-C756-9AB1-ECF8-AAE9F246DF6A}"/>
              </a:ext>
            </a:extLst>
          </p:cNvPr>
          <p:cNvSpPr/>
          <p:nvPr/>
        </p:nvSpPr>
        <p:spPr>
          <a:xfrm>
            <a:off x="2822623" y="3255064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FDAF35-A6E0-6FEF-97BB-201DEAB65E23}"/>
              </a:ext>
            </a:extLst>
          </p:cNvPr>
          <p:cNvSpPr/>
          <p:nvPr/>
        </p:nvSpPr>
        <p:spPr>
          <a:xfrm>
            <a:off x="2822623" y="3837757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C70C63-0177-BB05-526F-D55C76F19D9D}"/>
              </a:ext>
            </a:extLst>
          </p:cNvPr>
          <p:cNvSpPr/>
          <p:nvPr/>
        </p:nvSpPr>
        <p:spPr>
          <a:xfrm>
            <a:off x="2822623" y="442045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58FACA-4E28-5590-C00B-D3C371B93CBE}"/>
              </a:ext>
            </a:extLst>
          </p:cNvPr>
          <p:cNvSpPr/>
          <p:nvPr/>
        </p:nvSpPr>
        <p:spPr>
          <a:xfrm>
            <a:off x="3983275" y="1029447"/>
            <a:ext cx="1584176" cy="3548278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CCA9F3-B499-F29B-6130-DC87FAF4E822}"/>
              </a:ext>
            </a:extLst>
          </p:cNvPr>
          <p:cNvSpPr txBox="1"/>
          <p:nvPr/>
        </p:nvSpPr>
        <p:spPr>
          <a:xfrm>
            <a:off x="4505405" y="69561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商品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0DB114-1A8C-BF11-F066-28AE580714D7}"/>
              </a:ext>
            </a:extLst>
          </p:cNvPr>
          <p:cNvSpPr/>
          <p:nvPr/>
        </p:nvSpPr>
        <p:spPr>
          <a:xfrm>
            <a:off x="4714960" y="158973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6C021A9-49CB-23C0-2E0A-3C31E7A03525}"/>
              </a:ext>
            </a:extLst>
          </p:cNvPr>
          <p:cNvSpPr/>
          <p:nvPr/>
        </p:nvSpPr>
        <p:spPr>
          <a:xfrm>
            <a:off x="4714960" y="2172430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6D1ABB-D443-5461-785F-BAF1680E69CC}"/>
              </a:ext>
            </a:extLst>
          </p:cNvPr>
          <p:cNvSpPr/>
          <p:nvPr/>
        </p:nvSpPr>
        <p:spPr>
          <a:xfrm>
            <a:off x="4714960" y="2755123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7CB3A66-4E2D-81C0-18B2-A1EEE396C57A}"/>
              </a:ext>
            </a:extLst>
          </p:cNvPr>
          <p:cNvSpPr/>
          <p:nvPr/>
        </p:nvSpPr>
        <p:spPr>
          <a:xfrm>
            <a:off x="4714960" y="333781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786481-B018-751E-0996-3AD40ED8F02C}"/>
              </a:ext>
            </a:extLst>
          </p:cNvPr>
          <p:cNvSpPr/>
          <p:nvPr/>
        </p:nvSpPr>
        <p:spPr>
          <a:xfrm>
            <a:off x="4703353" y="395777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1709C4-7D82-334F-DA57-7F318B796D3E}"/>
              </a:ext>
            </a:extLst>
          </p:cNvPr>
          <p:cNvSpPr txBox="1"/>
          <p:nvPr/>
        </p:nvSpPr>
        <p:spPr>
          <a:xfrm>
            <a:off x="4860632" y="1315223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DEBCC0-BE28-CEBA-C2A6-8254EA1B6BAE}"/>
              </a:ext>
            </a:extLst>
          </p:cNvPr>
          <p:cNvSpPr txBox="1"/>
          <p:nvPr/>
        </p:nvSpPr>
        <p:spPr>
          <a:xfrm>
            <a:off x="4860631" y="1900173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DD9D24-0EC9-A689-3BF5-32658566C836}"/>
              </a:ext>
            </a:extLst>
          </p:cNvPr>
          <p:cNvSpPr txBox="1"/>
          <p:nvPr/>
        </p:nvSpPr>
        <p:spPr>
          <a:xfrm>
            <a:off x="4860631" y="2510375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779E95-7F3C-F254-E14D-7DA3F0F0DA64}"/>
              </a:ext>
            </a:extLst>
          </p:cNvPr>
          <p:cNvSpPr txBox="1"/>
          <p:nvPr/>
        </p:nvSpPr>
        <p:spPr>
          <a:xfrm>
            <a:off x="4564660" y="3478368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93A3B-8787-D0BB-E263-6F51907F1BA2}"/>
              </a:ext>
            </a:extLst>
          </p:cNvPr>
          <p:cNvSpPr txBox="1"/>
          <p:nvPr/>
        </p:nvSpPr>
        <p:spPr>
          <a:xfrm>
            <a:off x="4577501" y="4117772"/>
            <a:ext cx="49885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P5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483A43-12C9-80DA-D1AD-BE0E00B47123}"/>
              </a:ext>
            </a:extLst>
          </p:cNvPr>
          <p:cNvSpPr txBox="1"/>
          <p:nvPr/>
        </p:nvSpPr>
        <p:spPr>
          <a:xfrm>
            <a:off x="416632" y="1741453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C06C88-CE70-9919-B358-DE7CF48DC120}"/>
              </a:ext>
            </a:extLst>
          </p:cNvPr>
          <p:cNvSpPr txBox="1"/>
          <p:nvPr/>
        </p:nvSpPr>
        <p:spPr>
          <a:xfrm>
            <a:off x="416632" y="2327327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F7D190-538F-D8E5-F634-DE82DC6DF55B}"/>
              </a:ext>
            </a:extLst>
          </p:cNvPr>
          <p:cNvSpPr txBox="1"/>
          <p:nvPr/>
        </p:nvSpPr>
        <p:spPr>
          <a:xfrm>
            <a:off x="416632" y="2906839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6EEFC-F136-15A8-2580-ABE33E8FD90C}"/>
              </a:ext>
            </a:extLst>
          </p:cNvPr>
          <p:cNvSpPr txBox="1"/>
          <p:nvPr/>
        </p:nvSpPr>
        <p:spPr>
          <a:xfrm>
            <a:off x="416632" y="3466020"/>
            <a:ext cx="51167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U4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F3886B-754B-D3B9-1C7E-B2D4F77CD0ED}"/>
              </a:ext>
            </a:extLst>
          </p:cNvPr>
          <p:cNvSpPr txBox="1"/>
          <p:nvPr/>
        </p:nvSpPr>
        <p:spPr>
          <a:xfrm>
            <a:off x="2404187" y="509717"/>
            <a:ext cx="9797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(U1,P1)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580454-BB50-4CC0-E735-0BDE0650063A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 flipV="1">
            <a:off x="1103442" y="926807"/>
            <a:ext cx="1724935" cy="100964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DA85B3-88F4-2098-2E56-FD325A116A19}"/>
              </a:ext>
            </a:extLst>
          </p:cNvPr>
          <p:cNvCxnSpPr>
            <a:cxnSpLocks/>
            <a:stCxn id="11" idx="6"/>
            <a:endCxn id="22" idx="2"/>
          </p:cNvCxnSpPr>
          <p:nvPr/>
        </p:nvCxnSpPr>
        <p:spPr>
          <a:xfrm>
            <a:off x="2985657" y="926803"/>
            <a:ext cx="1729307" cy="74157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A3031B2-AD9E-FE5F-F561-39EE7AFD892A}"/>
              </a:ext>
            </a:extLst>
          </p:cNvPr>
          <p:cNvCxnSpPr>
            <a:cxnSpLocks/>
            <a:stCxn id="12" idx="6"/>
            <a:endCxn id="23" idx="2"/>
          </p:cNvCxnSpPr>
          <p:nvPr/>
        </p:nvCxnSpPr>
        <p:spPr>
          <a:xfrm>
            <a:off x="2985657" y="1509496"/>
            <a:ext cx="1729307" cy="74157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154F34B-A822-8A7F-6A6F-2A3D2A361BCA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1103442" y="1509499"/>
            <a:ext cx="1724935" cy="100964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1C16823-90E4-A35D-FBF4-30E0027887C4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 flipV="1">
            <a:off x="1103442" y="2092189"/>
            <a:ext cx="1724935" cy="42694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74316F-3CC3-6C8F-F539-A6E7051FC9BC}"/>
              </a:ext>
            </a:extLst>
          </p:cNvPr>
          <p:cNvCxnSpPr>
            <a:cxnSpLocks/>
            <a:stCxn id="13" idx="6"/>
            <a:endCxn id="24" idx="2"/>
          </p:cNvCxnSpPr>
          <p:nvPr/>
        </p:nvCxnSpPr>
        <p:spPr>
          <a:xfrm>
            <a:off x="2985657" y="2092189"/>
            <a:ext cx="1729307" cy="74157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FBFBEF6-58B6-0B1D-CD82-EDBFE412F239}"/>
              </a:ext>
            </a:extLst>
          </p:cNvPr>
          <p:cNvCxnSpPr>
            <a:cxnSpLocks/>
            <a:stCxn id="7" idx="6"/>
            <a:endCxn id="14" idx="2"/>
          </p:cNvCxnSpPr>
          <p:nvPr/>
        </p:nvCxnSpPr>
        <p:spPr>
          <a:xfrm flipV="1">
            <a:off x="1103442" y="2674882"/>
            <a:ext cx="1724935" cy="42694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FBA6CE1-5582-75D3-BBCE-7E612C42E9DE}"/>
              </a:ext>
            </a:extLst>
          </p:cNvPr>
          <p:cNvCxnSpPr>
            <a:cxnSpLocks/>
            <a:stCxn id="23" idx="2"/>
            <a:endCxn id="14" idx="6"/>
          </p:cNvCxnSpPr>
          <p:nvPr/>
        </p:nvCxnSpPr>
        <p:spPr>
          <a:xfrm flipH="1">
            <a:off x="2985657" y="2251069"/>
            <a:ext cx="1729307" cy="42381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86EF78E-1B8D-67A8-0DD6-EA823C96EC6D}"/>
              </a:ext>
            </a:extLst>
          </p:cNvPr>
          <p:cNvCxnSpPr>
            <a:cxnSpLocks/>
            <a:stCxn id="17" idx="2"/>
            <a:endCxn id="7" idx="6"/>
          </p:cNvCxnSpPr>
          <p:nvPr/>
        </p:nvCxnSpPr>
        <p:spPr>
          <a:xfrm flipH="1" flipV="1">
            <a:off x="1103444" y="3101830"/>
            <a:ext cx="1719182" cy="139725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5EB8D6D-2C2E-A28F-045C-28C1C5728326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 flipV="1">
            <a:off x="2979902" y="4036409"/>
            <a:ext cx="1723457" cy="46268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B95ABE7-B317-1660-5724-7F25AA6EEAAE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>
          <a:xfrm>
            <a:off x="2979902" y="3916401"/>
            <a:ext cx="1723457" cy="12001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A665A68-BD72-54E7-8281-931BE7023D62}"/>
              </a:ext>
            </a:extLst>
          </p:cNvPr>
          <p:cNvCxnSpPr>
            <a:cxnSpLocks/>
            <a:stCxn id="7" idx="6"/>
            <a:endCxn id="16" idx="2"/>
          </p:cNvCxnSpPr>
          <p:nvPr/>
        </p:nvCxnSpPr>
        <p:spPr>
          <a:xfrm>
            <a:off x="1103444" y="3101834"/>
            <a:ext cx="1719182" cy="81456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2FD846-C594-7B16-0F7C-A463FB4949CF}"/>
              </a:ext>
            </a:extLst>
          </p:cNvPr>
          <p:cNvCxnSpPr>
            <a:cxnSpLocks/>
            <a:stCxn id="5" idx="6"/>
            <a:endCxn id="15" idx="2"/>
          </p:cNvCxnSpPr>
          <p:nvPr/>
        </p:nvCxnSpPr>
        <p:spPr>
          <a:xfrm>
            <a:off x="1103444" y="1936443"/>
            <a:ext cx="1719182" cy="139725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C2EDEEF-F13F-515B-EB41-569D7802F526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>
          <a:xfrm flipV="1">
            <a:off x="2979896" y="2833766"/>
            <a:ext cx="1735062" cy="49994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6330B73C-51B8-443F-9F94-F5757097A39F}"/>
              </a:ext>
            </a:extLst>
          </p:cNvPr>
          <p:cNvSpPr txBox="1"/>
          <p:nvPr/>
        </p:nvSpPr>
        <p:spPr>
          <a:xfrm>
            <a:off x="2404185" y="1067668"/>
            <a:ext cx="9797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(U2,P2)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D78116-4BE0-233B-3635-46DB6B1D9019}"/>
              </a:ext>
            </a:extLst>
          </p:cNvPr>
          <p:cNvSpPr txBox="1"/>
          <p:nvPr/>
        </p:nvSpPr>
        <p:spPr>
          <a:xfrm>
            <a:off x="2400930" y="1649894"/>
            <a:ext cx="9797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(U2,P3)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E2A839-34AF-394F-3B32-92A5B8E0A1D5}"/>
              </a:ext>
            </a:extLst>
          </p:cNvPr>
          <p:cNvSpPr txBox="1"/>
          <p:nvPr/>
        </p:nvSpPr>
        <p:spPr>
          <a:xfrm>
            <a:off x="2393985" y="2232302"/>
            <a:ext cx="9797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(U3,P2)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5657733-55E9-BCDF-9973-466DD997DB9C}"/>
              </a:ext>
            </a:extLst>
          </p:cNvPr>
          <p:cNvSpPr txBox="1"/>
          <p:nvPr/>
        </p:nvSpPr>
        <p:spPr>
          <a:xfrm>
            <a:off x="2385333" y="2869445"/>
            <a:ext cx="9797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(U1,P3)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4AA1D94-CFAC-1DFC-A3B2-A2DE68B0B2BF}"/>
              </a:ext>
            </a:extLst>
          </p:cNvPr>
          <p:cNvSpPr txBox="1"/>
          <p:nvPr/>
        </p:nvSpPr>
        <p:spPr>
          <a:xfrm>
            <a:off x="2382455" y="3498331"/>
            <a:ext cx="9797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(U3,P5)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AACF918-DC0B-1903-3C29-D41891C48B9B}"/>
              </a:ext>
            </a:extLst>
          </p:cNvPr>
          <p:cNvSpPr txBox="1"/>
          <p:nvPr/>
        </p:nvSpPr>
        <p:spPr>
          <a:xfrm>
            <a:off x="2393984" y="4534172"/>
            <a:ext cx="9797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(U3,P5)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3069846-6578-2EFC-DBD8-BDE5194E1D41}"/>
              </a:ext>
            </a:extLst>
          </p:cNvPr>
          <p:cNvSpPr/>
          <p:nvPr/>
        </p:nvSpPr>
        <p:spPr>
          <a:xfrm>
            <a:off x="5756458" y="1052819"/>
            <a:ext cx="1584176" cy="3548278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91AE72-07A2-B6AC-D25A-CB384A35D8E6}"/>
              </a:ext>
            </a:extLst>
          </p:cNvPr>
          <p:cNvSpPr txBox="1"/>
          <p:nvPr/>
        </p:nvSpPr>
        <p:spPr>
          <a:xfrm>
            <a:off x="6294151" y="71846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製造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E67FCA4-6E5E-695B-2387-B0623618A035}"/>
              </a:ext>
            </a:extLst>
          </p:cNvPr>
          <p:cNvSpPr/>
          <p:nvPr/>
        </p:nvSpPr>
        <p:spPr>
          <a:xfrm>
            <a:off x="6491683" y="172857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DDC76FD-6309-8B27-88E7-BC25BFC8698B}"/>
              </a:ext>
            </a:extLst>
          </p:cNvPr>
          <p:cNvSpPr/>
          <p:nvPr/>
        </p:nvSpPr>
        <p:spPr>
          <a:xfrm>
            <a:off x="6491683" y="231127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BA1D031-4A18-182F-2C74-588A784644F6}"/>
              </a:ext>
            </a:extLst>
          </p:cNvPr>
          <p:cNvSpPr/>
          <p:nvPr/>
        </p:nvSpPr>
        <p:spPr>
          <a:xfrm>
            <a:off x="6491683" y="2893965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3EAC944-38B2-9D70-D634-CDDE1D3F8693}"/>
              </a:ext>
            </a:extLst>
          </p:cNvPr>
          <p:cNvSpPr/>
          <p:nvPr/>
        </p:nvSpPr>
        <p:spPr>
          <a:xfrm>
            <a:off x="6491683" y="3476658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214E8AB-0E37-B489-27F9-E24095610E9D}"/>
              </a:ext>
            </a:extLst>
          </p:cNvPr>
          <p:cNvSpPr/>
          <p:nvPr/>
        </p:nvSpPr>
        <p:spPr>
          <a:xfrm>
            <a:off x="6480078" y="409661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6CE241-278D-7F82-20A9-B439D230ACB4}"/>
              </a:ext>
            </a:extLst>
          </p:cNvPr>
          <p:cNvSpPr txBox="1"/>
          <p:nvPr/>
        </p:nvSpPr>
        <p:spPr>
          <a:xfrm>
            <a:off x="6138662" y="1319680"/>
            <a:ext cx="83869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(P1,A)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C9257B-C490-46FC-402F-B22D44C461D8}"/>
              </a:ext>
            </a:extLst>
          </p:cNvPr>
          <p:cNvSpPr txBox="1"/>
          <p:nvPr/>
        </p:nvSpPr>
        <p:spPr>
          <a:xfrm>
            <a:off x="6118298" y="1947346"/>
            <a:ext cx="83869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(P2,A)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8F7D5F-07CE-C8A3-8F91-2A718FD8BCF9}"/>
              </a:ext>
            </a:extLst>
          </p:cNvPr>
          <p:cNvSpPr txBox="1"/>
          <p:nvPr/>
        </p:nvSpPr>
        <p:spPr>
          <a:xfrm>
            <a:off x="6128513" y="2527048"/>
            <a:ext cx="83869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(P3,A)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783495-685E-73AC-3A33-0F2F0629015E}"/>
              </a:ext>
            </a:extLst>
          </p:cNvPr>
          <p:cNvSpPr txBox="1"/>
          <p:nvPr/>
        </p:nvSpPr>
        <p:spPr>
          <a:xfrm>
            <a:off x="6138662" y="3625686"/>
            <a:ext cx="83869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(P4,B)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139C2A-CC99-9F6B-CEDF-850A3373AB50}"/>
              </a:ext>
            </a:extLst>
          </p:cNvPr>
          <p:cNvSpPr txBox="1"/>
          <p:nvPr/>
        </p:nvSpPr>
        <p:spPr>
          <a:xfrm>
            <a:off x="6172322" y="4267749"/>
            <a:ext cx="83869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(P5,B)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BF2F056-41B7-BAA2-5D2C-740102978BC7}"/>
              </a:ext>
            </a:extLst>
          </p:cNvPr>
          <p:cNvSpPr/>
          <p:nvPr/>
        </p:nvSpPr>
        <p:spPr>
          <a:xfrm>
            <a:off x="7622400" y="1693086"/>
            <a:ext cx="1294582" cy="272736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E2B4E3-03AD-C0D6-90D3-4383A7C8388A}"/>
              </a:ext>
            </a:extLst>
          </p:cNvPr>
          <p:cNvSpPr txBox="1"/>
          <p:nvPr/>
        </p:nvSpPr>
        <p:spPr>
          <a:xfrm>
            <a:off x="7818604" y="13900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メーカー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C0A260C-AABD-6519-0C5A-1AA73667753D}"/>
              </a:ext>
            </a:extLst>
          </p:cNvPr>
          <p:cNvSpPr/>
          <p:nvPr/>
        </p:nvSpPr>
        <p:spPr>
          <a:xfrm>
            <a:off x="8185249" y="2170626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9CA0756-ED48-C242-1E61-64B175BBFC9E}"/>
              </a:ext>
            </a:extLst>
          </p:cNvPr>
          <p:cNvSpPr/>
          <p:nvPr/>
        </p:nvSpPr>
        <p:spPr>
          <a:xfrm>
            <a:off x="8185249" y="2753319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3EA9C20-8C2C-49BB-8933-2B884AC527F7}"/>
              </a:ext>
            </a:extLst>
          </p:cNvPr>
          <p:cNvSpPr/>
          <p:nvPr/>
        </p:nvSpPr>
        <p:spPr>
          <a:xfrm>
            <a:off x="8185249" y="3336012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D4015A-D18D-0559-C0A0-8E69FAE28B71}"/>
              </a:ext>
            </a:extLst>
          </p:cNvPr>
          <p:cNvSpPr txBox="1"/>
          <p:nvPr/>
        </p:nvSpPr>
        <p:spPr>
          <a:xfrm>
            <a:off x="8342522" y="2044146"/>
            <a:ext cx="35618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85174D-72BA-4620-3D59-57716D0D9E9A}"/>
              </a:ext>
            </a:extLst>
          </p:cNvPr>
          <p:cNvSpPr txBox="1"/>
          <p:nvPr/>
        </p:nvSpPr>
        <p:spPr>
          <a:xfrm>
            <a:off x="8342522" y="2630020"/>
            <a:ext cx="35618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525277-84BB-BFCC-DDB9-BAA3BFA4B638}"/>
              </a:ext>
            </a:extLst>
          </p:cNvPr>
          <p:cNvSpPr txBox="1"/>
          <p:nvPr/>
        </p:nvSpPr>
        <p:spPr>
          <a:xfrm>
            <a:off x="8330921" y="3237027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67731E2-F383-AA5F-49F6-CDE76252D175}"/>
              </a:ext>
            </a:extLst>
          </p:cNvPr>
          <p:cNvCxnSpPr>
            <a:cxnSpLocks/>
            <a:stCxn id="41" idx="2"/>
            <a:endCxn id="22" idx="6"/>
          </p:cNvCxnSpPr>
          <p:nvPr/>
        </p:nvCxnSpPr>
        <p:spPr>
          <a:xfrm flipH="1" flipV="1">
            <a:off x="4872234" y="1668374"/>
            <a:ext cx="1619450" cy="13884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9C3D612-2F0E-7A72-CC61-62674AA30520}"/>
              </a:ext>
            </a:extLst>
          </p:cNvPr>
          <p:cNvCxnSpPr>
            <a:cxnSpLocks/>
            <a:stCxn id="41" idx="6"/>
            <a:endCxn id="58" idx="2"/>
          </p:cNvCxnSpPr>
          <p:nvPr/>
        </p:nvCxnSpPr>
        <p:spPr>
          <a:xfrm>
            <a:off x="6648957" y="1807214"/>
            <a:ext cx="1536292" cy="44204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5B938A6-01B5-343B-00BC-2B62DA228835}"/>
              </a:ext>
            </a:extLst>
          </p:cNvPr>
          <p:cNvCxnSpPr>
            <a:cxnSpLocks/>
            <a:stCxn id="43" idx="6"/>
            <a:endCxn id="58" idx="2"/>
          </p:cNvCxnSpPr>
          <p:nvPr/>
        </p:nvCxnSpPr>
        <p:spPr>
          <a:xfrm flipV="1">
            <a:off x="6648957" y="2249268"/>
            <a:ext cx="1536292" cy="14064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E68F89E-E65D-EEEF-052D-155FA0E02F6B}"/>
              </a:ext>
            </a:extLst>
          </p:cNvPr>
          <p:cNvCxnSpPr>
            <a:cxnSpLocks/>
            <a:stCxn id="23" idx="6"/>
            <a:endCxn id="43" idx="2"/>
          </p:cNvCxnSpPr>
          <p:nvPr/>
        </p:nvCxnSpPr>
        <p:spPr>
          <a:xfrm>
            <a:off x="4872234" y="2251067"/>
            <a:ext cx="1619450" cy="13884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FC773AC-AC09-E00B-DE7E-1BF25CB8A25B}"/>
              </a:ext>
            </a:extLst>
          </p:cNvPr>
          <p:cNvCxnSpPr>
            <a:cxnSpLocks/>
            <a:stCxn id="44" idx="6"/>
          </p:cNvCxnSpPr>
          <p:nvPr/>
        </p:nvCxnSpPr>
        <p:spPr>
          <a:xfrm flipV="1">
            <a:off x="6648962" y="2254878"/>
            <a:ext cx="1518983" cy="7177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28B9A0F-8949-F8D0-CE2A-76E8BA46ACB5}"/>
              </a:ext>
            </a:extLst>
          </p:cNvPr>
          <p:cNvCxnSpPr>
            <a:cxnSpLocks/>
            <a:stCxn id="46" idx="7"/>
          </p:cNvCxnSpPr>
          <p:nvPr/>
        </p:nvCxnSpPr>
        <p:spPr>
          <a:xfrm flipV="1">
            <a:off x="6625930" y="2812311"/>
            <a:ext cx="1550669" cy="68738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7E74972-D3DA-9F69-4122-B23C09BE830F}"/>
              </a:ext>
            </a:extLst>
          </p:cNvPr>
          <p:cNvCxnSpPr>
            <a:cxnSpLocks/>
            <a:stCxn id="47" idx="7"/>
            <a:endCxn id="61" idx="2"/>
          </p:cNvCxnSpPr>
          <p:nvPr/>
        </p:nvCxnSpPr>
        <p:spPr>
          <a:xfrm flipV="1">
            <a:off x="6614324" y="3414652"/>
            <a:ext cx="1570929" cy="70499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307F738-2BD2-A8BD-305E-D847E28AACC1}"/>
              </a:ext>
            </a:extLst>
          </p:cNvPr>
          <p:cNvCxnSpPr>
            <a:cxnSpLocks/>
            <a:stCxn id="27" idx="6"/>
            <a:endCxn id="47" idx="2"/>
          </p:cNvCxnSpPr>
          <p:nvPr/>
        </p:nvCxnSpPr>
        <p:spPr>
          <a:xfrm>
            <a:off x="4860628" y="4036407"/>
            <a:ext cx="1619450" cy="13884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180C2D2-C585-1B97-2F54-0BE1E6FDC22B}"/>
              </a:ext>
            </a:extLst>
          </p:cNvPr>
          <p:cNvCxnSpPr>
            <a:cxnSpLocks/>
            <a:stCxn id="25" idx="6"/>
            <a:endCxn id="46" idx="2"/>
          </p:cNvCxnSpPr>
          <p:nvPr/>
        </p:nvCxnSpPr>
        <p:spPr>
          <a:xfrm>
            <a:off x="4872234" y="3416454"/>
            <a:ext cx="1619450" cy="13884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DEC84F2-9514-7C6A-0E57-F076B2479998}"/>
              </a:ext>
            </a:extLst>
          </p:cNvPr>
          <p:cNvCxnSpPr>
            <a:cxnSpLocks/>
            <a:stCxn id="24" idx="6"/>
            <a:endCxn id="44" idx="2"/>
          </p:cNvCxnSpPr>
          <p:nvPr/>
        </p:nvCxnSpPr>
        <p:spPr>
          <a:xfrm>
            <a:off x="4872234" y="2833761"/>
            <a:ext cx="1619450" cy="13884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EDED46B7-19BF-BC7C-8421-E14D230FD914}"/>
              </a:ext>
            </a:extLst>
          </p:cNvPr>
          <p:cNvSpPr/>
          <p:nvPr/>
        </p:nvSpPr>
        <p:spPr>
          <a:xfrm>
            <a:off x="8185249" y="3874124"/>
            <a:ext cx="157274" cy="157274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AB7716-62A1-8D85-660C-A7D2EDEFF775}"/>
              </a:ext>
            </a:extLst>
          </p:cNvPr>
          <p:cNvSpPr txBox="1"/>
          <p:nvPr/>
        </p:nvSpPr>
        <p:spPr>
          <a:xfrm>
            <a:off x="8330921" y="3775139"/>
            <a:ext cx="36901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D</a:t>
            </a:r>
            <a:endParaRPr lang="en-JP" sz="1999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564EE-989F-8752-E7D8-DA8A4502501F}"/>
              </a:ext>
            </a:extLst>
          </p:cNvPr>
          <p:cNvSpPr txBox="1"/>
          <p:nvPr/>
        </p:nvSpPr>
        <p:spPr>
          <a:xfrm>
            <a:off x="2310482" y="30570"/>
            <a:ext cx="1338828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お気に入り</a:t>
            </a:r>
          </a:p>
        </p:txBody>
      </p:sp>
    </p:spTree>
    <p:extLst>
      <p:ext uri="{BB962C8B-B14F-4D97-AF65-F5344CB8AC3E}">
        <p14:creationId xmlns:p14="http://schemas.microsoft.com/office/powerpoint/2010/main" val="3132586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99815B-E2C8-4F0F-E698-63C7E921E0B6}"/>
              </a:ext>
            </a:extLst>
          </p:cNvPr>
          <p:cNvSpPr/>
          <p:nvPr/>
        </p:nvSpPr>
        <p:spPr>
          <a:xfrm>
            <a:off x="4188628" y="1179480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48D6DC-ACA0-851F-3230-EBA353528ED5}"/>
              </a:ext>
            </a:extLst>
          </p:cNvPr>
          <p:cNvSpPr/>
          <p:nvPr/>
        </p:nvSpPr>
        <p:spPr>
          <a:xfrm>
            <a:off x="3041267" y="2068162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ED080-950A-846D-F5F3-0A4523B73435}"/>
              </a:ext>
            </a:extLst>
          </p:cNvPr>
          <p:cNvSpPr txBox="1"/>
          <p:nvPr/>
        </p:nvSpPr>
        <p:spPr>
          <a:xfrm>
            <a:off x="3181157" y="2243537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FDE0E-F56B-22E8-B9F8-8342D057C515}"/>
              </a:ext>
            </a:extLst>
          </p:cNvPr>
          <p:cNvCxnSpPr>
            <a:cxnSpLocks/>
            <a:stCxn id="2" idx="2"/>
            <a:endCxn id="3" idx="7"/>
          </p:cNvCxnSpPr>
          <p:nvPr/>
        </p:nvCxnSpPr>
        <p:spPr>
          <a:xfrm flipH="1">
            <a:off x="4024670" y="1790448"/>
            <a:ext cx="809368" cy="38317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5B0DE40-BD45-0D20-44DE-A419E64A8CEF}"/>
              </a:ext>
            </a:extLst>
          </p:cNvPr>
          <p:cNvSpPr/>
          <p:nvPr/>
        </p:nvSpPr>
        <p:spPr>
          <a:xfrm>
            <a:off x="3730956" y="2819335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FBEC0-2C86-B8E2-AB1D-B25E61E5B14B}"/>
              </a:ext>
            </a:extLst>
          </p:cNvPr>
          <p:cNvSpPr txBox="1"/>
          <p:nvPr/>
        </p:nvSpPr>
        <p:spPr>
          <a:xfrm>
            <a:off x="3870845" y="2994710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C7A2AF-FCF9-28BC-FFC7-6797A6573E06}"/>
              </a:ext>
            </a:extLst>
          </p:cNvPr>
          <p:cNvSpPr/>
          <p:nvPr/>
        </p:nvSpPr>
        <p:spPr>
          <a:xfrm>
            <a:off x="4903386" y="2852571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733F8-E36B-4AFD-CBC0-F488362A2404}"/>
              </a:ext>
            </a:extLst>
          </p:cNvPr>
          <p:cNvSpPr txBox="1"/>
          <p:nvPr/>
        </p:nvSpPr>
        <p:spPr>
          <a:xfrm>
            <a:off x="5156287" y="3027946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価格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B50F51-EABA-A8A0-A5E0-72B43DAC8DCB}"/>
              </a:ext>
            </a:extLst>
          </p:cNvPr>
          <p:cNvSpPr/>
          <p:nvPr/>
        </p:nvSpPr>
        <p:spPr>
          <a:xfrm>
            <a:off x="5368778" y="206212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B5156-5052-F20D-386A-A4AC4CEF354A}"/>
              </a:ext>
            </a:extLst>
          </p:cNvPr>
          <p:cNvSpPr txBox="1"/>
          <p:nvPr/>
        </p:nvSpPr>
        <p:spPr>
          <a:xfrm>
            <a:off x="5531015" y="2250299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発売日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DE61A-70BD-7DDC-2E0A-29E93F697CB9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4307022" y="1790443"/>
            <a:ext cx="527019" cy="102889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387DA-EB57-4904-B881-940E949BE414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4834041" y="1790446"/>
            <a:ext cx="645411" cy="106212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B5DFD-881F-2B4B-25CA-F129485BF269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4834040" y="1790443"/>
            <a:ext cx="703464" cy="37713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ADB9B-2BB0-B34E-6B54-1319421E05FA}"/>
              </a:ext>
            </a:extLst>
          </p:cNvPr>
          <p:cNvSpPr/>
          <p:nvPr/>
        </p:nvSpPr>
        <p:spPr>
          <a:xfrm>
            <a:off x="1176373" y="3089686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F101F1-EC79-325D-F2AB-8068FF715215}"/>
              </a:ext>
            </a:extLst>
          </p:cNvPr>
          <p:cNvSpPr/>
          <p:nvPr/>
        </p:nvSpPr>
        <p:spPr>
          <a:xfrm>
            <a:off x="1251013" y="218017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5F6A2-D2E6-F762-855F-D1C2C73D85D4}"/>
              </a:ext>
            </a:extLst>
          </p:cNvPr>
          <p:cNvSpPr txBox="1"/>
          <p:nvPr/>
        </p:nvSpPr>
        <p:spPr>
          <a:xfrm>
            <a:off x="1283659" y="2364971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9368AD-161B-42E7-696E-37C32D3CAA12}"/>
              </a:ext>
            </a:extLst>
          </p:cNvPr>
          <p:cNvCxnSpPr>
            <a:cxnSpLocks/>
            <a:stCxn id="31" idx="0"/>
            <a:endCxn id="32" idx="4"/>
          </p:cNvCxnSpPr>
          <p:nvPr/>
        </p:nvCxnSpPr>
        <p:spPr>
          <a:xfrm flipV="1">
            <a:off x="1821786" y="2900264"/>
            <a:ext cx="5293" cy="18942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27C7072-3418-FA09-26AC-4319025AA9F7}"/>
              </a:ext>
            </a:extLst>
          </p:cNvPr>
          <p:cNvSpPr/>
          <p:nvPr/>
        </p:nvSpPr>
        <p:spPr>
          <a:xfrm>
            <a:off x="58918" y="394164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4E05DD-401E-EBF4-A1D1-41BE29344B4D}"/>
              </a:ext>
            </a:extLst>
          </p:cNvPr>
          <p:cNvSpPr txBox="1"/>
          <p:nvPr/>
        </p:nvSpPr>
        <p:spPr>
          <a:xfrm>
            <a:off x="311819" y="4117019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C5B12B-D8E4-E67D-FE44-AF8F25F659C1}"/>
              </a:ext>
            </a:extLst>
          </p:cNvPr>
          <p:cNvSpPr/>
          <p:nvPr/>
        </p:nvSpPr>
        <p:spPr>
          <a:xfrm>
            <a:off x="2467194" y="393840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4834E2-C3B4-495F-9F68-A6E14866029D}"/>
              </a:ext>
            </a:extLst>
          </p:cNvPr>
          <p:cNvSpPr txBox="1"/>
          <p:nvPr/>
        </p:nvSpPr>
        <p:spPr>
          <a:xfrm>
            <a:off x="2650366" y="4124096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0A93FD-4FB9-0EE4-0868-603F22B3331B}"/>
              </a:ext>
            </a:extLst>
          </p:cNvPr>
          <p:cNvSpPr/>
          <p:nvPr/>
        </p:nvSpPr>
        <p:spPr>
          <a:xfrm>
            <a:off x="1245719" y="393840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F0550D-5623-2177-6486-178139C0A365}"/>
              </a:ext>
            </a:extLst>
          </p:cNvPr>
          <p:cNvSpPr txBox="1"/>
          <p:nvPr/>
        </p:nvSpPr>
        <p:spPr>
          <a:xfrm>
            <a:off x="1519375" y="4108541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D9D8E9-369C-D611-615D-D752E23796D8}"/>
              </a:ext>
            </a:extLst>
          </p:cNvPr>
          <p:cNvCxnSpPr>
            <a:cxnSpLocks/>
            <a:stCxn id="31" idx="2"/>
            <a:endCxn id="35" idx="7"/>
          </p:cNvCxnSpPr>
          <p:nvPr/>
        </p:nvCxnSpPr>
        <p:spPr>
          <a:xfrm flipH="1">
            <a:off x="1042319" y="3700652"/>
            <a:ext cx="779462" cy="34644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4AEC52-E750-E0EF-7F16-AC2908E4AFA2}"/>
              </a:ext>
            </a:extLst>
          </p:cNvPr>
          <p:cNvCxnSpPr>
            <a:cxnSpLocks/>
            <a:stCxn id="31" idx="2"/>
            <a:endCxn id="37" idx="1"/>
          </p:cNvCxnSpPr>
          <p:nvPr/>
        </p:nvCxnSpPr>
        <p:spPr>
          <a:xfrm>
            <a:off x="1821781" y="3700651"/>
            <a:ext cx="814136" cy="34320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77BFB6-CF75-B610-148F-22060812388F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1821781" y="3700656"/>
            <a:ext cx="0" cy="23775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>
            <a:extLst>
              <a:ext uri="{FF2B5EF4-FFF2-40B4-BE49-F238E27FC236}">
                <a16:creationId xmlns:a16="http://schemas.microsoft.com/office/drawing/2014/main" id="{0BCFA5B9-0156-C62B-A55B-020228B03810}"/>
              </a:ext>
            </a:extLst>
          </p:cNvPr>
          <p:cNvSpPr/>
          <p:nvPr/>
        </p:nvSpPr>
        <p:spPr>
          <a:xfrm>
            <a:off x="2165706" y="1070598"/>
            <a:ext cx="1367169" cy="86409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5E2E1B-0F96-9D5D-1727-7E056412D1C4}"/>
              </a:ext>
            </a:extLst>
          </p:cNvPr>
          <p:cNvCxnSpPr>
            <a:cxnSpLocks/>
            <a:stCxn id="44" idx="3"/>
            <a:endCxn id="2" idx="1"/>
          </p:cNvCxnSpPr>
          <p:nvPr/>
        </p:nvCxnSpPr>
        <p:spPr>
          <a:xfrm flipV="1">
            <a:off x="3532869" y="1484960"/>
            <a:ext cx="655756" cy="176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39C50E-0E37-8AC5-23E0-9E2AFE8143DC}"/>
              </a:ext>
            </a:extLst>
          </p:cNvPr>
          <p:cNvCxnSpPr>
            <a:cxnSpLocks/>
            <a:stCxn id="31" idx="3"/>
            <a:endCxn id="44" idx="2"/>
          </p:cNvCxnSpPr>
          <p:nvPr/>
        </p:nvCxnSpPr>
        <p:spPr>
          <a:xfrm flipV="1">
            <a:off x="2467198" y="1934698"/>
            <a:ext cx="382093" cy="146047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2838F6A7-04A8-71A1-8880-840F1BA9F91C}"/>
              </a:ext>
            </a:extLst>
          </p:cNvPr>
          <p:cNvSpPr/>
          <p:nvPr/>
        </p:nvSpPr>
        <p:spPr>
          <a:xfrm>
            <a:off x="2273223" y="133063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3C24D3-3B59-C0BB-EB97-ADE4EBA037B3}"/>
              </a:ext>
            </a:extLst>
          </p:cNvPr>
          <p:cNvSpPr txBox="1"/>
          <p:nvPr/>
        </p:nvSpPr>
        <p:spPr>
          <a:xfrm>
            <a:off x="2421832" y="308438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5718167-9C32-7FFE-8EB0-89A442175229}"/>
              </a:ext>
            </a:extLst>
          </p:cNvPr>
          <p:cNvCxnSpPr>
            <a:cxnSpLocks/>
            <a:stCxn id="44" idx="0"/>
            <a:endCxn id="55" idx="4"/>
          </p:cNvCxnSpPr>
          <p:nvPr/>
        </p:nvCxnSpPr>
        <p:spPr>
          <a:xfrm flipV="1">
            <a:off x="2849285" y="853144"/>
            <a:ext cx="0" cy="21745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Diamond 123">
            <a:extLst>
              <a:ext uri="{FF2B5EF4-FFF2-40B4-BE49-F238E27FC236}">
                <a16:creationId xmlns:a16="http://schemas.microsoft.com/office/drawing/2014/main" id="{F84DFB2A-8C0D-7058-3E8F-3315F6ACCF77}"/>
              </a:ext>
            </a:extLst>
          </p:cNvPr>
          <p:cNvSpPr/>
          <p:nvPr/>
        </p:nvSpPr>
        <p:spPr>
          <a:xfrm>
            <a:off x="5954874" y="1051058"/>
            <a:ext cx="1367169" cy="86409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8B24A85-063E-E985-44D9-F8C59527A87E}"/>
              </a:ext>
            </a:extLst>
          </p:cNvPr>
          <p:cNvSpPr txBox="1"/>
          <p:nvPr/>
        </p:nvSpPr>
        <p:spPr>
          <a:xfrm>
            <a:off x="6322482" y="1298440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製造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23C5319-1925-7E7E-58BE-31E25919C8B9}"/>
              </a:ext>
            </a:extLst>
          </p:cNvPr>
          <p:cNvCxnSpPr>
            <a:cxnSpLocks/>
            <a:stCxn id="124" idx="1"/>
            <a:endCxn id="2" idx="3"/>
          </p:cNvCxnSpPr>
          <p:nvPr/>
        </p:nvCxnSpPr>
        <p:spPr>
          <a:xfrm flipH="1">
            <a:off x="5479448" y="1483105"/>
            <a:ext cx="475423" cy="1854"/>
          </a:xfrm>
          <a:prstGeom prst="line">
            <a:avLst/>
          </a:prstGeom>
          <a:ln w="111125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D931340-EC55-9067-9688-EE9DA4BF5C12}"/>
              </a:ext>
            </a:extLst>
          </p:cNvPr>
          <p:cNvSpPr/>
          <p:nvPr/>
        </p:nvSpPr>
        <p:spPr>
          <a:xfrm>
            <a:off x="7596339" y="3058561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メーカー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7C045C3-569B-ECF5-58F9-DFF5F124CA76}"/>
              </a:ext>
            </a:extLst>
          </p:cNvPr>
          <p:cNvCxnSpPr>
            <a:cxnSpLocks/>
            <a:endCxn id="124" idx="3"/>
          </p:cNvCxnSpPr>
          <p:nvPr/>
        </p:nvCxnSpPr>
        <p:spPr>
          <a:xfrm flipH="1" flipV="1">
            <a:off x="7322042" y="1483107"/>
            <a:ext cx="274297" cy="1544839"/>
          </a:xfrm>
          <a:prstGeom prst="line">
            <a:avLst/>
          </a:prstGeom>
          <a:ln w="22225">
            <a:solidFill>
              <a:srgbClr val="2B3348"/>
            </a:solidFill>
            <a:headEnd type="arrow" w="med" len="med"/>
            <a:tailEnd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7AF4134A-DA94-1409-A8D3-6ADD1BE7ED70}"/>
              </a:ext>
            </a:extLst>
          </p:cNvPr>
          <p:cNvSpPr/>
          <p:nvPr/>
        </p:nvSpPr>
        <p:spPr>
          <a:xfrm>
            <a:off x="7665686" y="213373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86F4A86-371B-68F4-3677-BD121E613384}"/>
              </a:ext>
            </a:extLst>
          </p:cNvPr>
          <p:cNvSpPr txBox="1"/>
          <p:nvPr/>
        </p:nvSpPr>
        <p:spPr>
          <a:xfrm>
            <a:off x="7796643" y="2321507"/>
            <a:ext cx="890212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企業名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69B0725E-8C25-B22D-B315-F454F6A5467D}"/>
              </a:ext>
            </a:extLst>
          </p:cNvPr>
          <p:cNvSpPr/>
          <p:nvPr/>
        </p:nvSpPr>
        <p:spPr>
          <a:xfrm>
            <a:off x="7962084" y="395202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E1108AE-507E-DE99-1193-D04EE53DAABE}"/>
              </a:ext>
            </a:extLst>
          </p:cNvPr>
          <p:cNvSpPr txBox="1"/>
          <p:nvPr/>
        </p:nvSpPr>
        <p:spPr>
          <a:xfrm>
            <a:off x="8145253" y="4137712"/>
            <a:ext cx="78579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1D53622D-3C3A-C66E-18B4-1057BEA3833E}"/>
              </a:ext>
            </a:extLst>
          </p:cNvPr>
          <p:cNvSpPr/>
          <p:nvPr/>
        </p:nvSpPr>
        <p:spPr>
          <a:xfrm>
            <a:off x="6740609" y="395202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EB0B97F-5EAB-2E21-D6FD-3BEC05D96841}"/>
              </a:ext>
            </a:extLst>
          </p:cNvPr>
          <p:cNvSpPr txBox="1"/>
          <p:nvPr/>
        </p:nvSpPr>
        <p:spPr>
          <a:xfrm>
            <a:off x="7014265" y="4122158"/>
            <a:ext cx="64633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TEL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DA014E2-13F0-0AE0-B8BB-9454853DC746}"/>
              </a:ext>
            </a:extLst>
          </p:cNvPr>
          <p:cNvCxnSpPr>
            <a:cxnSpLocks/>
            <a:stCxn id="130" idx="0"/>
            <a:endCxn id="141" idx="4"/>
          </p:cNvCxnSpPr>
          <p:nvPr/>
        </p:nvCxnSpPr>
        <p:spPr>
          <a:xfrm flipV="1">
            <a:off x="8241748" y="2853822"/>
            <a:ext cx="0" cy="20473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7A9E835-2D12-B552-6DD5-C4AA5BA36820}"/>
              </a:ext>
            </a:extLst>
          </p:cNvPr>
          <p:cNvCxnSpPr>
            <a:cxnSpLocks/>
            <a:stCxn id="130" idx="2"/>
            <a:endCxn id="143" idx="0"/>
          </p:cNvCxnSpPr>
          <p:nvPr/>
        </p:nvCxnSpPr>
        <p:spPr>
          <a:xfrm>
            <a:off x="8241750" y="3669530"/>
            <a:ext cx="296400" cy="28249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F9AE5F4-2029-03E8-D7C2-47479BE92110}"/>
              </a:ext>
            </a:extLst>
          </p:cNvPr>
          <p:cNvCxnSpPr>
            <a:cxnSpLocks/>
            <a:stCxn id="130" idx="2"/>
            <a:endCxn id="145" idx="0"/>
          </p:cNvCxnSpPr>
          <p:nvPr/>
        </p:nvCxnSpPr>
        <p:spPr>
          <a:xfrm flipH="1">
            <a:off x="7316673" y="3669531"/>
            <a:ext cx="925075" cy="28249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42C6F4-0935-0602-2420-C61855258B03}"/>
              </a:ext>
            </a:extLst>
          </p:cNvPr>
          <p:cNvSpPr txBox="1"/>
          <p:nvPr/>
        </p:nvSpPr>
        <p:spPr>
          <a:xfrm>
            <a:off x="2194038" y="1327745"/>
            <a:ext cx="1338828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お気に入り</a:t>
            </a:r>
          </a:p>
        </p:txBody>
      </p:sp>
    </p:spTree>
    <p:extLst>
      <p:ext uri="{BB962C8B-B14F-4D97-AF65-F5344CB8AC3E}">
        <p14:creationId xmlns:p14="http://schemas.microsoft.com/office/powerpoint/2010/main" val="1067649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99815B-E2C8-4F0F-E698-63C7E921E0B6}"/>
              </a:ext>
            </a:extLst>
          </p:cNvPr>
          <p:cNvSpPr/>
          <p:nvPr/>
        </p:nvSpPr>
        <p:spPr>
          <a:xfrm>
            <a:off x="6747750" y="1879487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61985C-B3AC-F770-63E2-45F06F16FC6F}"/>
              </a:ext>
            </a:extLst>
          </p:cNvPr>
          <p:cNvGrpSpPr/>
          <p:nvPr/>
        </p:nvGrpSpPr>
        <p:grpSpPr>
          <a:xfrm>
            <a:off x="6817095" y="942833"/>
            <a:ext cx="1152128" cy="503999"/>
            <a:chOff x="3071055" y="2652363"/>
            <a:chExt cx="1152128" cy="72008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B48D6DC-ACA0-851F-3230-EBA353528ED5}"/>
                </a:ext>
              </a:extLst>
            </p:cNvPr>
            <p:cNvSpPr/>
            <p:nvPr/>
          </p:nvSpPr>
          <p:spPr>
            <a:xfrm>
              <a:off x="3071055" y="265236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6ED080-950A-846D-F5F3-0A4523B73435}"/>
                </a:ext>
              </a:extLst>
            </p:cNvPr>
            <p:cNvSpPr txBox="1"/>
            <p:nvPr/>
          </p:nvSpPr>
          <p:spPr>
            <a:xfrm>
              <a:off x="3211224" y="2772644"/>
              <a:ext cx="872355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商品ID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FDE0E-F56B-22E8-B9F8-8342D057C515}"/>
              </a:ext>
            </a:extLst>
          </p:cNvPr>
          <p:cNvCxnSpPr>
            <a:cxnSpLocks/>
            <a:stCxn id="2" idx="0"/>
            <a:endCxn id="3" idx="4"/>
          </p:cNvCxnSpPr>
          <p:nvPr/>
        </p:nvCxnSpPr>
        <p:spPr>
          <a:xfrm flipV="1">
            <a:off x="7393159" y="1446825"/>
            <a:ext cx="0" cy="43265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D9FC2D-E856-9EF7-89F6-D2DA2D4BF84D}"/>
              </a:ext>
            </a:extLst>
          </p:cNvPr>
          <p:cNvGrpSpPr/>
          <p:nvPr/>
        </p:nvGrpSpPr>
        <p:grpSpPr>
          <a:xfrm>
            <a:off x="6531346" y="2805981"/>
            <a:ext cx="1152127" cy="503999"/>
            <a:chOff x="3760743" y="3403535"/>
            <a:chExt cx="1152128" cy="72008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B0DE40-BD45-0D20-44DE-A419E64A8CEF}"/>
                </a:ext>
              </a:extLst>
            </p:cNvPr>
            <p:cNvSpPr/>
            <p:nvPr/>
          </p:nvSpPr>
          <p:spPr>
            <a:xfrm>
              <a:off x="3760743" y="340353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1FBEC0-2C86-B8E2-AB1D-B25E61E5B14B}"/>
                </a:ext>
              </a:extLst>
            </p:cNvPr>
            <p:cNvSpPr txBox="1"/>
            <p:nvPr/>
          </p:nvSpPr>
          <p:spPr>
            <a:xfrm>
              <a:off x="3916156" y="3523816"/>
              <a:ext cx="877164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商品名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589ED-C291-C41E-9356-117C7177AD0B}"/>
              </a:ext>
            </a:extLst>
          </p:cNvPr>
          <p:cNvGrpSpPr/>
          <p:nvPr/>
        </p:nvGrpSpPr>
        <p:grpSpPr>
          <a:xfrm>
            <a:off x="7462507" y="3224138"/>
            <a:ext cx="1152127" cy="504000"/>
            <a:chOff x="4933173" y="3436771"/>
            <a:chExt cx="1152128" cy="7200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6C7A2AF-FCF9-28BC-FFC7-6797A6573E06}"/>
                </a:ext>
              </a:extLst>
            </p:cNvPr>
            <p:cNvSpPr/>
            <p:nvPr/>
          </p:nvSpPr>
          <p:spPr>
            <a:xfrm>
              <a:off x="4933173" y="3436771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E733F8-E36B-4AFD-CBC0-F488362A2404}"/>
                </a:ext>
              </a:extLst>
            </p:cNvPr>
            <p:cNvSpPr txBox="1"/>
            <p:nvPr/>
          </p:nvSpPr>
          <p:spPr>
            <a:xfrm>
              <a:off x="5188812" y="3559417"/>
              <a:ext cx="646332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価格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2BB7BD-810C-087B-192D-AC8479FB37F9}"/>
              </a:ext>
            </a:extLst>
          </p:cNvPr>
          <p:cNvGrpSpPr/>
          <p:nvPr/>
        </p:nvGrpSpPr>
        <p:grpSpPr>
          <a:xfrm>
            <a:off x="7927900" y="2646325"/>
            <a:ext cx="1152127" cy="504000"/>
            <a:chOff x="5398566" y="2646320"/>
            <a:chExt cx="1152128" cy="72008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50F51-EABA-A8A0-A5E0-72B43DAC8DCB}"/>
                </a:ext>
              </a:extLst>
            </p:cNvPr>
            <p:cNvSpPr/>
            <p:nvPr/>
          </p:nvSpPr>
          <p:spPr>
            <a:xfrm>
              <a:off x="5398566" y="2646320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FB5156-5052-F20D-386A-A4AC4CEF354A}"/>
                </a:ext>
              </a:extLst>
            </p:cNvPr>
            <p:cNvSpPr txBox="1"/>
            <p:nvPr/>
          </p:nvSpPr>
          <p:spPr>
            <a:xfrm>
              <a:off x="5536048" y="2775236"/>
              <a:ext cx="877164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発売日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DE61A-70BD-7DDC-2E0A-29E93F697CB9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7107410" y="2383488"/>
            <a:ext cx="285751" cy="42249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387DA-EB57-4904-B881-940E949BE414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7393163" y="2383487"/>
            <a:ext cx="645411" cy="84064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B5DFD-881F-2B4B-25CA-F129485BF269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7393163" y="2383483"/>
            <a:ext cx="703464" cy="33664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ADB9B-2BB0-B34E-6B54-1319421E05FA}"/>
              </a:ext>
            </a:extLst>
          </p:cNvPr>
          <p:cNvSpPr/>
          <p:nvPr/>
        </p:nvSpPr>
        <p:spPr>
          <a:xfrm>
            <a:off x="1217635" y="1903638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B33B19D-7E70-790D-49DF-38051BC32BDF}"/>
              </a:ext>
            </a:extLst>
          </p:cNvPr>
          <p:cNvGrpSpPr/>
          <p:nvPr/>
        </p:nvGrpSpPr>
        <p:grpSpPr>
          <a:xfrm>
            <a:off x="1286980" y="937397"/>
            <a:ext cx="1152128" cy="503999"/>
            <a:chOff x="1280800" y="2523078"/>
            <a:chExt cx="1152128" cy="7200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9F101F1-EC79-325D-F2AB-8068FF715215}"/>
                </a:ext>
              </a:extLst>
            </p:cNvPr>
            <p:cNvSpPr/>
            <p:nvPr/>
          </p:nvSpPr>
          <p:spPr>
            <a:xfrm>
              <a:off x="1280800" y="2523078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15F6A2-D2E6-F762-855F-D1C2C73D85D4}"/>
                </a:ext>
              </a:extLst>
            </p:cNvPr>
            <p:cNvSpPr txBox="1"/>
            <p:nvPr/>
          </p:nvSpPr>
          <p:spPr>
            <a:xfrm>
              <a:off x="1312851" y="2633025"/>
              <a:ext cx="1107996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ユーザ名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9368AD-161B-42E7-696E-37C32D3CAA12}"/>
              </a:ext>
            </a:extLst>
          </p:cNvPr>
          <p:cNvCxnSpPr>
            <a:cxnSpLocks/>
            <a:stCxn id="31" idx="0"/>
            <a:endCxn id="32" idx="4"/>
          </p:cNvCxnSpPr>
          <p:nvPr/>
        </p:nvCxnSpPr>
        <p:spPr>
          <a:xfrm flipV="1">
            <a:off x="1863044" y="1441396"/>
            <a:ext cx="0" cy="46224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FD2489-C93B-4CA9-ADE3-8CB6DDDC6141}"/>
              </a:ext>
            </a:extLst>
          </p:cNvPr>
          <p:cNvGrpSpPr/>
          <p:nvPr/>
        </p:nvGrpSpPr>
        <p:grpSpPr>
          <a:xfrm>
            <a:off x="63501" y="2772870"/>
            <a:ext cx="1152127" cy="533493"/>
            <a:chOff x="88706" y="4284545"/>
            <a:chExt cx="1152128" cy="72008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27C7072-3418-FA09-26AC-4319025AA9F7}"/>
                </a:ext>
              </a:extLst>
            </p:cNvPr>
            <p:cNvSpPr/>
            <p:nvPr/>
          </p:nvSpPr>
          <p:spPr>
            <a:xfrm>
              <a:off x="88706" y="428454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4E05DD-401E-EBF4-A1D1-41BE29344B4D}"/>
                </a:ext>
              </a:extLst>
            </p:cNvPr>
            <p:cNvSpPr txBox="1"/>
            <p:nvPr/>
          </p:nvSpPr>
          <p:spPr>
            <a:xfrm>
              <a:off x="329502" y="4387351"/>
              <a:ext cx="646332" cy="498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氏名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4ED7EF-E331-6D1E-33AF-DFF9ADDC76E2}"/>
              </a:ext>
            </a:extLst>
          </p:cNvPr>
          <p:cNvGrpSpPr/>
          <p:nvPr/>
        </p:nvGrpSpPr>
        <p:grpSpPr>
          <a:xfrm>
            <a:off x="1607079" y="2865806"/>
            <a:ext cx="1152127" cy="503999"/>
            <a:chOff x="2496982" y="4281303"/>
            <a:chExt cx="1152128" cy="72008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3C5B12B-D8E4-E67D-FE44-AF8F25F659C1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4834E2-C3B4-495F-9F68-A6E14866029D}"/>
                </a:ext>
              </a:extLst>
            </p:cNvPr>
            <p:cNvSpPr txBox="1"/>
            <p:nvPr/>
          </p:nvSpPr>
          <p:spPr>
            <a:xfrm>
              <a:off x="2680149" y="4395342"/>
              <a:ext cx="785794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email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9E87971-0C6F-F9C8-34B8-E1AA53771E09}"/>
              </a:ext>
            </a:extLst>
          </p:cNvPr>
          <p:cNvGrpSpPr/>
          <p:nvPr/>
        </p:nvGrpSpPr>
        <p:grpSpPr>
          <a:xfrm>
            <a:off x="655495" y="3324707"/>
            <a:ext cx="1152127" cy="539956"/>
            <a:chOff x="1275507" y="4281303"/>
            <a:chExt cx="1152128" cy="72008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90A93FD-4FB9-0EE4-0868-603F22B3331B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1F0550D-5623-2177-6486-178139C0A365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4923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住所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D9D8E9-369C-D611-615D-D752E23796D8}"/>
              </a:ext>
            </a:extLst>
          </p:cNvPr>
          <p:cNvCxnSpPr>
            <a:cxnSpLocks/>
            <a:stCxn id="31" idx="2"/>
            <a:endCxn id="35" idx="7"/>
          </p:cNvCxnSpPr>
          <p:nvPr/>
        </p:nvCxnSpPr>
        <p:spPr>
          <a:xfrm flipH="1">
            <a:off x="1046905" y="2407633"/>
            <a:ext cx="816139" cy="43904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4AEC52-E750-E0EF-7F16-AC2908E4AFA2}"/>
              </a:ext>
            </a:extLst>
          </p:cNvPr>
          <p:cNvCxnSpPr>
            <a:cxnSpLocks/>
            <a:stCxn id="31" idx="2"/>
            <a:endCxn id="37" idx="0"/>
          </p:cNvCxnSpPr>
          <p:nvPr/>
        </p:nvCxnSpPr>
        <p:spPr>
          <a:xfrm>
            <a:off x="1863044" y="2407634"/>
            <a:ext cx="320100" cy="45817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77BFB6-CF75-B610-148F-22060812388F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 flipH="1">
            <a:off x="1231563" y="2407640"/>
            <a:ext cx="631485" cy="91706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114302-9D93-AB91-A459-C5491C669AFB}"/>
              </a:ext>
            </a:extLst>
          </p:cNvPr>
          <p:cNvGrpSpPr/>
          <p:nvPr/>
        </p:nvGrpSpPr>
        <p:grpSpPr>
          <a:xfrm>
            <a:off x="3926452" y="1707655"/>
            <a:ext cx="1367169" cy="864096"/>
            <a:chOff x="2195490" y="1654797"/>
            <a:chExt cx="1367169" cy="864096"/>
          </a:xfrm>
        </p:grpSpPr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48189DEE-BE83-A9EE-E102-90A402B8CB86}"/>
                </a:ext>
              </a:extLst>
            </p:cNvPr>
            <p:cNvSpPr/>
            <p:nvPr/>
          </p:nvSpPr>
          <p:spPr>
            <a:xfrm>
              <a:off x="2195490" y="1654797"/>
              <a:ext cx="1367169" cy="864096"/>
            </a:xfrm>
            <a:prstGeom prst="diamond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9A9AFC5-934F-DEF0-6CE8-6BC8A1D3EB69}"/>
                </a:ext>
              </a:extLst>
            </p:cNvPr>
            <p:cNvSpPr txBox="1"/>
            <p:nvPr/>
          </p:nvSpPr>
          <p:spPr>
            <a:xfrm>
              <a:off x="2325076" y="1902179"/>
              <a:ext cx="1107996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購買履歴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E87100D-2C1C-08E2-D2BB-026C678631E5}"/>
              </a:ext>
            </a:extLst>
          </p:cNvPr>
          <p:cNvSpPr/>
          <p:nvPr/>
        </p:nvSpPr>
        <p:spPr>
          <a:xfrm>
            <a:off x="3964427" y="2994244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明細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F7699A7-1145-2C86-0D93-362FC0B986ED}"/>
              </a:ext>
            </a:extLst>
          </p:cNvPr>
          <p:cNvGrpSpPr/>
          <p:nvPr/>
        </p:nvGrpSpPr>
        <p:grpSpPr>
          <a:xfrm>
            <a:off x="2816654" y="3855333"/>
            <a:ext cx="1152128" cy="504000"/>
            <a:chOff x="2496982" y="4281303"/>
            <a:chExt cx="1152128" cy="72008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775483D-AFEB-524B-6F96-137A0C1B5475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32E71D-5F76-68FF-5EA6-73B27EE5DA8C}"/>
                </a:ext>
              </a:extLst>
            </p:cNvPr>
            <p:cNvSpPr txBox="1"/>
            <p:nvPr/>
          </p:nvSpPr>
          <p:spPr>
            <a:xfrm>
              <a:off x="2636867" y="4396486"/>
              <a:ext cx="872355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明細ID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FE01A4-5E0D-A1E9-F71E-2909EE5E34C1}"/>
              </a:ext>
            </a:extLst>
          </p:cNvPr>
          <p:cNvGrpSpPr/>
          <p:nvPr/>
        </p:nvGrpSpPr>
        <p:grpSpPr>
          <a:xfrm>
            <a:off x="4029209" y="3855336"/>
            <a:ext cx="1152127" cy="503999"/>
            <a:chOff x="1275507" y="4281303"/>
            <a:chExt cx="1152128" cy="72008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0455E9B-9EEB-6260-8368-CEA6D8D66698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DFF2ACC-BFD6-4D58-886E-04562EBC8E69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799" dirty="0" err="1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数量</a:t>
              </a:r>
              <a:endPara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67F22D-1EFD-83BF-CA76-F84977A497D1}"/>
              </a:ext>
            </a:extLst>
          </p:cNvPr>
          <p:cNvCxnSpPr>
            <a:cxnSpLocks/>
            <a:stCxn id="58" idx="2"/>
            <a:endCxn id="72" idx="7"/>
          </p:cNvCxnSpPr>
          <p:nvPr/>
        </p:nvCxnSpPr>
        <p:spPr>
          <a:xfrm flipH="1">
            <a:off x="3800056" y="3498240"/>
            <a:ext cx="809780" cy="43090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D8E764F-2626-DA80-616E-5C6B8C8DF42A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 flipH="1">
            <a:off x="4605272" y="3498246"/>
            <a:ext cx="4564" cy="35709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FBD417E-2FB8-0912-D625-94A929C07166}"/>
              </a:ext>
            </a:extLst>
          </p:cNvPr>
          <p:cNvCxnSpPr>
            <a:cxnSpLocks/>
            <a:stCxn id="53" idx="1"/>
            <a:endCxn id="31" idx="3"/>
          </p:cNvCxnSpPr>
          <p:nvPr/>
        </p:nvCxnSpPr>
        <p:spPr>
          <a:xfrm flipH="1">
            <a:off x="2508460" y="2139702"/>
            <a:ext cx="1417993" cy="15933"/>
          </a:xfrm>
          <a:prstGeom prst="line">
            <a:avLst/>
          </a:prstGeom>
          <a:ln w="19050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47B33A8-DF0E-B706-CE43-C00DF7603B66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 flipH="1">
            <a:off x="4609841" y="2571753"/>
            <a:ext cx="197" cy="422489"/>
          </a:xfrm>
          <a:prstGeom prst="line">
            <a:avLst/>
          </a:prstGeom>
          <a:ln w="889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9E985CF-4AEA-028B-2E46-CA14B0570F80}"/>
              </a:ext>
            </a:extLst>
          </p:cNvPr>
          <p:cNvCxnSpPr>
            <a:cxnSpLocks/>
            <a:stCxn id="53" idx="3"/>
            <a:endCxn id="2" idx="1"/>
          </p:cNvCxnSpPr>
          <p:nvPr/>
        </p:nvCxnSpPr>
        <p:spPr>
          <a:xfrm flipV="1">
            <a:off x="5293622" y="2131486"/>
            <a:ext cx="1454131" cy="8220"/>
          </a:xfrm>
          <a:prstGeom prst="line">
            <a:avLst/>
          </a:prstGeom>
          <a:ln w="19050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97F365A-E9ED-FDFE-5F5D-69FAF08DDC5C}"/>
              </a:ext>
            </a:extLst>
          </p:cNvPr>
          <p:cNvGrpSpPr/>
          <p:nvPr/>
        </p:nvGrpSpPr>
        <p:grpSpPr>
          <a:xfrm>
            <a:off x="5244082" y="3855334"/>
            <a:ext cx="1152128" cy="504000"/>
            <a:chOff x="4379313" y="430921"/>
            <a:chExt cx="1152128" cy="503999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A9AB9DE-B74D-A5BD-DAF7-A57DB9D411C1}"/>
                </a:ext>
              </a:extLst>
            </p:cNvPr>
            <p:cNvSpPr/>
            <p:nvPr/>
          </p:nvSpPr>
          <p:spPr>
            <a:xfrm>
              <a:off x="4379313" y="430921"/>
              <a:ext cx="1152128" cy="50399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9EB67F3-ABCB-3243-687C-C7B2261D805C}"/>
                </a:ext>
              </a:extLst>
            </p:cNvPr>
            <p:cNvSpPr txBox="1"/>
            <p:nvPr/>
          </p:nvSpPr>
          <p:spPr>
            <a:xfrm>
              <a:off x="4529213" y="516743"/>
              <a:ext cx="877163" cy="369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購買日</a:t>
              </a: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3DEF01B-2C4E-491D-64B5-652CB59F47F8}"/>
              </a:ext>
            </a:extLst>
          </p:cNvPr>
          <p:cNvCxnSpPr>
            <a:cxnSpLocks/>
            <a:stCxn id="58" idx="2"/>
            <a:endCxn id="104" idx="1"/>
          </p:cNvCxnSpPr>
          <p:nvPr/>
        </p:nvCxnSpPr>
        <p:spPr>
          <a:xfrm>
            <a:off x="4609836" y="3498240"/>
            <a:ext cx="802970" cy="43090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73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99815B-E2C8-4F0F-E698-63C7E921E0B6}"/>
              </a:ext>
            </a:extLst>
          </p:cNvPr>
          <p:cNvSpPr/>
          <p:nvPr/>
        </p:nvSpPr>
        <p:spPr>
          <a:xfrm>
            <a:off x="5517573" y="1740814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61985C-B3AC-F770-63E2-45F06F16FC6F}"/>
              </a:ext>
            </a:extLst>
          </p:cNvPr>
          <p:cNvGrpSpPr/>
          <p:nvPr/>
        </p:nvGrpSpPr>
        <p:grpSpPr>
          <a:xfrm>
            <a:off x="5586917" y="885040"/>
            <a:ext cx="1152128" cy="503999"/>
            <a:chOff x="3071055" y="2652363"/>
            <a:chExt cx="1152128" cy="72008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B48D6DC-ACA0-851F-3230-EBA353528ED5}"/>
                </a:ext>
              </a:extLst>
            </p:cNvPr>
            <p:cNvSpPr/>
            <p:nvPr/>
          </p:nvSpPr>
          <p:spPr>
            <a:xfrm>
              <a:off x="3071055" y="265236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6ED080-950A-846D-F5F3-0A4523B73435}"/>
                </a:ext>
              </a:extLst>
            </p:cNvPr>
            <p:cNvSpPr txBox="1"/>
            <p:nvPr/>
          </p:nvSpPr>
          <p:spPr>
            <a:xfrm>
              <a:off x="3211224" y="2772644"/>
              <a:ext cx="872355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商品ID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FDE0E-F56B-22E8-B9F8-8342D057C515}"/>
              </a:ext>
            </a:extLst>
          </p:cNvPr>
          <p:cNvCxnSpPr>
            <a:cxnSpLocks/>
            <a:stCxn id="2" idx="0"/>
            <a:endCxn id="3" idx="4"/>
          </p:cNvCxnSpPr>
          <p:nvPr/>
        </p:nvCxnSpPr>
        <p:spPr>
          <a:xfrm flipV="1">
            <a:off x="6162981" y="1389033"/>
            <a:ext cx="0" cy="35177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D9FC2D-E856-9EF7-89F6-D2DA2D4BF84D}"/>
              </a:ext>
            </a:extLst>
          </p:cNvPr>
          <p:cNvGrpSpPr/>
          <p:nvPr/>
        </p:nvGrpSpPr>
        <p:grpSpPr>
          <a:xfrm>
            <a:off x="7665342" y="1266573"/>
            <a:ext cx="1152127" cy="503999"/>
            <a:chOff x="3760743" y="3403535"/>
            <a:chExt cx="1152128" cy="72008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B0DE40-BD45-0D20-44DE-A419E64A8CEF}"/>
                </a:ext>
              </a:extLst>
            </p:cNvPr>
            <p:cNvSpPr/>
            <p:nvPr/>
          </p:nvSpPr>
          <p:spPr>
            <a:xfrm>
              <a:off x="3760743" y="340353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1FBEC0-2C86-B8E2-AB1D-B25E61E5B14B}"/>
                </a:ext>
              </a:extLst>
            </p:cNvPr>
            <p:cNvSpPr txBox="1"/>
            <p:nvPr/>
          </p:nvSpPr>
          <p:spPr>
            <a:xfrm>
              <a:off x="3916156" y="3523816"/>
              <a:ext cx="877164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商品名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589ED-C291-C41E-9356-117C7177AD0B}"/>
              </a:ext>
            </a:extLst>
          </p:cNvPr>
          <p:cNvGrpSpPr/>
          <p:nvPr/>
        </p:nvGrpSpPr>
        <p:grpSpPr>
          <a:xfrm>
            <a:off x="7675026" y="2433603"/>
            <a:ext cx="1152127" cy="504000"/>
            <a:chOff x="4933173" y="3436771"/>
            <a:chExt cx="1152128" cy="7200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6C7A2AF-FCF9-28BC-FFC7-6797A6573E06}"/>
                </a:ext>
              </a:extLst>
            </p:cNvPr>
            <p:cNvSpPr/>
            <p:nvPr/>
          </p:nvSpPr>
          <p:spPr>
            <a:xfrm>
              <a:off x="4933173" y="3436771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E733F8-E36B-4AFD-CBC0-F488362A2404}"/>
                </a:ext>
              </a:extLst>
            </p:cNvPr>
            <p:cNvSpPr txBox="1"/>
            <p:nvPr/>
          </p:nvSpPr>
          <p:spPr>
            <a:xfrm>
              <a:off x="5188812" y="3559417"/>
              <a:ext cx="646332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価格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2BB7BD-810C-087B-192D-AC8479FB37F9}"/>
              </a:ext>
            </a:extLst>
          </p:cNvPr>
          <p:cNvGrpSpPr/>
          <p:nvPr/>
        </p:nvGrpSpPr>
        <p:grpSpPr>
          <a:xfrm>
            <a:off x="7651208" y="1858529"/>
            <a:ext cx="1152127" cy="504000"/>
            <a:chOff x="5398566" y="2646320"/>
            <a:chExt cx="1152128" cy="72008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50F51-EABA-A8A0-A5E0-72B43DAC8DCB}"/>
                </a:ext>
              </a:extLst>
            </p:cNvPr>
            <p:cNvSpPr/>
            <p:nvPr/>
          </p:nvSpPr>
          <p:spPr>
            <a:xfrm>
              <a:off x="5398566" y="2646320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FB5156-5052-F20D-386A-A4AC4CEF354A}"/>
                </a:ext>
              </a:extLst>
            </p:cNvPr>
            <p:cNvSpPr txBox="1"/>
            <p:nvPr/>
          </p:nvSpPr>
          <p:spPr>
            <a:xfrm>
              <a:off x="5536048" y="2775236"/>
              <a:ext cx="877164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発売日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DE61A-70BD-7DDC-2E0A-29E93F697CB9}"/>
              </a:ext>
            </a:extLst>
          </p:cNvPr>
          <p:cNvCxnSpPr>
            <a:cxnSpLocks/>
            <a:stCxn id="2" idx="3"/>
            <a:endCxn id="6" idx="3"/>
          </p:cNvCxnSpPr>
          <p:nvPr/>
        </p:nvCxnSpPr>
        <p:spPr>
          <a:xfrm flipV="1">
            <a:off x="6808394" y="1696761"/>
            <a:ext cx="1025674" cy="29605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387DA-EB57-4904-B881-940E949BE414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6808393" y="1992810"/>
            <a:ext cx="1035356" cy="51459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B5DFD-881F-2B4B-25CA-F129485BF269}"/>
              </a:ext>
            </a:extLst>
          </p:cNvPr>
          <p:cNvCxnSpPr>
            <a:cxnSpLocks/>
            <a:stCxn id="2" idx="3"/>
            <a:endCxn id="10" idx="2"/>
          </p:cNvCxnSpPr>
          <p:nvPr/>
        </p:nvCxnSpPr>
        <p:spPr>
          <a:xfrm>
            <a:off x="6808392" y="1992810"/>
            <a:ext cx="842814" cy="11771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ADB9B-2BB0-B34E-6B54-1319421E05FA}"/>
              </a:ext>
            </a:extLst>
          </p:cNvPr>
          <p:cNvSpPr/>
          <p:nvPr/>
        </p:nvSpPr>
        <p:spPr>
          <a:xfrm>
            <a:off x="1344241" y="1803064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B33B19D-7E70-790D-49DF-38051BC32BDF}"/>
              </a:ext>
            </a:extLst>
          </p:cNvPr>
          <p:cNvGrpSpPr/>
          <p:nvPr/>
        </p:nvGrpSpPr>
        <p:grpSpPr>
          <a:xfrm>
            <a:off x="1418879" y="893562"/>
            <a:ext cx="1152128" cy="503999"/>
            <a:chOff x="1280800" y="2523078"/>
            <a:chExt cx="1152128" cy="7200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9F101F1-EC79-325D-F2AB-8068FF715215}"/>
                </a:ext>
              </a:extLst>
            </p:cNvPr>
            <p:cNvSpPr/>
            <p:nvPr/>
          </p:nvSpPr>
          <p:spPr>
            <a:xfrm>
              <a:off x="1280800" y="2523078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15F6A2-D2E6-F762-855F-D1C2C73D85D4}"/>
                </a:ext>
              </a:extLst>
            </p:cNvPr>
            <p:cNvSpPr txBox="1"/>
            <p:nvPr/>
          </p:nvSpPr>
          <p:spPr>
            <a:xfrm>
              <a:off x="1312851" y="2633025"/>
              <a:ext cx="1107996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ユーザ名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9368AD-161B-42E7-696E-37C32D3CAA12}"/>
              </a:ext>
            </a:extLst>
          </p:cNvPr>
          <p:cNvCxnSpPr>
            <a:cxnSpLocks/>
            <a:stCxn id="31" idx="0"/>
            <a:endCxn id="32" idx="4"/>
          </p:cNvCxnSpPr>
          <p:nvPr/>
        </p:nvCxnSpPr>
        <p:spPr>
          <a:xfrm flipV="1">
            <a:off x="1989655" y="1397563"/>
            <a:ext cx="5293" cy="40550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FD2489-C93B-4CA9-ADE3-8CB6DDDC6141}"/>
              </a:ext>
            </a:extLst>
          </p:cNvPr>
          <p:cNvGrpSpPr/>
          <p:nvPr/>
        </p:nvGrpSpPr>
        <p:grpSpPr>
          <a:xfrm>
            <a:off x="190107" y="2672298"/>
            <a:ext cx="1152127" cy="533493"/>
            <a:chOff x="88706" y="4284545"/>
            <a:chExt cx="1152128" cy="72008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27C7072-3418-FA09-26AC-4319025AA9F7}"/>
                </a:ext>
              </a:extLst>
            </p:cNvPr>
            <p:cNvSpPr/>
            <p:nvPr/>
          </p:nvSpPr>
          <p:spPr>
            <a:xfrm>
              <a:off x="88706" y="428454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4E05DD-401E-EBF4-A1D1-41BE29344B4D}"/>
                </a:ext>
              </a:extLst>
            </p:cNvPr>
            <p:cNvSpPr txBox="1"/>
            <p:nvPr/>
          </p:nvSpPr>
          <p:spPr>
            <a:xfrm>
              <a:off x="329502" y="4387351"/>
              <a:ext cx="646332" cy="498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氏名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4ED7EF-E331-6D1E-33AF-DFF9ADDC76E2}"/>
              </a:ext>
            </a:extLst>
          </p:cNvPr>
          <p:cNvGrpSpPr/>
          <p:nvPr/>
        </p:nvGrpSpPr>
        <p:grpSpPr>
          <a:xfrm>
            <a:off x="1733685" y="2765233"/>
            <a:ext cx="1152127" cy="503999"/>
            <a:chOff x="2496982" y="4281303"/>
            <a:chExt cx="1152128" cy="72008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3C5B12B-D8E4-E67D-FE44-AF8F25F659C1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4834E2-C3B4-495F-9F68-A6E14866029D}"/>
                </a:ext>
              </a:extLst>
            </p:cNvPr>
            <p:cNvSpPr txBox="1"/>
            <p:nvPr/>
          </p:nvSpPr>
          <p:spPr>
            <a:xfrm>
              <a:off x="2680149" y="4395342"/>
              <a:ext cx="785794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email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9E87971-0C6F-F9C8-34B8-E1AA53771E09}"/>
              </a:ext>
            </a:extLst>
          </p:cNvPr>
          <p:cNvGrpSpPr/>
          <p:nvPr/>
        </p:nvGrpSpPr>
        <p:grpSpPr>
          <a:xfrm>
            <a:off x="782102" y="3224135"/>
            <a:ext cx="1152127" cy="539956"/>
            <a:chOff x="1275507" y="4281303"/>
            <a:chExt cx="1152128" cy="72008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90A93FD-4FB9-0EE4-0868-603F22B3331B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1F0550D-5623-2177-6486-178139C0A365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4923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住所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D9D8E9-369C-D611-615D-D752E23796D8}"/>
              </a:ext>
            </a:extLst>
          </p:cNvPr>
          <p:cNvCxnSpPr>
            <a:cxnSpLocks/>
            <a:stCxn id="31" idx="2"/>
            <a:endCxn id="35" idx="7"/>
          </p:cNvCxnSpPr>
          <p:nvPr/>
        </p:nvCxnSpPr>
        <p:spPr>
          <a:xfrm flipH="1">
            <a:off x="1173513" y="2307060"/>
            <a:ext cx="816139" cy="43904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4AEC52-E750-E0EF-7F16-AC2908E4AFA2}"/>
              </a:ext>
            </a:extLst>
          </p:cNvPr>
          <p:cNvCxnSpPr>
            <a:cxnSpLocks/>
            <a:stCxn id="31" idx="2"/>
            <a:endCxn id="37" idx="0"/>
          </p:cNvCxnSpPr>
          <p:nvPr/>
        </p:nvCxnSpPr>
        <p:spPr>
          <a:xfrm>
            <a:off x="1989650" y="2307060"/>
            <a:ext cx="320100" cy="45817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77BFB6-CF75-B610-148F-22060812388F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 flipH="1">
            <a:off x="1358169" y="2307066"/>
            <a:ext cx="631485" cy="91706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114302-9D93-AB91-A459-C5491C669AFB}"/>
              </a:ext>
            </a:extLst>
          </p:cNvPr>
          <p:cNvGrpSpPr/>
          <p:nvPr/>
        </p:nvGrpSpPr>
        <p:grpSpPr>
          <a:xfrm>
            <a:off x="3427725" y="1626117"/>
            <a:ext cx="1367169" cy="864096"/>
            <a:chOff x="2195490" y="1654797"/>
            <a:chExt cx="1367169" cy="864096"/>
          </a:xfrm>
        </p:grpSpPr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48189DEE-BE83-A9EE-E102-90A402B8CB86}"/>
                </a:ext>
              </a:extLst>
            </p:cNvPr>
            <p:cNvSpPr/>
            <p:nvPr/>
          </p:nvSpPr>
          <p:spPr>
            <a:xfrm>
              <a:off x="2195490" y="1654797"/>
              <a:ext cx="1367169" cy="864096"/>
            </a:xfrm>
            <a:prstGeom prst="diamond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9A9AFC5-934F-DEF0-6CE8-6BC8A1D3EB69}"/>
                </a:ext>
              </a:extLst>
            </p:cNvPr>
            <p:cNvSpPr txBox="1"/>
            <p:nvPr/>
          </p:nvSpPr>
          <p:spPr>
            <a:xfrm>
              <a:off x="2325076" y="1902179"/>
              <a:ext cx="1107996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購買履歴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E87100D-2C1C-08E2-D2BB-026C678631E5}"/>
              </a:ext>
            </a:extLst>
          </p:cNvPr>
          <p:cNvSpPr/>
          <p:nvPr/>
        </p:nvSpPr>
        <p:spPr>
          <a:xfrm>
            <a:off x="3478401" y="2912706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注文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F7699A7-1145-2C86-0D93-362FC0B986ED}"/>
              </a:ext>
            </a:extLst>
          </p:cNvPr>
          <p:cNvGrpSpPr/>
          <p:nvPr/>
        </p:nvGrpSpPr>
        <p:grpSpPr>
          <a:xfrm>
            <a:off x="2920278" y="4229840"/>
            <a:ext cx="1152128" cy="504000"/>
            <a:chOff x="2496982" y="4281303"/>
            <a:chExt cx="1152128" cy="72008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775483D-AFEB-524B-6F96-137A0C1B5475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32E71D-5F76-68FF-5EA6-73B27EE5DA8C}"/>
                </a:ext>
              </a:extLst>
            </p:cNvPr>
            <p:cNvSpPr txBox="1"/>
            <p:nvPr/>
          </p:nvSpPr>
          <p:spPr>
            <a:xfrm>
              <a:off x="2636867" y="4396486"/>
              <a:ext cx="872355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注文ID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FE01A4-5E0D-A1E9-F71E-2909EE5E34C1}"/>
              </a:ext>
            </a:extLst>
          </p:cNvPr>
          <p:cNvGrpSpPr/>
          <p:nvPr/>
        </p:nvGrpSpPr>
        <p:grpSpPr>
          <a:xfrm>
            <a:off x="5592885" y="4229844"/>
            <a:ext cx="1152127" cy="503999"/>
            <a:chOff x="1275507" y="4281303"/>
            <a:chExt cx="1152128" cy="72008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0455E9B-9EEB-6260-8368-CEA6D8D66698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DFF2ACC-BFD6-4D58-886E-04562EBC8E69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799" dirty="0" err="1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数量</a:t>
              </a:r>
              <a:endPara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67F22D-1EFD-83BF-CA76-F84977A497D1}"/>
              </a:ext>
            </a:extLst>
          </p:cNvPr>
          <p:cNvCxnSpPr>
            <a:cxnSpLocks/>
            <a:stCxn id="58" idx="2"/>
            <a:endCxn id="72" idx="0"/>
          </p:cNvCxnSpPr>
          <p:nvPr/>
        </p:nvCxnSpPr>
        <p:spPr>
          <a:xfrm flipH="1">
            <a:off x="3496346" y="3416707"/>
            <a:ext cx="627469" cy="81313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D8E764F-2626-DA80-616E-5C6B8C8DF42A}"/>
              </a:ext>
            </a:extLst>
          </p:cNvPr>
          <p:cNvCxnSpPr>
            <a:cxnSpLocks/>
            <a:stCxn id="20" idx="2"/>
            <a:endCxn id="75" idx="0"/>
          </p:cNvCxnSpPr>
          <p:nvPr/>
        </p:nvCxnSpPr>
        <p:spPr>
          <a:xfrm>
            <a:off x="6163059" y="3608345"/>
            <a:ext cx="5892" cy="62149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FBD417E-2FB8-0912-D625-94A929C07166}"/>
              </a:ext>
            </a:extLst>
          </p:cNvPr>
          <p:cNvCxnSpPr>
            <a:cxnSpLocks/>
            <a:stCxn id="53" idx="1"/>
            <a:endCxn id="31" idx="3"/>
          </p:cNvCxnSpPr>
          <p:nvPr/>
        </p:nvCxnSpPr>
        <p:spPr>
          <a:xfrm flipH="1" flipV="1">
            <a:off x="2635066" y="2055061"/>
            <a:ext cx="792661" cy="3104"/>
          </a:xfrm>
          <a:prstGeom prst="line">
            <a:avLst/>
          </a:prstGeom>
          <a:ln w="19050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47B33A8-DF0E-B706-CE43-C00DF7603B66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>
            <a:off x="4111312" y="2490217"/>
            <a:ext cx="12503" cy="422489"/>
          </a:xfrm>
          <a:prstGeom prst="line">
            <a:avLst/>
          </a:prstGeom>
          <a:ln w="889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97F365A-E9ED-FDFE-5F5D-69FAF08DDC5C}"/>
              </a:ext>
            </a:extLst>
          </p:cNvPr>
          <p:cNvGrpSpPr/>
          <p:nvPr/>
        </p:nvGrpSpPr>
        <p:grpSpPr>
          <a:xfrm>
            <a:off x="4084072" y="4268141"/>
            <a:ext cx="1152128" cy="504000"/>
            <a:chOff x="4379313" y="430921"/>
            <a:chExt cx="1152128" cy="503999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A9AB9DE-B74D-A5BD-DAF7-A57DB9D411C1}"/>
                </a:ext>
              </a:extLst>
            </p:cNvPr>
            <p:cNvSpPr/>
            <p:nvPr/>
          </p:nvSpPr>
          <p:spPr>
            <a:xfrm>
              <a:off x="4379313" y="430921"/>
              <a:ext cx="1152128" cy="50399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9EB67F3-ABCB-3243-687C-C7B2261D805C}"/>
                </a:ext>
              </a:extLst>
            </p:cNvPr>
            <p:cNvSpPr txBox="1"/>
            <p:nvPr/>
          </p:nvSpPr>
          <p:spPr>
            <a:xfrm>
              <a:off x="4529213" y="516743"/>
              <a:ext cx="877163" cy="369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注文日</a:t>
              </a: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3DEF01B-2C4E-491D-64B5-652CB59F47F8}"/>
              </a:ext>
            </a:extLst>
          </p:cNvPr>
          <p:cNvCxnSpPr>
            <a:cxnSpLocks/>
            <a:stCxn id="58" idx="2"/>
            <a:endCxn id="104" idx="0"/>
          </p:cNvCxnSpPr>
          <p:nvPr/>
        </p:nvCxnSpPr>
        <p:spPr>
          <a:xfrm>
            <a:off x="4123815" y="3416703"/>
            <a:ext cx="536325" cy="85143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D08148-C39C-448C-60DA-76975ED2B952}"/>
              </a:ext>
            </a:extLst>
          </p:cNvPr>
          <p:cNvGrpSpPr/>
          <p:nvPr/>
        </p:nvGrpSpPr>
        <p:grpSpPr>
          <a:xfrm>
            <a:off x="5479476" y="2744249"/>
            <a:ext cx="1367169" cy="864096"/>
            <a:chOff x="2195490" y="1654797"/>
            <a:chExt cx="1367169" cy="864096"/>
          </a:xfrm>
        </p:grpSpPr>
        <p:sp>
          <p:nvSpPr>
            <p:cNvPr id="20" name="Diamond 19">
              <a:extLst>
                <a:ext uri="{FF2B5EF4-FFF2-40B4-BE49-F238E27FC236}">
                  <a16:creationId xmlns:a16="http://schemas.microsoft.com/office/drawing/2014/main" id="{FE6ACFEA-3601-497C-D373-7884F33F4FD8}"/>
                </a:ext>
              </a:extLst>
            </p:cNvPr>
            <p:cNvSpPr/>
            <p:nvPr/>
          </p:nvSpPr>
          <p:spPr>
            <a:xfrm>
              <a:off x="2195490" y="1654797"/>
              <a:ext cx="1367169" cy="864096"/>
            </a:xfrm>
            <a:prstGeom prst="diamond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A2701C-DF31-1DB8-9F2B-07AAA44E537E}"/>
                </a:ext>
              </a:extLst>
            </p:cNvPr>
            <p:cNvSpPr txBox="1"/>
            <p:nvPr/>
          </p:nvSpPr>
          <p:spPr>
            <a:xfrm>
              <a:off x="2536400" y="1906796"/>
              <a:ext cx="646331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明細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F72EF2-B5A3-3D4E-2FFB-FE12DA29153E}"/>
              </a:ext>
            </a:extLst>
          </p:cNvPr>
          <p:cNvCxnSpPr>
            <a:cxnSpLocks/>
            <a:stCxn id="58" idx="3"/>
            <a:endCxn id="20" idx="1"/>
          </p:cNvCxnSpPr>
          <p:nvPr/>
        </p:nvCxnSpPr>
        <p:spPr>
          <a:xfrm>
            <a:off x="4769220" y="3164706"/>
            <a:ext cx="710250" cy="11593"/>
          </a:xfrm>
          <a:prstGeom prst="line">
            <a:avLst/>
          </a:prstGeom>
          <a:ln w="88900">
            <a:solidFill>
              <a:srgbClr val="2B3348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276CAD1-412C-6C89-12B2-CAC8F0629008}"/>
              </a:ext>
            </a:extLst>
          </p:cNvPr>
          <p:cNvCxnSpPr>
            <a:cxnSpLocks/>
            <a:stCxn id="2" idx="2"/>
            <a:endCxn id="20" idx="0"/>
          </p:cNvCxnSpPr>
          <p:nvPr/>
        </p:nvCxnSpPr>
        <p:spPr>
          <a:xfrm>
            <a:off x="6162982" y="2244810"/>
            <a:ext cx="74" cy="499440"/>
          </a:xfrm>
          <a:prstGeom prst="line">
            <a:avLst/>
          </a:prstGeom>
          <a:ln w="19050">
            <a:solidFill>
              <a:srgbClr val="2B3348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138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DAEA-0BF1-E954-0A7B-BC07E710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7A78A-5690-9C3E-975E-F6CC3A977626}"/>
              </a:ext>
            </a:extLst>
          </p:cNvPr>
          <p:cNvSpPr/>
          <p:nvPr/>
        </p:nvSpPr>
        <p:spPr>
          <a:xfrm>
            <a:off x="5604198" y="1740814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2891DC-DA99-A049-2B59-99A0154E888B}"/>
              </a:ext>
            </a:extLst>
          </p:cNvPr>
          <p:cNvGrpSpPr/>
          <p:nvPr/>
        </p:nvGrpSpPr>
        <p:grpSpPr>
          <a:xfrm>
            <a:off x="5673542" y="885040"/>
            <a:ext cx="1152128" cy="503999"/>
            <a:chOff x="3071055" y="2652363"/>
            <a:chExt cx="1152128" cy="72008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6072284-3977-415F-9A8B-8B02A0599A36}"/>
                </a:ext>
              </a:extLst>
            </p:cNvPr>
            <p:cNvSpPr/>
            <p:nvPr/>
          </p:nvSpPr>
          <p:spPr>
            <a:xfrm>
              <a:off x="3071055" y="265236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4DFA23-D155-831F-F72D-D0CE99F91274}"/>
                </a:ext>
              </a:extLst>
            </p:cNvPr>
            <p:cNvSpPr txBox="1"/>
            <p:nvPr/>
          </p:nvSpPr>
          <p:spPr>
            <a:xfrm>
              <a:off x="3211224" y="2772644"/>
              <a:ext cx="872355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商品ID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329769-7B48-23D8-B916-DAC43ADD3348}"/>
              </a:ext>
            </a:extLst>
          </p:cNvPr>
          <p:cNvCxnSpPr>
            <a:cxnSpLocks/>
            <a:stCxn id="2" idx="0"/>
            <a:endCxn id="3" idx="4"/>
          </p:cNvCxnSpPr>
          <p:nvPr/>
        </p:nvCxnSpPr>
        <p:spPr>
          <a:xfrm flipV="1">
            <a:off x="6249606" y="1389033"/>
            <a:ext cx="0" cy="35177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D78181-9ADE-A0A8-1421-BD8673679731}"/>
              </a:ext>
            </a:extLst>
          </p:cNvPr>
          <p:cNvGrpSpPr/>
          <p:nvPr/>
        </p:nvGrpSpPr>
        <p:grpSpPr>
          <a:xfrm>
            <a:off x="7751967" y="1266573"/>
            <a:ext cx="1152127" cy="503999"/>
            <a:chOff x="3760743" y="3403535"/>
            <a:chExt cx="1152128" cy="72008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E70FB6E-F033-53F6-4F22-304AC73E311C}"/>
                </a:ext>
              </a:extLst>
            </p:cNvPr>
            <p:cNvSpPr/>
            <p:nvPr/>
          </p:nvSpPr>
          <p:spPr>
            <a:xfrm>
              <a:off x="3760743" y="340353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FB4E23-C0B5-090A-1CFC-8417E5B0A0EA}"/>
                </a:ext>
              </a:extLst>
            </p:cNvPr>
            <p:cNvSpPr txBox="1"/>
            <p:nvPr/>
          </p:nvSpPr>
          <p:spPr>
            <a:xfrm>
              <a:off x="3916156" y="3523816"/>
              <a:ext cx="877164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商品名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D1AB10-EEE8-805F-9D7C-A08CA57D2DD4}"/>
              </a:ext>
            </a:extLst>
          </p:cNvPr>
          <p:cNvGrpSpPr/>
          <p:nvPr/>
        </p:nvGrpSpPr>
        <p:grpSpPr>
          <a:xfrm>
            <a:off x="7761651" y="2433603"/>
            <a:ext cx="1152127" cy="504000"/>
            <a:chOff x="4933173" y="3436771"/>
            <a:chExt cx="1152128" cy="7200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EDA69B3-E232-B0A4-9ABC-EB8BE2D23209}"/>
                </a:ext>
              </a:extLst>
            </p:cNvPr>
            <p:cNvSpPr/>
            <p:nvPr/>
          </p:nvSpPr>
          <p:spPr>
            <a:xfrm>
              <a:off x="4933173" y="3436771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DD7B0B-C015-369D-55D9-92D1066AC9C6}"/>
                </a:ext>
              </a:extLst>
            </p:cNvPr>
            <p:cNvSpPr txBox="1"/>
            <p:nvPr/>
          </p:nvSpPr>
          <p:spPr>
            <a:xfrm>
              <a:off x="5188812" y="3559417"/>
              <a:ext cx="646332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価格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C4DD2C-9527-4E4C-85CE-B30D0F325F4E}"/>
              </a:ext>
            </a:extLst>
          </p:cNvPr>
          <p:cNvGrpSpPr/>
          <p:nvPr/>
        </p:nvGrpSpPr>
        <p:grpSpPr>
          <a:xfrm>
            <a:off x="7737833" y="1858529"/>
            <a:ext cx="1152127" cy="504000"/>
            <a:chOff x="5398566" y="2646320"/>
            <a:chExt cx="1152128" cy="72008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9CB402B-3385-C31D-A9FA-F5654009C159}"/>
                </a:ext>
              </a:extLst>
            </p:cNvPr>
            <p:cNvSpPr/>
            <p:nvPr/>
          </p:nvSpPr>
          <p:spPr>
            <a:xfrm>
              <a:off x="5398566" y="2646320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23C7AF-FA25-BA41-EDB1-1F9D08AE910C}"/>
                </a:ext>
              </a:extLst>
            </p:cNvPr>
            <p:cNvSpPr txBox="1"/>
            <p:nvPr/>
          </p:nvSpPr>
          <p:spPr>
            <a:xfrm>
              <a:off x="5536048" y="2775236"/>
              <a:ext cx="877164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発売日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33CBF1-BE70-CE19-2B2F-3062B2512A00}"/>
              </a:ext>
            </a:extLst>
          </p:cNvPr>
          <p:cNvCxnSpPr>
            <a:cxnSpLocks/>
            <a:stCxn id="2" idx="3"/>
            <a:endCxn id="6" idx="3"/>
          </p:cNvCxnSpPr>
          <p:nvPr/>
        </p:nvCxnSpPr>
        <p:spPr>
          <a:xfrm flipV="1">
            <a:off x="6895019" y="1696761"/>
            <a:ext cx="1025674" cy="29605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F78467-A243-B319-DF77-6BDF18E367AC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6895018" y="1992810"/>
            <a:ext cx="1035356" cy="51459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D739D2-A59E-138D-C5A3-5098D67B4C0A}"/>
              </a:ext>
            </a:extLst>
          </p:cNvPr>
          <p:cNvCxnSpPr>
            <a:cxnSpLocks/>
            <a:stCxn id="2" idx="3"/>
            <a:endCxn id="10" idx="2"/>
          </p:cNvCxnSpPr>
          <p:nvPr/>
        </p:nvCxnSpPr>
        <p:spPr>
          <a:xfrm>
            <a:off x="6895017" y="1992810"/>
            <a:ext cx="842814" cy="11771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9CFD3EF-26B2-1D29-08C0-7002DB37CE08}"/>
              </a:ext>
            </a:extLst>
          </p:cNvPr>
          <p:cNvSpPr/>
          <p:nvPr/>
        </p:nvSpPr>
        <p:spPr>
          <a:xfrm>
            <a:off x="1546366" y="1803064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747685-3745-7377-7834-42853F1713A5}"/>
              </a:ext>
            </a:extLst>
          </p:cNvPr>
          <p:cNvGrpSpPr/>
          <p:nvPr/>
        </p:nvGrpSpPr>
        <p:grpSpPr>
          <a:xfrm>
            <a:off x="1621004" y="893562"/>
            <a:ext cx="1152128" cy="503999"/>
            <a:chOff x="1280800" y="2523078"/>
            <a:chExt cx="1152128" cy="7200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355DD35-5B5A-61AA-8DDD-3F623EE8C67D}"/>
                </a:ext>
              </a:extLst>
            </p:cNvPr>
            <p:cNvSpPr/>
            <p:nvPr/>
          </p:nvSpPr>
          <p:spPr>
            <a:xfrm>
              <a:off x="1280800" y="2523078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9ACF7F-7C1A-DE69-D7D0-EA380E3E5BB1}"/>
                </a:ext>
              </a:extLst>
            </p:cNvPr>
            <p:cNvSpPr txBox="1"/>
            <p:nvPr/>
          </p:nvSpPr>
          <p:spPr>
            <a:xfrm>
              <a:off x="1312851" y="2633025"/>
              <a:ext cx="1107996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ユーザ名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A03AEA-FFF6-5AAF-384C-58D2B694E90D}"/>
              </a:ext>
            </a:extLst>
          </p:cNvPr>
          <p:cNvCxnSpPr>
            <a:cxnSpLocks/>
            <a:stCxn id="31" idx="0"/>
            <a:endCxn id="32" idx="4"/>
          </p:cNvCxnSpPr>
          <p:nvPr/>
        </p:nvCxnSpPr>
        <p:spPr>
          <a:xfrm flipV="1">
            <a:off x="2191780" y="1397563"/>
            <a:ext cx="5293" cy="40550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0407C5E-B164-78C3-3E06-07BA6CE1414B}"/>
              </a:ext>
            </a:extLst>
          </p:cNvPr>
          <p:cNvGrpSpPr/>
          <p:nvPr/>
        </p:nvGrpSpPr>
        <p:grpSpPr>
          <a:xfrm>
            <a:off x="355609" y="870292"/>
            <a:ext cx="1152127" cy="533493"/>
            <a:chOff x="88706" y="4284545"/>
            <a:chExt cx="1152128" cy="72008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BF9D79-C917-8828-E36C-087D36AC70BA}"/>
                </a:ext>
              </a:extLst>
            </p:cNvPr>
            <p:cNvSpPr/>
            <p:nvPr/>
          </p:nvSpPr>
          <p:spPr>
            <a:xfrm>
              <a:off x="88706" y="428454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01B3093-A5E5-7FB2-E52C-E8C153C091A5}"/>
                </a:ext>
              </a:extLst>
            </p:cNvPr>
            <p:cNvSpPr txBox="1"/>
            <p:nvPr/>
          </p:nvSpPr>
          <p:spPr>
            <a:xfrm>
              <a:off x="329502" y="4387351"/>
              <a:ext cx="646332" cy="498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氏名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2F2A2F5-93E8-03EC-5BF7-03001AD3D0EC}"/>
              </a:ext>
            </a:extLst>
          </p:cNvPr>
          <p:cNvGrpSpPr/>
          <p:nvPr/>
        </p:nvGrpSpPr>
        <p:grpSpPr>
          <a:xfrm>
            <a:off x="2913301" y="885040"/>
            <a:ext cx="1152127" cy="503999"/>
            <a:chOff x="2496982" y="4281303"/>
            <a:chExt cx="1152128" cy="72008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CB8C926-9689-7A7E-17DD-99A83669A687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FB4241-313D-0D96-9341-1BC73BB2F549}"/>
                </a:ext>
              </a:extLst>
            </p:cNvPr>
            <p:cNvSpPr txBox="1"/>
            <p:nvPr/>
          </p:nvSpPr>
          <p:spPr>
            <a:xfrm>
              <a:off x="2680149" y="4395342"/>
              <a:ext cx="785794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email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9A806B-E524-A767-5DE5-D667C0A3DCF6}"/>
              </a:ext>
            </a:extLst>
          </p:cNvPr>
          <p:cNvGrpSpPr/>
          <p:nvPr/>
        </p:nvGrpSpPr>
        <p:grpSpPr>
          <a:xfrm>
            <a:off x="177639" y="1781689"/>
            <a:ext cx="1152127" cy="539956"/>
            <a:chOff x="1275507" y="4281303"/>
            <a:chExt cx="1152128" cy="72008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B9B2350-81C2-F231-1D5A-92C32504F458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91249FD-EB6A-3081-F3A7-F3BCCC3388D6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4923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住所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85FB5B-3C55-E1CD-889B-672B23E879B2}"/>
              </a:ext>
            </a:extLst>
          </p:cNvPr>
          <p:cNvCxnSpPr>
            <a:cxnSpLocks/>
            <a:stCxn id="31" idx="0"/>
            <a:endCxn id="35" idx="5"/>
          </p:cNvCxnSpPr>
          <p:nvPr/>
        </p:nvCxnSpPr>
        <p:spPr>
          <a:xfrm flipH="1" flipV="1">
            <a:off x="1339011" y="1325657"/>
            <a:ext cx="852766" cy="47740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B47E6F-8301-4D69-4968-4F1ECEB8ECDC}"/>
              </a:ext>
            </a:extLst>
          </p:cNvPr>
          <p:cNvCxnSpPr>
            <a:cxnSpLocks/>
            <a:stCxn id="31" idx="0"/>
            <a:endCxn id="37" idx="3"/>
          </p:cNvCxnSpPr>
          <p:nvPr/>
        </p:nvCxnSpPr>
        <p:spPr>
          <a:xfrm flipV="1">
            <a:off x="2191777" y="1315230"/>
            <a:ext cx="890249" cy="48783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72410E-9F71-5733-C1DD-9461AA9A67D6}"/>
              </a:ext>
            </a:extLst>
          </p:cNvPr>
          <p:cNvCxnSpPr>
            <a:cxnSpLocks/>
            <a:stCxn id="31" idx="1"/>
            <a:endCxn id="39" idx="6"/>
          </p:cNvCxnSpPr>
          <p:nvPr/>
        </p:nvCxnSpPr>
        <p:spPr>
          <a:xfrm flipH="1" flipV="1">
            <a:off x="1329766" y="2051667"/>
            <a:ext cx="216600" cy="339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8A77BA4-7181-C456-7B6E-547FCC2AD7C6}"/>
              </a:ext>
            </a:extLst>
          </p:cNvPr>
          <p:cNvGrpSpPr/>
          <p:nvPr/>
        </p:nvGrpSpPr>
        <p:grpSpPr>
          <a:xfrm>
            <a:off x="3514350" y="1626117"/>
            <a:ext cx="1367169" cy="864096"/>
            <a:chOff x="2195490" y="1654797"/>
            <a:chExt cx="1367169" cy="864096"/>
          </a:xfrm>
        </p:grpSpPr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8C1FDADD-6782-0C70-564C-54C11C0755F7}"/>
                </a:ext>
              </a:extLst>
            </p:cNvPr>
            <p:cNvSpPr/>
            <p:nvPr/>
          </p:nvSpPr>
          <p:spPr>
            <a:xfrm>
              <a:off x="2195490" y="1654797"/>
              <a:ext cx="1367169" cy="864096"/>
            </a:xfrm>
            <a:prstGeom prst="diamond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4D8B2FB-225C-06C5-584A-C4C707AD808F}"/>
                </a:ext>
              </a:extLst>
            </p:cNvPr>
            <p:cNvSpPr txBox="1"/>
            <p:nvPr/>
          </p:nvSpPr>
          <p:spPr>
            <a:xfrm>
              <a:off x="2325076" y="1902179"/>
              <a:ext cx="1107996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購買履歴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C7E8D04E-AFBB-F5CB-D560-8C73E364A5D2}"/>
              </a:ext>
            </a:extLst>
          </p:cNvPr>
          <p:cNvSpPr/>
          <p:nvPr/>
        </p:nvSpPr>
        <p:spPr>
          <a:xfrm>
            <a:off x="3565026" y="2912706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注文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69BED5-E3A8-2602-76A6-85190757CEA1}"/>
              </a:ext>
            </a:extLst>
          </p:cNvPr>
          <p:cNvGrpSpPr/>
          <p:nvPr/>
        </p:nvGrpSpPr>
        <p:grpSpPr>
          <a:xfrm>
            <a:off x="3006903" y="4229840"/>
            <a:ext cx="1152128" cy="504000"/>
            <a:chOff x="2496982" y="4281303"/>
            <a:chExt cx="1152128" cy="72008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347D38B-7973-7446-B77D-0A9B02618931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0F3D731-E74E-A13D-0286-D0AF6C0F2C02}"/>
                </a:ext>
              </a:extLst>
            </p:cNvPr>
            <p:cNvSpPr txBox="1"/>
            <p:nvPr/>
          </p:nvSpPr>
          <p:spPr>
            <a:xfrm>
              <a:off x="2636867" y="4396486"/>
              <a:ext cx="872355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注文ID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909080F-5B0D-5BA2-7448-8FDE24E76889}"/>
              </a:ext>
            </a:extLst>
          </p:cNvPr>
          <p:cNvGrpSpPr/>
          <p:nvPr/>
        </p:nvGrpSpPr>
        <p:grpSpPr>
          <a:xfrm>
            <a:off x="5679510" y="4229844"/>
            <a:ext cx="1152127" cy="503999"/>
            <a:chOff x="1275507" y="4281303"/>
            <a:chExt cx="1152128" cy="72008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D052112-4BB2-2250-85A4-BA9C0311ABBC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D7C7648-DDF1-DF35-AACF-DDB26B9C1B65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799" dirty="0" err="1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数量</a:t>
              </a:r>
              <a:endPara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00C33FC-5325-222B-3A0C-912BA8999F3C}"/>
              </a:ext>
            </a:extLst>
          </p:cNvPr>
          <p:cNvCxnSpPr>
            <a:cxnSpLocks/>
            <a:stCxn id="58" idx="2"/>
            <a:endCxn id="72" idx="0"/>
          </p:cNvCxnSpPr>
          <p:nvPr/>
        </p:nvCxnSpPr>
        <p:spPr>
          <a:xfrm flipH="1">
            <a:off x="3582971" y="3416707"/>
            <a:ext cx="627469" cy="81313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420F21F-349D-A433-7AD4-C0FF99F2F9E2}"/>
              </a:ext>
            </a:extLst>
          </p:cNvPr>
          <p:cNvCxnSpPr>
            <a:cxnSpLocks/>
            <a:stCxn id="20" idx="2"/>
            <a:endCxn id="75" idx="0"/>
          </p:cNvCxnSpPr>
          <p:nvPr/>
        </p:nvCxnSpPr>
        <p:spPr>
          <a:xfrm>
            <a:off x="6249684" y="3608345"/>
            <a:ext cx="5892" cy="62149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B1570C2-F400-FEF3-000F-4CAAD53E61DA}"/>
              </a:ext>
            </a:extLst>
          </p:cNvPr>
          <p:cNvCxnSpPr>
            <a:cxnSpLocks/>
            <a:stCxn id="53" idx="1"/>
            <a:endCxn id="31" idx="3"/>
          </p:cNvCxnSpPr>
          <p:nvPr/>
        </p:nvCxnSpPr>
        <p:spPr>
          <a:xfrm flipH="1" flipV="1">
            <a:off x="2837187" y="2055064"/>
            <a:ext cx="677163" cy="3101"/>
          </a:xfrm>
          <a:prstGeom prst="line">
            <a:avLst/>
          </a:prstGeom>
          <a:ln w="19050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8310FA2-1CD4-F729-977B-76CA6D3B0F20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>
            <a:off x="4197937" y="2490217"/>
            <a:ext cx="12503" cy="422489"/>
          </a:xfrm>
          <a:prstGeom prst="line">
            <a:avLst/>
          </a:prstGeom>
          <a:ln w="889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9109692-3226-DA70-CB47-0062D6F8BFFA}"/>
              </a:ext>
            </a:extLst>
          </p:cNvPr>
          <p:cNvGrpSpPr/>
          <p:nvPr/>
        </p:nvGrpSpPr>
        <p:grpSpPr>
          <a:xfrm>
            <a:off x="4228385" y="4215607"/>
            <a:ext cx="1152128" cy="504000"/>
            <a:chOff x="4379313" y="430921"/>
            <a:chExt cx="1152128" cy="503999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44114AE-B29D-C178-1425-9003B40133AD}"/>
                </a:ext>
              </a:extLst>
            </p:cNvPr>
            <p:cNvSpPr/>
            <p:nvPr/>
          </p:nvSpPr>
          <p:spPr>
            <a:xfrm>
              <a:off x="4379313" y="430921"/>
              <a:ext cx="1152128" cy="50399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63A081C-C327-6269-0BC8-80764F628A0B}"/>
                </a:ext>
              </a:extLst>
            </p:cNvPr>
            <p:cNvSpPr txBox="1"/>
            <p:nvPr/>
          </p:nvSpPr>
          <p:spPr>
            <a:xfrm>
              <a:off x="4529213" y="516743"/>
              <a:ext cx="877163" cy="369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注文日</a:t>
              </a: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B716301-AA88-FF26-11EA-0F6DCABE2070}"/>
              </a:ext>
            </a:extLst>
          </p:cNvPr>
          <p:cNvCxnSpPr>
            <a:cxnSpLocks/>
            <a:stCxn id="58" idx="2"/>
            <a:endCxn id="104" idx="0"/>
          </p:cNvCxnSpPr>
          <p:nvPr/>
        </p:nvCxnSpPr>
        <p:spPr>
          <a:xfrm>
            <a:off x="4210437" y="3416706"/>
            <a:ext cx="594012" cy="79890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45BA01-7750-36B6-C6F7-FC33DD014A27}"/>
              </a:ext>
            </a:extLst>
          </p:cNvPr>
          <p:cNvGrpSpPr/>
          <p:nvPr/>
        </p:nvGrpSpPr>
        <p:grpSpPr>
          <a:xfrm>
            <a:off x="5566101" y="2744249"/>
            <a:ext cx="1367169" cy="864096"/>
            <a:chOff x="2195490" y="1654797"/>
            <a:chExt cx="1367169" cy="864096"/>
          </a:xfrm>
        </p:grpSpPr>
        <p:sp>
          <p:nvSpPr>
            <p:cNvPr id="20" name="Diamond 19">
              <a:extLst>
                <a:ext uri="{FF2B5EF4-FFF2-40B4-BE49-F238E27FC236}">
                  <a16:creationId xmlns:a16="http://schemas.microsoft.com/office/drawing/2014/main" id="{E947D380-6BCA-0762-6D78-2015EFBC943D}"/>
                </a:ext>
              </a:extLst>
            </p:cNvPr>
            <p:cNvSpPr/>
            <p:nvPr/>
          </p:nvSpPr>
          <p:spPr>
            <a:xfrm>
              <a:off x="2195490" y="1654797"/>
              <a:ext cx="1367169" cy="864096"/>
            </a:xfrm>
            <a:prstGeom prst="diamond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4FB082-570D-6489-DB02-9E1B995AED5B}"/>
                </a:ext>
              </a:extLst>
            </p:cNvPr>
            <p:cNvSpPr txBox="1"/>
            <p:nvPr/>
          </p:nvSpPr>
          <p:spPr>
            <a:xfrm>
              <a:off x="2536400" y="1906796"/>
              <a:ext cx="646331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明細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C4BBC8-65E5-A941-C3E4-1C19B13DEC03}"/>
              </a:ext>
            </a:extLst>
          </p:cNvPr>
          <p:cNvCxnSpPr>
            <a:cxnSpLocks/>
            <a:stCxn id="58" idx="3"/>
            <a:endCxn id="20" idx="1"/>
          </p:cNvCxnSpPr>
          <p:nvPr/>
        </p:nvCxnSpPr>
        <p:spPr>
          <a:xfrm>
            <a:off x="4855845" y="3164706"/>
            <a:ext cx="710250" cy="11593"/>
          </a:xfrm>
          <a:prstGeom prst="line">
            <a:avLst/>
          </a:prstGeom>
          <a:ln w="88900">
            <a:solidFill>
              <a:srgbClr val="2B3348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F1926BB-CF91-F2E8-7C0C-E4269205308B}"/>
              </a:ext>
            </a:extLst>
          </p:cNvPr>
          <p:cNvCxnSpPr>
            <a:cxnSpLocks/>
            <a:stCxn id="2" idx="2"/>
            <a:endCxn id="20" idx="0"/>
          </p:cNvCxnSpPr>
          <p:nvPr/>
        </p:nvCxnSpPr>
        <p:spPr>
          <a:xfrm>
            <a:off x="6249607" y="2244810"/>
            <a:ext cx="74" cy="499440"/>
          </a:xfrm>
          <a:prstGeom prst="line">
            <a:avLst/>
          </a:prstGeom>
          <a:ln w="19050">
            <a:solidFill>
              <a:srgbClr val="2B3348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A393DFC-8B30-60DB-AAC0-1E805BDB97AD}"/>
              </a:ext>
            </a:extLst>
          </p:cNvPr>
          <p:cNvGrpSpPr/>
          <p:nvPr/>
        </p:nvGrpSpPr>
        <p:grpSpPr>
          <a:xfrm>
            <a:off x="1692125" y="2608263"/>
            <a:ext cx="985117" cy="677633"/>
            <a:chOff x="4802511" y="3766326"/>
            <a:chExt cx="985117" cy="677632"/>
          </a:xfrm>
        </p:grpSpPr>
        <p:sp>
          <p:nvSpPr>
            <p:cNvPr id="47" name="Triangle 46">
              <a:extLst>
                <a:ext uri="{FF2B5EF4-FFF2-40B4-BE49-F238E27FC236}">
                  <a16:creationId xmlns:a16="http://schemas.microsoft.com/office/drawing/2014/main" id="{A5C565BD-DD8F-2533-8C3A-FBAE8E075F17}"/>
                </a:ext>
              </a:extLst>
            </p:cNvPr>
            <p:cNvSpPr/>
            <p:nvPr/>
          </p:nvSpPr>
          <p:spPr>
            <a:xfrm>
              <a:off x="4802511" y="3766326"/>
              <a:ext cx="985117" cy="677632"/>
            </a:xfrm>
            <a:prstGeom prst="triangle">
              <a:avLst/>
            </a:prstGeom>
            <a:noFill/>
            <a:ln w="2540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3F4947B-64E2-4FD8-0E10-ECA5EFF36A84}"/>
                </a:ext>
              </a:extLst>
            </p:cNvPr>
            <p:cNvSpPr txBox="1"/>
            <p:nvPr/>
          </p:nvSpPr>
          <p:spPr>
            <a:xfrm>
              <a:off x="5058449" y="3984330"/>
              <a:ext cx="513282" cy="39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2B3348"/>
                  </a:solidFill>
                  <a:latin typeface="Arial" panose="020B0604020202020204" pitchFamily="34" charset="0"/>
                  <a:ea typeface="Noto Sans CJK JP Regular" panose="020B0500000000000000" pitchFamily="34" charset="-128"/>
                  <a:cs typeface="Arial" panose="020B0604020202020204" pitchFamily="34" charset="0"/>
                </a:rPr>
                <a:t>isa</a:t>
              </a:r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40489A8-07E9-38B9-CA99-2181E29355A4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2180907" y="2201583"/>
            <a:ext cx="3770" cy="40667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F6A4121F-F1CE-86C6-D62A-5EA99F22832B}"/>
              </a:ext>
            </a:extLst>
          </p:cNvPr>
          <p:cNvSpPr/>
          <p:nvPr/>
        </p:nvSpPr>
        <p:spPr>
          <a:xfrm>
            <a:off x="1531910" y="3587095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有料会員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AD2A1B-107A-413C-CF4D-63E37714D092}"/>
              </a:ext>
            </a:extLst>
          </p:cNvPr>
          <p:cNvCxnSpPr>
            <a:cxnSpLocks/>
            <a:stCxn id="55" idx="0"/>
            <a:endCxn id="47" idx="3"/>
          </p:cNvCxnSpPr>
          <p:nvPr/>
        </p:nvCxnSpPr>
        <p:spPr>
          <a:xfrm flipV="1">
            <a:off x="2177321" y="3285896"/>
            <a:ext cx="7363" cy="30119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737E7C-E9AB-7665-4DE3-A0B080C9AB47}"/>
              </a:ext>
            </a:extLst>
          </p:cNvPr>
          <p:cNvGrpSpPr/>
          <p:nvPr/>
        </p:nvGrpSpPr>
        <p:grpSpPr>
          <a:xfrm>
            <a:off x="1603528" y="4340122"/>
            <a:ext cx="1152128" cy="503999"/>
            <a:chOff x="1275507" y="4281303"/>
            <a:chExt cx="1152128" cy="72008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690FB55-E7E1-2CA0-7147-39726CEF7D59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9A40D13-A295-7B1A-F194-E850C1390A9A}"/>
                </a:ext>
              </a:extLst>
            </p:cNvPr>
            <p:cNvSpPr txBox="1"/>
            <p:nvPr/>
          </p:nvSpPr>
          <p:spPr>
            <a:xfrm>
              <a:off x="1426208" y="4393343"/>
              <a:ext cx="877163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799" dirty="0" err="1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登録日</a:t>
              </a:r>
              <a:endPara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6CF1B6F-66A3-9777-307B-CA43B9CD3448}"/>
              </a:ext>
            </a:extLst>
          </p:cNvPr>
          <p:cNvCxnSpPr>
            <a:cxnSpLocks/>
            <a:stCxn id="55" idx="2"/>
            <a:endCxn id="59" idx="0"/>
          </p:cNvCxnSpPr>
          <p:nvPr/>
        </p:nvCxnSpPr>
        <p:spPr>
          <a:xfrm>
            <a:off x="2177321" y="4091095"/>
            <a:ext cx="2273" cy="24902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635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99815B-E2C8-4F0F-E698-63C7E921E0B6}"/>
              </a:ext>
            </a:extLst>
          </p:cNvPr>
          <p:cNvSpPr/>
          <p:nvPr/>
        </p:nvSpPr>
        <p:spPr>
          <a:xfrm>
            <a:off x="5752398" y="601445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61985C-B3AC-F770-63E2-45F06F16FC6F}"/>
              </a:ext>
            </a:extLst>
          </p:cNvPr>
          <p:cNvGrpSpPr/>
          <p:nvPr/>
        </p:nvGrpSpPr>
        <p:grpSpPr>
          <a:xfrm>
            <a:off x="5825326" y="1538530"/>
            <a:ext cx="1152128" cy="503999"/>
            <a:chOff x="3071055" y="2652363"/>
            <a:chExt cx="1152128" cy="72008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B48D6DC-ACA0-851F-3230-EBA353528ED5}"/>
                </a:ext>
              </a:extLst>
            </p:cNvPr>
            <p:cNvSpPr/>
            <p:nvPr/>
          </p:nvSpPr>
          <p:spPr>
            <a:xfrm>
              <a:off x="3071055" y="265236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6ED080-950A-846D-F5F3-0A4523B73435}"/>
                </a:ext>
              </a:extLst>
            </p:cNvPr>
            <p:cNvSpPr txBox="1"/>
            <p:nvPr/>
          </p:nvSpPr>
          <p:spPr>
            <a:xfrm>
              <a:off x="3211224" y="2772644"/>
              <a:ext cx="872355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商品ID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FDE0E-F56B-22E8-B9F8-8342D057C515}"/>
              </a:ext>
            </a:extLst>
          </p:cNvPr>
          <p:cNvCxnSpPr>
            <a:cxnSpLocks/>
            <a:stCxn id="3" idx="0"/>
            <a:endCxn id="2" idx="2"/>
          </p:cNvCxnSpPr>
          <p:nvPr/>
        </p:nvCxnSpPr>
        <p:spPr>
          <a:xfrm flipH="1" flipV="1">
            <a:off x="6397807" y="1105447"/>
            <a:ext cx="3584" cy="43308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D9FC2D-E856-9EF7-89F6-D2DA2D4BF84D}"/>
              </a:ext>
            </a:extLst>
          </p:cNvPr>
          <p:cNvGrpSpPr/>
          <p:nvPr/>
        </p:nvGrpSpPr>
        <p:grpSpPr>
          <a:xfrm>
            <a:off x="7900168" y="127206"/>
            <a:ext cx="1152127" cy="503999"/>
            <a:chOff x="3760743" y="3403535"/>
            <a:chExt cx="1152128" cy="72008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B0DE40-BD45-0D20-44DE-A419E64A8CEF}"/>
                </a:ext>
              </a:extLst>
            </p:cNvPr>
            <p:cNvSpPr/>
            <p:nvPr/>
          </p:nvSpPr>
          <p:spPr>
            <a:xfrm>
              <a:off x="3760743" y="340353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1FBEC0-2C86-B8E2-AB1D-B25E61E5B14B}"/>
                </a:ext>
              </a:extLst>
            </p:cNvPr>
            <p:cNvSpPr txBox="1"/>
            <p:nvPr/>
          </p:nvSpPr>
          <p:spPr>
            <a:xfrm>
              <a:off x="3916156" y="3523816"/>
              <a:ext cx="877164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商品名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589ED-C291-C41E-9356-117C7177AD0B}"/>
              </a:ext>
            </a:extLst>
          </p:cNvPr>
          <p:cNvGrpSpPr/>
          <p:nvPr/>
        </p:nvGrpSpPr>
        <p:grpSpPr>
          <a:xfrm>
            <a:off x="7909850" y="1294236"/>
            <a:ext cx="1152127" cy="504000"/>
            <a:chOff x="4933173" y="3436771"/>
            <a:chExt cx="1152128" cy="72008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6C7A2AF-FCF9-28BC-FFC7-6797A6573E06}"/>
                </a:ext>
              </a:extLst>
            </p:cNvPr>
            <p:cNvSpPr/>
            <p:nvPr/>
          </p:nvSpPr>
          <p:spPr>
            <a:xfrm>
              <a:off x="4933173" y="3436771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E733F8-E36B-4AFD-CBC0-F488362A2404}"/>
                </a:ext>
              </a:extLst>
            </p:cNvPr>
            <p:cNvSpPr txBox="1"/>
            <p:nvPr/>
          </p:nvSpPr>
          <p:spPr>
            <a:xfrm>
              <a:off x="5188812" y="3559417"/>
              <a:ext cx="646332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価格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2BB7BD-810C-087B-192D-AC8479FB37F9}"/>
              </a:ext>
            </a:extLst>
          </p:cNvPr>
          <p:cNvGrpSpPr/>
          <p:nvPr/>
        </p:nvGrpSpPr>
        <p:grpSpPr>
          <a:xfrm>
            <a:off x="7886033" y="719160"/>
            <a:ext cx="1152127" cy="504000"/>
            <a:chOff x="5398566" y="2646320"/>
            <a:chExt cx="1152128" cy="72008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50F51-EABA-A8A0-A5E0-72B43DAC8DCB}"/>
                </a:ext>
              </a:extLst>
            </p:cNvPr>
            <p:cNvSpPr/>
            <p:nvPr/>
          </p:nvSpPr>
          <p:spPr>
            <a:xfrm>
              <a:off x="5398566" y="2646320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FB5156-5052-F20D-386A-A4AC4CEF354A}"/>
                </a:ext>
              </a:extLst>
            </p:cNvPr>
            <p:cNvSpPr txBox="1"/>
            <p:nvPr/>
          </p:nvSpPr>
          <p:spPr>
            <a:xfrm>
              <a:off x="5536048" y="2775236"/>
              <a:ext cx="877164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発売日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EDE61A-70BD-7DDC-2E0A-29E93F697CB9}"/>
              </a:ext>
            </a:extLst>
          </p:cNvPr>
          <p:cNvCxnSpPr>
            <a:cxnSpLocks/>
            <a:stCxn id="2" idx="3"/>
            <a:endCxn id="6" idx="3"/>
          </p:cNvCxnSpPr>
          <p:nvPr/>
        </p:nvCxnSpPr>
        <p:spPr>
          <a:xfrm flipV="1">
            <a:off x="7043217" y="557393"/>
            <a:ext cx="1025674" cy="29605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387DA-EB57-4904-B881-940E949BE414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7043218" y="853442"/>
            <a:ext cx="1035356" cy="51459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4B5DFD-881F-2B4B-25CA-F129485BF269}"/>
              </a:ext>
            </a:extLst>
          </p:cNvPr>
          <p:cNvCxnSpPr>
            <a:cxnSpLocks/>
            <a:stCxn id="2" idx="3"/>
            <a:endCxn id="10" idx="2"/>
          </p:cNvCxnSpPr>
          <p:nvPr/>
        </p:nvCxnSpPr>
        <p:spPr>
          <a:xfrm>
            <a:off x="7043217" y="853442"/>
            <a:ext cx="842814" cy="11771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ADB9B-2BB0-B34E-6B54-1319421E05FA}"/>
              </a:ext>
            </a:extLst>
          </p:cNvPr>
          <p:cNvSpPr/>
          <p:nvPr/>
        </p:nvSpPr>
        <p:spPr>
          <a:xfrm>
            <a:off x="1344241" y="1803064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B33B19D-7E70-790D-49DF-38051BC32BDF}"/>
              </a:ext>
            </a:extLst>
          </p:cNvPr>
          <p:cNvGrpSpPr/>
          <p:nvPr/>
        </p:nvGrpSpPr>
        <p:grpSpPr>
          <a:xfrm>
            <a:off x="1407530" y="769988"/>
            <a:ext cx="1152128" cy="503999"/>
            <a:chOff x="1280800" y="2523078"/>
            <a:chExt cx="1152128" cy="7200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9F101F1-EC79-325D-F2AB-8068FF715215}"/>
                </a:ext>
              </a:extLst>
            </p:cNvPr>
            <p:cNvSpPr/>
            <p:nvPr/>
          </p:nvSpPr>
          <p:spPr>
            <a:xfrm>
              <a:off x="1280800" y="2523078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15F6A2-D2E6-F762-855F-D1C2C73D85D4}"/>
                </a:ext>
              </a:extLst>
            </p:cNvPr>
            <p:cNvSpPr txBox="1"/>
            <p:nvPr/>
          </p:nvSpPr>
          <p:spPr>
            <a:xfrm>
              <a:off x="1312851" y="2633025"/>
              <a:ext cx="1107996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ユーザ名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9368AD-161B-42E7-696E-37C32D3CAA12}"/>
              </a:ext>
            </a:extLst>
          </p:cNvPr>
          <p:cNvCxnSpPr>
            <a:cxnSpLocks/>
            <a:stCxn id="31" idx="0"/>
            <a:endCxn id="32" idx="4"/>
          </p:cNvCxnSpPr>
          <p:nvPr/>
        </p:nvCxnSpPr>
        <p:spPr>
          <a:xfrm flipH="1" flipV="1">
            <a:off x="1983594" y="1273985"/>
            <a:ext cx="6057" cy="52907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FD2489-C93B-4CA9-ADE3-8CB6DDDC6141}"/>
              </a:ext>
            </a:extLst>
          </p:cNvPr>
          <p:cNvGrpSpPr/>
          <p:nvPr/>
        </p:nvGrpSpPr>
        <p:grpSpPr>
          <a:xfrm>
            <a:off x="147198" y="957023"/>
            <a:ext cx="1152127" cy="533493"/>
            <a:chOff x="88706" y="4284545"/>
            <a:chExt cx="1152128" cy="72008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27C7072-3418-FA09-26AC-4319025AA9F7}"/>
                </a:ext>
              </a:extLst>
            </p:cNvPr>
            <p:cNvSpPr/>
            <p:nvPr/>
          </p:nvSpPr>
          <p:spPr>
            <a:xfrm>
              <a:off x="88706" y="4284545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4E05DD-401E-EBF4-A1D1-41BE29344B4D}"/>
                </a:ext>
              </a:extLst>
            </p:cNvPr>
            <p:cNvSpPr txBox="1"/>
            <p:nvPr/>
          </p:nvSpPr>
          <p:spPr>
            <a:xfrm>
              <a:off x="329502" y="4387351"/>
              <a:ext cx="646332" cy="498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氏名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4ED7EF-E331-6D1E-33AF-DFF9ADDC76E2}"/>
              </a:ext>
            </a:extLst>
          </p:cNvPr>
          <p:cNvGrpSpPr/>
          <p:nvPr/>
        </p:nvGrpSpPr>
        <p:grpSpPr>
          <a:xfrm>
            <a:off x="32793" y="1805732"/>
            <a:ext cx="1169334" cy="541355"/>
            <a:chOff x="2496982" y="4281303"/>
            <a:chExt cx="1152128" cy="72008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3C5B12B-D8E4-E67D-FE44-AF8F25F659C1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4834E2-C3B4-495F-9F68-A6E14866029D}"/>
                </a:ext>
              </a:extLst>
            </p:cNvPr>
            <p:cNvSpPr txBox="1"/>
            <p:nvPr/>
          </p:nvSpPr>
          <p:spPr>
            <a:xfrm>
              <a:off x="2680149" y="4395342"/>
              <a:ext cx="774231" cy="4910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email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9E87971-0C6F-F9C8-34B8-E1AA53771E09}"/>
              </a:ext>
            </a:extLst>
          </p:cNvPr>
          <p:cNvGrpSpPr/>
          <p:nvPr/>
        </p:nvGrpSpPr>
        <p:grpSpPr>
          <a:xfrm>
            <a:off x="2659194" y="951633"/>
            <a:ext cx="1152127" cy="503999"/>
            <a:chOff x="1275507" y="4281303"/>
            <a:chExt cx="1152128" cy="72008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90A93FD-4FB9-0EE4-0868-603F22B3331B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1F0550D-5623-2177-6486-178139C0A365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住所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D9D8E9-369C-D611-615D-D752E23796D8}"/>
              </a:ext>
            </a:extLst>
          </p:cNvPr>
          <p:cNvCxnSpPr>
            <a:cxnSpLocks/>
            <a:stCxn id="31" idx="0"/>
            <a:endCxn id="35" idx="5"/>
          </p:cNvCxnSpPr>
          <p:nvPr/>
        </p:nvCxnSpPr>
        <p:spPr>
          <a:xfrm flipH="1" flipV="1">
            <a:off x="1130604" y="1387214"/>
            <a:ext cx="859048" cy="41585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4AEC52-E750-E0EF-7F16-AC2908E4AFA2}"/>
              </a:ext>
            </a:extLst>
          </p:cNvPr>
          <p:cNvCxnSpPr>
            <a:cxnSpLocks/>
            <a:stCxn id="31" idx="1"/>
            <a:endCxn id="37" idx="6"/>
          </p:cNvCxnSpPr>
          <p:nvPr/>
        </p:nvCxnSpPr>
        <p:spPr>
          <a:xfrm flipH="1">
            <a:off x="1184922" y="2055066"/>
            <a:ext cx="159316" cy="266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77BFB6-CF75-B610-148F-22060812388F}"/>
              </a:ext>
            </a:extLst>
          </p:cNvPr>
          <p:cNvCxnSpPr>
            <a:cxnSpLocks/>
            <a:stCxn id="31" idx="0"/>
            <a:endCxn id="39" idx="3"/>
          </p:cNvCxnSpPr>
          <p:nvPr/>
        </p:nvCxnSpPr>
        <p:spPr>
          <a:xfrm flipV="1">
            <a:off x="1989654" y="1381816"/>
            <a:ext cx="838267" cy="42124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114302-9D93-AB91-A459-C5491C669AFB}"/>
              </a:ext>
            </a:extLst>
          </p:cNvPr>
          <p:cNvGrpSpPr/>
          <p:nvPr/>
        </p:nvGrpSpPr>
        <p:grpSpPr>
          <a:xfrm>
            <a:off x="3427725" y="1626117"/>
            <a:ext cx="1367169" cy="864096"/>
            <a:chOff x="2195490" y="1654797"/>
            <a:chExt cx="1367169" cy="864096"/>
          </a:xfrm>
        </p:grpSpPr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48189DEE-BE83-A9EE-E102-90A402B8CB86}"/>
                </a:ext>
              </a:extLst>
            </p:cNvPr>
            <p:cNvSpPr/>
            <p:nvPr/>
          </p:nvSpPr>
          <p:spPr>
            <a:xfrm>
              <a:off x="2195490" y="1654797"/>
              <a:ext cx="1367169" cy="864096"/>
            </a:xfrm>
            <a:prstGeom prst="diamond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9A9AFC5-934F-DEF0-6CE8-6BC8A1D3EB69}"/>
                </a:ext>
              </a:extLst>
            </p:cNvPr>
            <p:cNvSpPr txBox="1"/>
            <p:nvPr/>
          </p:nvSpPr>
          <p:spPr>
            <a:xfrm>
              <a:off x="2325076" y="1902179"/>
              <a:ext cx="1107996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購買履歴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E87100D-2C1C-08E2-D2BB-026C678631E5}"/>
              </a:ext>
            </a:extLst>
          </p:cNvPr>
          <p:cNvSpPr/>
          <p:nvPr/>
        </p:nvSpPr>
        <p:spPr>
          <a:xfrm>
            <a:off x="3478401" y="2912706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注文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F7699A7-1145-2C86-0D93-362FC0B986ED}"/>
              </a:ext>
            </a:extLst>
          </p:cNvPr>
          <p:cNvGrpSpPr/>
          <p:nvPr/>
        </p:nvGrpSpPr>
        <p:grpSpPr>
          <a:xfrm>
            <a:off x="2920278" y="4229840"/>
            <a:ext cx="1152128" cy="504000"/>
            <a:chOff x="2496982" y="4281303"/>
            <a:chExt cx="1152128" cy="72008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775483D-AFEB-524B-6F96-137A0C1B5475}"/>
                </a:ext>
              </a:extLst>
            </p:cNvPr>
            <p:cNvSpPr/>
            <p:nvPr/>
          </p:nvSpPr>
          <p:spPr>
            <a:xfrm>
              <a:off x="2496982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32E71D-5F76-68FF-5EA6-73B27EE5DA8C}"/>
                </a:ext>
              </a:extLst>
            </p:cNvPr>
            <p:cNvSpPr txBox="1"/>
            <p:nvPr/>
          </p:nvSpPr>
          <p:spPr>
            <a:xfrm>
              <a:off x="2636867" y="4396486"/>
              <a:ext cx="872355" cy="527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注文ID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2FE01A4-5E0D-A1E9-F71E-2909EE5E34C1}"/>
              </a:ext>
            </a:extLst>
          </p:cNvPr>
          <p:cNvGrpSpPr/>
          <p:nvPr/>
        </p:nvGrpSpPr>
        <p:grpSpPr>
          <a:xfrm>
            <a:off x="5592885" y="4229844"/>
            <a:ext cx="1152127" cy="503999"/>
            <a:chOff x="1275507" y="4281303"/>
            <a:chExt cx="1152128" cy="72008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0455E9B-9EEB-6260-8368-CEA6D8D66698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DFF2ACC-BFD6-4D58-886E-04562EBC8E69}"/>
                </a:ext>
              </a:extLst>
            </p:cNvPr>
            <p:cNvSpPr txBox="1"/>
            <p:nvPr/>
          </p:nvSpPr>
          <p:spPr>
            <a:xfrm>
              <a:off x="1540508" y="4393343"/>
              <a:ext cx="646332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799" dirty="0" err="1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数量</a:t>
              </a:r>
              <a:endPara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67F22D-1EFD-83BF-CA76-F84977A497D1}"/>
              </a:ext>
            </a:extLst>
          </p:cNvPr>
          <p:cNvCxnSpPr>
            <a:cxnSpLocks/>
            <a:stCxn id="58" idx="2"/>
            <a:endCxn id="72" idx="0"/>
          </p:cNvCxnSpPr>
          <p:nvPr/>
        </p:nvCxnSpPr>
        <p:spPr>
          <a:xfrm flipH="1">
            <a:off x="3496346" y="3416707"/>
            <a:ext cx="627469" cy="81313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D8E764F-2626-DA80-616E-5C6B8C8DF42A}"/>
              </a:ext>
            </a:extLst>
          </p:cNvPr>
          <p:cNvCxnSpPr>
            <a:cxnSpLocks/>
            <a:stCxn id="20" idx="2"/>
            <a:endCxn id="75" idx="0"/>
          </p:cNvCxnSpPr>
          <p:nvPr/>
        </p:nvCxnSpPr>
        <p:spPr>
          <a:xfrm>
            <a:off x="6163059" y="3608345"/>
            <a:ext cx="5892" cy="62149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FBD417E-2FB8-0912-D625-94A929C07166}"/>
              </a:ext>
            </a:extLst>
          </p:cNvPr>
          <p:cNvCxnSpPr>
            <a:cxnSpLocks/>
            <a:stCxn id="53" idx="1"/>
            <a:endCxn id="31" idx="3"/>
          </p:cNvCxnSpPr>
          <p:nvPr/>
        </p:nvCxnSpPr>
        <p:spPr>
          <a:xfrm flipH="1" flipV="1">
            <a:off x="2635066" y="2055061"/>
            <a:ext cx="792661" cy="3104"/>
          </a:xfrm>
          <a:prstGeom prst="line">
            <a:avLst/>
          </a:prstGeom>
          <a:ln w="19050">
            <a:solidFill>
              <a:srgbClr val="2B3348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47B33A8-DF0E-B706-CE43-C00DF7603B66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>
            <a:off x="4111312" y="2490217"/>
            <a:ext cx="12503" cy="422489"/>
          </a:xfrm>
          <a:prstGeom prst="line">
            <a:avLst/>
          </a:prstGeom>
          <a:ln w="889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97F365A-E9ED-FDFE-5F5D-69FAF08DDC5C}"/>
              </a:ext>
            </a:extLst>
          </p:cNvPr>
          <p:cNvGrpSpPr/>
          <p:nvPr/>
        </p:nvGrpSpPr>
        <p:grpSpPr>
          <a:xfrm>
            <a:off x="4084072" y="4268141"/>
            <a:ext cx="1152128" cy="504000"/>
            <a:chOff x="4379313" y="430921"/>
            <a:chExt cx="1152128" cy="503999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BA9AB9DE-B74D-A5BD-DAF7-A57DB9D411C1}"/>
                </a:ext>
              </a:extLst>
            </p:cNvPr>
            <p:cNvSpPr/>
            <p:nvPr/>
          </p:nvSpPr>
          <p:spPr>
            <a:xfrm>
              <a:off x="4379313" y="430921"/>
              <a:ext cx="1152128" cy="50399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9EB67F3-ABCB-3243-687C-C7B2261D805C}"/>
                </a:ext>
              </a:extLst>
            </p:cNvPr>
            <p:cNvSpPr txBox="1"/>
            <p:nvPr/>
          </p:nvSpPr>
          <p:spPr>
            <a:xfrm>
              <a:off x="4529213" y="516743"/>
              <a:ext cx="877163" cy="369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注文日</a:t>
              </a: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3DEF01B-2C4E-491D-64B5-652CB59F47F8}"/>
              </a:ext>
            </a:extLst>
          </p:cNvPr>
          <p:cNvCxnSpPr>
            <a:cxnSpLocks/>
            <a:stCxn id="58" idx="2"/>
            <a:endCxn id="104" idx="0"/>
          </p:cNvCxnSpPr>
          <p:nvPr/>
        </p:nvCxnSpPr>
        <p:spPr>
          <a:xfrm>
            <a:off x="4123815" y="3416703"/>
            <a:ext cx="536325" cy="85143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D08148-C39C-448C-60DA-76975ED2B952}"/>
              </a:ext>
            </a:extLst>
          </p:cNvPr>
          <p:cNvGrpSpPr/>
          <p:nvPr/>
        </p:nvGrpSpPr>
        <p:grpSpPr>
          <a:xfrm>
            <a:off x="5479476" y="2744249"/>
            <a:ext cx="1367169" cy="864096"/>
            <a:chOff x="2195490" y="1654797"/>
            <a:chExt cx="1367169" cy="864096"/>
          </a:xfrm>
        </p:grpSpPr>
        <p:sp>
          <p:nvSpPr>
            <p:cNvPr id="20" name="Diamond 19">
              <a:extLst>
                <a:ext uri="{FF2B5EF4-FFF2-40B4-BE49-F238E27FC236}">
                  <a16:creationId xmlns:a16="http://schemas.microsoft.com/office/drawing/2014/main" id="{FE6ACFEA-3601-497C-D373-7884F33F4FD8}"/>
                </a:ext>
              </a:extLst>
            </p:cNvPr>
            <p:cNvSpPr/>
            <p:nvPr/>
          </p:nvSpPr>
          <p:spPr>
            <a:xfrm>
              <a:off x="2195490" y="1654797"/>
              <a:ext cx="1367169" cy="864096"/>
            </a:xfrm>
            <a:prstGeom prst="diamond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A2701C-DF31-1DB8-9F2B-07AAA44E537E}"/>
                </a:ext>
              </a:extLst>
            </p:cNvPr>
            <p:cNvSpPr txBox="1"/>
            <p:nvPr/>
          </p:nvSpPr>
          <p:spPr>
            <a:xfrm>
              <a:off x="2536400" y="1906796"/>
              <a:ext cx="646331" cy="369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明細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F72EF2-B5A3-3D4E-2FFB-FE12DA29153E}"/>
              </a:ext>
            </a:extLst>
          </p:cNvPr>
          <p:cNvCxnSpPr>
            <a:cxnSpLocks/>
            <a:stCxn id="58" idx="3"/>
            <a:endCxn id="20" idx="1"/>
          </p:cNvCxnSpPr>
          <p:nvPr/>
        </p:nvCxnSpPr>
        <p:spPr>
          <a:xfrm>
            <a:off x="4769220" y="3164706"/>
            <a:ext cx="710250" cy="11593"/>
          </a:xfrm>
          <a:prstGeom prst="line">
            <a:avLst/>
          </a:prstGeom>
          <a:ln w="88900">
            <a:solidFill>
              <a:srgbClr val="2B3348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A797A9E-539E-126C-D7C8-C241EE2C45F4}"/>
              </a:ext>
            </a:extLst>
          </p:cNvPr>
          <p:cNvGrpSpPr/>
          <p:nvPr/>
        </p:nvGrpSpPr>
        <p:grpSpPr>
          <a:xfrm>
            <a:off x="1500867" y="2713740"/>
            <a:ext cx="985117" cy="677633"/>
            <a:chOff x="4802511" y="3766326"/>
            <a:chExt cx="985117" cy="677632"/>
          </a:xfrm>
        </p:grpSpPr>
        <p:sp>
          <p:nvSpPr>
            <p:cNvPr id="51" name="Triangle 50">
              <a:extLst>
                <a:ext uri="{FF2B5EF4-FFF2-40B4-BE49-F238E27FC236}">
                  <a16:creationId xmlns:a16="http://schemas.microsoft.com/office/drawing/2014/main" id="{14BC10DF-D487-5AF6-6E0D-70AF067F7E31}"/>
                </a:ext>
              </a:extLst>
            </p:cNvPr>
            <p:cNvSpPr/>
            <p:nvPr/>
          </p:nvSpPr>
          <p:spPr>
            <a:xfrm>
              <a:off x="4802511" y="3766326"/>
              <a:ext cx="985117" cy="677632"/>
            </a:xfrm>
            <a:prstGeom prst="triangle">
              <a:avLst/>
            </a:prstGeom>
            <a:noFill/>
            <a:ln w="2540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F27D684-79A3-0357-1716-7A1EFD476990}"/>
                </a:ext>
              </a:extLst>
            </p:cNvPr>
            <p:cNvSpPr txBox="1"/>
            <p:nvPr/>
          </p:nvSpPr>
          <p:spPr>
            <a:xfrm>
              <a:off x="5058449" y="3984330"/>
              <a:ext cx="513282" cy="39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2B3348"/>
                  </a:solidFill>
                  <a:latin typeface="Arial" panose="020B0604020202020204" pitchFamily="34" charset="0"/>
                  <a:ea typeface="Noto Sans CJK JP Regular" panose="020B0500000000000000" pitchFamily="34" charset="-128"/>
                  <a:cs typeface="Arial" panose="020B0604020202020204" pitchFamily="34" charset="0"/>
                </a:rPr>
                <a:t>isa</a:t>
              </a: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D88701D-2077-63F2-B3BA-E3FA32D6DA46}"/>
              </a:ext>
            </a:extLst>
          </p:cNvPr>
          <p:cNvCxnSpPr>
            <a:cxnSpLocks/>
            <a:stCxn id="51" idx="0"/>
            <a:endCxn id="31" idx="2"/>
          </p:cNvCxnSpPr>
          <p:nvPr/>
        </p:nvCxnSpPr>
        <p:spPr>
          <a:xfrm flipH="1" flipV="1">
            <a:off x="1989649" y="2307060"/>
            <a:ext cx="3770" cy="40667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166FB9D4-5A6A-F707-C8F9-32D7AD10727B}"/>
              </a:ext>
            </a:extLst>
          </p:cNvPr>
          <p:cNvSpPr/>
          <p:nvPr/>
        </p:nvSpPr>
        <p:spPr>
          <a:xfrm>
            <a:off x="1352546" y="3773763"/>
            <a:ext cx="1290821" cy="504000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有料会員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13ABC1E-BD2F-12C2-2FA7-D102D3025A97}"/>
              </a:ext>
            </a:extLst>
          </p:cNvPr>
          <p:cNvCxnSpPr>
            <a:cxnSpLocks/>
            <a:stCxn id="60" idx="0"/>
            <a:endCxn id="51" idx="3"/>
          </p:cNvCxnSpPr>
          <p:nvPr/>
        </p:nvCxnSpPr>
        <p:spPr>
          <a:xfrm flipH="1" flipV="1">
            <a:off x="1993425" y="3391372"/>
            <a:ext cx="4535" cy="38239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FCC6879-5FC4-E65E-5D7D-3B88FB71BAFE}"/>
              </a:ext>
            </a:extLst>
          </p:cNvPr>
          <p:cNvGrpSpPr/>
          <p:nvPr/>
        </p:nvGrpSpPr>
        <p:grpSpPr>
          <a:xfrm>
            <a:off x="1424164" y="4526790"/>
            <a:ext cx="1152128" cy="503999"/>
            <a:chOff x="1275507" y="4281303"/>
            <a:chExt cx="1152128" cy="72008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2014A26-D8FF-A1E7-421C-0853AEDC42FC}"/>
                </a:ext>
              </a:extLst>
            </p:cNvPr>
            <p:cNvSpPr/>
            <p:nvPr/>
          </p:nvSpPr>
          <p:spPr>
            <a:xfrm>
              <a:off x="1275507" y="4281303"/>
              <a:ext cx="1152128" cy="720080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FFC7C7B-9DA3-F8FD-3FDA-3EDE26E82D19}"/>
                </a:ext>
              </a:extLst>
            </p:cNvPr>
            <p:cNvSpPr txBox="1"/>
            <p:nvPr/>
          </p:nvSpPr>
          <p:spPr>
            <a:xfrm>
              <a:off x="1426208" y="4393343"/>
              <a:ext cx="877163" cy="527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799" dirty="0" err="1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登録日</a:t>
              </a:r>
              <a:endPara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A296599-6E28-B35F-C9E8-4DE7557C3DF2}"/>
              </a:ext>
            </a:extLst>
          </p:cNvPr>
          <p:cNvCxnSpPr>
            <a:cxnSpLocks/>
            <a:stCxn id="60" idx="2"/>
            <a:endCxn id="67" idx="0"/>
          </p:cNvCxnSpPr>
          <p:nvPr/>
        </p:nvCxnSpPr>
        <p:spPr>
          <a:xfrm>
            <a:off x="1997957" y="4277763"/>
            <a:ext cx="2273" cy="24902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91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CC23F4-4CB6-DCFC-DDDC-E3488F169565}"/>
              </a:ext>
            </a:extLst>
          </p:cNvPr>
          <p:cNvSpPr/>
          <p:nvPr/>
        </p:nvSpPr>
        <p:spPr>
          <a:xfrm>
            <a:off x="1763691" y="2266270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5843A2E-8A6D-2E97-1E2A-4CEBCF995E02}"/>
              </a:ext>
            </a:extLst>
          </p:cNvPr>
          <p:cNvSpPr/>
          <p:nvPr/>
        </p:nvSpPr>
        <p:spPr>
          <a:xfrm>
            <a:off x="1833037" y="1094902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ED695D-68CA-3C10-02CC-84A962A481E5}"/>
              </a:ext>
            </a:extLst>
          </p:cNvPr>
          <p:cNvSpPr txBox="1"/>
          <p:nvPr/>
        </p:nvSpPr>
        <p:spPr>
          <a:xfrm>
            <a:off x="1865685" y="1279694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AA8096-A93C-2626-E5E4-C1ACAE0C8B17}"/>
              </a:ext>
            </a:extLst>
          </p:cNvPr>
          <p:cNvCxnSpPr>
            <a:cxnSpLocks/>
            <a:stCxn id="20" idx="0"/>
            <a:endCxn id="21" idx="4"/>
          </p:cNvCxnSpPr>
          <p:nvPr/>
        </p:nvCxnSpPr>
        <p:spPr>
          <a:xfrm flipV="1">
            <a:off x="2409099" y="1814988"/>
            <a:ext cx="0" cy="45128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6FA9648-B20D-DE0B-789B-7F010BC31F86}"/>
              </a:ext>
            </a:extLst>
          </p:cNvPr>
          <p:cNvSpPr/>
          <p:nvPr/>
        </p:nvSpPr>
        <p:spPr>
          <a:xfrm>
            <a:off x="650555" y="358310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82C1FE-9BCB-6FB9-27D0-455FC989B58F}"/>
              </a:ext>
            </a:extLst>
          </p:cNvPr>
          <p:cNvSpPr txBox="1"/>
          <p:nvPr/>
        </p:nvSpPr>
        <p:spPr>
          <a:xfrm>
            <a:off x="903457" y="3758478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A764459-FBD2-69F9-59B7-2A7F426A102F}"/>
              </a:ext>
            </a:extLst>
          </p:cNvPr>
          <p:cNvSpPr/>
          <p:nvPr/>
        </p:nvSpPr>
        <p:spPr>
          <a:xfrm>
            <a:off x="3058832" y="3579862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E90BD2-8D91-F034-6303-3DD211CC2F5D}"/>
              </a:ext>
            </a:extLst>
          </p:cNvPr>
          <p:cNvSpPr txBox="1"/>
          <p:nvPr/>
        </p:nvSpPr>
        <p:spPr>
          <a:xfrm>
            <a:off x="3242002" y="3765556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A9BC7F-6CEB-FD88-EE78-9CAF94D9E425}"/>
              </a:ext>
            </a:extLst>
          </p:cNvPr>
          <p:cNvSpPr/>
          <p:nvPr/>
        </p:nvSpPr>
        <p:spPr>
          <a:xfrm>
            <a:off x="1837357" y="3579862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C4FB1B-A09F-764B-509A-A7809E3CC2C4}"/>
              </a:ext>
            </a:extLst>
          </p:cNvPr>
          <p:cNvSpPr txBox="1"/>
          <p:nvPr/>
        </p:nvSpPr>
        <p:spPr>
          <a:xfrm>
            <a:off x="2111013" y="3749999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4481B1-D5B0-5833-32F8-F6655549BD9C}"/>
              </a:ext>
            </a:extLst>
          </p:cNvPr>
          <p:cNvCxnSpPr>
            <a:cxnSpLocks/>
            <a:stCxn id="20" idx="2"/>
            <a:endCxn id="24" idx="7"/>
          </p:cNvCxnSpPr>
          <p:nvPr/>
        </p:nvCxnSpPr>
        <p:spPr>
          <a:xfrm flipH="1">
            <a:off x="1633962" y="2877239"/>
            <a:ext cx="775143" cy="81132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735060-13EF-CC1F-C105-889D692C0512}"/>
              </a:ext>
            </a:extLst>
          </p:cNvPr>
          <p:cNvCxnSpPr>
            <a:cxnSpLocks/>
            <a:stCxn id="20" idx="2"/>
            <a:endCxn id="26" idx="1"/>
          </p:cNvCxnSpPr>
          <p:nvPr/>
        </p:nvCxnSpPr>
        <p:spPr>
          <a:xfrm>
            <a:off x="2409103" y="2877239"/>
            <a:ext cx="818454" cy="80808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767DF5-43CE-7902-856E-89493C3A859E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>
            <a:off x="2409103" y="2877234"/>
            <a:ext cx="4320" cy="7026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>
            <a:extLst>
              <a:ext uri="{FF2B5EF4-FFF2-40B4-BE49-F238E27FC236}">
                <a16:creationId xmlns:a16="http://schemas.microsoft.com/office/drawing/2014/main" id="{F76778E4-84D7-F633-DCA4-D22420EA05AF}"/>
              </a:ext>
            </a:extLst>
          </p:cNvPr>
          <p:cNvSpPr/>
          <p:nvPr/>
        </p:nvSpPr>
        <p:spPr>
          <a:xfrm>
            <a:off x="4096158" y="2139701"/>
            <a:ext cx="1367169" cy="864096"/>
          </a:xfrm>
          <a:prstGeom prst="diamond">
            <a:avLst/>
          </a:prstGeom>
          <a:noFill/>
          <a:ln w="762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6ED887-6FD0-6DBF-7CCB-6AB05AC713F2}"/>
              </a:ext>
            </a:extLst>
          </p:cNvPr>
          <p:cNvSpPr txBox="1"/>
          <p:nvPr/>
        </p:nvSpPr>
        <p:spPr>
          <a:xfrm>
            <a:off x="4463764" y="2387083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同居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9B67D0E-CE6E-EDF8-6FED-B8E2711C1A4A}"/>
              </a:ext>
            </a:extLst>
          </p:cNvPr>
          <p:cNvSpPr/>
          <p:nvPr/>
        </p:nvSpPr>
        <p:spPr>
          <a:xfrm>
            <a:off x="6444212" y="2266270"/>
            <a:ext cx="1290821" cy="610969"/>
          </a:xfrm>
          <a:prstGeom prst="rect">
            <a:avLst/>
          </a:prstGeom>
          <a:noFill/>
          <a:ln w="7620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家族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7C75DDA-940C-F47B-3366-80D0C07D86AD}"/>
              </a:ext>
            </a:extLst>
          </p:cNvPr>
          <p:cNvCxnSpPr>
            <a:cxnSpLocks/>
            <a:stCxn id="20" idx="3"/>
            <a:endCxn id="42" idx="1"/>
          </p:cNvCxnSpPr>
          <p:nvPr/>
        </p:nvCxnSpPr>
        <p:spPr>
          <a:xfrm flipV="1">
            <a:off x="3054512" y="2571749"/>
            <a:ext cx="1041641" cy="3"/>
          </a:xfrm>
          <a:prstGeom prst="line">
            <a:avLst/>
          </a:prstGeom>
          <a:ln w="22225">
            <a:solidFill>
              <a:srgbClr val="2B3348"/>
            </a:solidFill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279B389-B86A-87F0-B023-95F91F157A40}"/>
              </a:ext>
            </a:extLst>
          </p:cNvPr>
          <p:cNvCxnSpPr>
            <a:cxnSpLocks/>
            <a:stCxn id="49" idx="1"/>
            <a:endCxn id="42" idx="3"/>
          </p:cNvCxnSpPr>
          <p:nvPr/>
        </p:nvCxnSpPr>
        <p:spPr>
          <a:xfrm flipH="1" flipV="1">
            <a:off x="5463327" y="2571754"/>
            <a:ext cx="980887" cy="1"/>
          </a:xfrm>
          <a:prstGeom prst="line">
            <a:avLst/>
          </a:prstGeom>
          <a:ln w="762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31E25B6-9BE8-521B-C491-8CD7E0DD2D02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 flipH="1">
            <a:off x="6513555" y="2877233"/>
            <a:ext cx="576064" cy="70257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714D81DB-E4C5-A9B0-2377-AE1DBA645FC6}"/>
              </a:ext>
            </a:extLst>
          </p:cNvPr>
          <p:cNvSpPr/>
          <p:nvPr/>
        </p:nvSpPr>
        <p:spPr>
          <a:xfrm>
            <a:off x="5937494" y="357981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7C83EF-3A62-68A3-5243-67B37D0FE538}"/>
              </a:ext>
            </a:extLst>
          </p:cNvPr>
          <p:cNvSpPr txBox="1"/>
          <p:nvPr/>
        </p:nvSpPr>
        <p:spPr>
          <a:xfrm>
            <a:off x="6190395" y="375518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33E6383-C28B-3D08-13EF-95BD180F14A8}"/>
              </a:ext>
            </a:extLst>
          </p:cNvPr>
          <p:cNvCxnSpPr>
            <a:cxnSpLocks/>
          </p:cNvCxnSpPr>
          <p:nvPr/>
        </p:nvCxnSpPr>
        <p:spPr>
          <a:xfrm flipH="1">
            <a:off x="6296469" y="4115366"/>
            <a:ext cx="428859" cy="0"/>
          </a:xfrm>
          <a:prstGeom prst="line">
            <a:avLst/>
          </a:prstGeom>
          <a:ln w="19050">
            <a:solidFill>
              <a:srgbClr val="2B334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D6B4EA5F-6376-8114-47CB-FD48D98C08F0}"/>
              </a:ext>
            </a:extLst>
          </p:cNvPr>
          <p:cNvSpPr/>
          <p:nvPr/>
        </p:nvSpPr>
        <p:spPr>
          <a:xfrm>
            <a:off x="7158969" y="357981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73768B-6F25-3EF1-8507-626C8EDE6C48}"/>
              </a:ext>
            </a:extLst>
          </p:cNvPr>
          <p:cNvSpPr txBox="1"/>
          <p:nvPr/>
        </p:nvSpPr>
        <p:spPr>
          <a:xfrm>
            <a:off x="7411870" y="375518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続柄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F573A91-E1CA-BCD8-C665-A6076A7730F2}"/>
              </a:ext>
            </a:extLst>
          </p:cNvPr>
          <p:cNvCxnSpPr>
            <a:cxnSpLocks/>
            <a:stCxn id="49" idx="2"/>
            <a:endCxn id="73" idx="0"/>
          </p:cNvCxnSpPr>
          <p:nvPr/>
        </p:nvCxnSpPr>
        <p:spPr>
          <a:xfrm>
            <a:off x="7089624" y="2877233"/>
            <a:ext cx="645411" cy="70257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034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A12E-6F7E-454E-4539-FA0EBE56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4EE5A6-E800-410E-FBE7-029A47ECED3B}"/>
              </a:ext>
            </a:extLst>
          </p:cNvPr>
          <p:cNvSpPr/>
          <p:nvPr/>
        </p:nvSpPr>
        <p:spPr>
          <a:xfrm>
            <a:off x="1763691" y="2266270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2EE468A-F0A8-3EB7-EBE4-8A6535429900}"/>
              </a:ext>
            </a:extLst>
          </p:cNvPr>
          <p:cNvSpPr/>
          <p:nvPr/>
        </p:nvSpPr>
        <p:spPr>
          <a:xfrm>
            <a:off x="1833037" y="1094902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71D14E-7A77-8803-E5A3-03384CD22122}"/>
              </a:ext>
            </a:extLst>
          </p:cNvPr>
          <p:cNvSpPr txBox="1"/>
          <p:nvPr/>
        </p:nvSpPr>
        <p:spPr>
          <a:xfrm>
            <a:off x="1865685" y="1279694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ADC3FB-FD72-BFA4-07C0-37936544E2BE}"/>
              </a:ext>
            </a:extLst>
          </p:cNvPr>
          <p:cNvCxnSpPr>
            <a:cxnSpLocks/>
            <a:stCxn id="20" idx="0"/>
            <a:endCxn id="21" idx="4"/>
          </p:cNvCxnSpPr>
          <p:nvPr/>
        </p:nvCxnSpPr>
        <p:spPr>
          <a:xfrm flipV="1">
            <a:off x="2409099" y="1814988"/>
            <a:ext cx="0" cy="45128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8FEAC2C-A242-A87C-472E-F4286FAD1A1A}"/>
              </a:ext>
            </a:extLst>
          </p:cNvPr>
          <p:cNvSpPr/>
          <p:nvPr/>
        </p:nvSpPr>
        <p:spPr>
          <a:xfrm>
            <a:off x="650555" y="358310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F3BD22-F4A6-9907-646A-CA1E5BBDF2A5}"/>
              </a:ext>
            </a:extLst>
          </p:cNvPr>
          <p:cNvSpPr txBox="1"/>
          <p:nvPr/>
        </p:nvSpPr>
        <p:spPr>
          <a:xfrm>
            <a:off x="903457" y="3758478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2513BF5-FE54-245F-304A-78A5FA7E41C4}"/>
              </a:ext>
            </a:extLst>
          </p:cNvPr>
          <p:cNvSpPr/>
          <p:nvPr/>
        </p:nvSpPr>
        <p:spPr>
          <a:xfrm>
            <a:off x="3058832" y="3579862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BCB8FB-42EF-9DC7-BA1B-2AB5705FA9E0}"/>
              </a:ext>
            </a:extLst>
          </p:cNvPr>
          <p:cNvSpPr txBox="1"/>
          <p:nvPr/>
        </p:nvSpPr>
        <p:spPr>
          <a:xfrm>
            <a:off x="3242002" y="3765556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0639F39-5C3D-815B-2D97-2BC0F0D41864}"/>
              </a:ext>
            </a:extLst>
          </p:cNvPr>
          <p:cNvSpPr/>
          <p:nvPr/>
        </p:nvSpPr>
        <p:spPr>
          <a:xfrm>
            <a:off x="1837357" y="3579862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F428DC-5139-393F-A981-747DB75D8CA8}"/>
              </a:ext>
            </a:extLst>
          </p:cNvPr>
          <p:cNvSpPr txBox="1"/>
          <p:nvPr/>
        </p:nvSpPr>
        <p:spPr>
          <a:xfrm>
            <a:off x="2111013" y="3749999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F2CBE98-CD31-E6A6-5A92-806661E13B1A}"/>
              </a:ext>
            </a:extLst>
          </p:cNvPr>
          <p:cNvCxnSpPr>
            <a:cxnSpLocks/>
            <a:stCxn id="20" idx="2"/>
            <a:endCxn id="24" idx="7"/>
          </p:cNvCxnSpPr>
          <p:nvPr/>
        </p:nvCxnSpPr>
        <p:spPr>
          <a:xfrm flipH="1">
            <a:off x="1633962" y="2877239"/>
            <a:ext cx="775143" cy="81132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BAFEB6-8F66-52AF-D59E-1C8DB394932B}"/>
              </a:ext>
            </a:extLst>
          </p:cNvPr>
          <p:cNvCxnSpPr>
            <a:cxnSpLocks/>
            <a:stCxn id="20" idx="2"/>
            <a:endCxn id="26" idx="1"/>
          </p:cNvCxnSpPr>
          <p:nvPr/>
        </p:nvCxnSpPr>
        <p:spPr>
          <a:xfrm>
            <a:off x="2409103" y="2877239"/>
            <a:ext cx="818454" cy="80808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D2D97E-FD4D-D763-DE06-7E506D4AB358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>
            <a:off x="2409103" y="2877234"/>
            <a:ext cx="4320" cy="7026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>
            <a:extLst>
              <a:ext uri="{FF2B5EF4-FFF2-40B4-BE49-F238E27FC236}">
                <a16:creationId xmlns:a16="http://schemas.microsoft.com/office/drawing/2014/main" id="{3BB499F4-E261-C4B8-73E6-D4AE91DE2FDB}"/>
              </a:ext>
            </a:extLst>
          </p:cNvPr>
          <p:cNvSpPr/>
          <p:nvPr/>
        </p:nvSpPr>
        <p:spPr>
          <a:xfrm>
            <a:off x="4096158" y="2139701"/>
            <a:ext cx="1367169" cy="864096"/>
          </a:xfrm>
          <a:prstGeom prst="diamond">
            <a:avLst/>
          </a:prstGeom>
          <a:noFill/>
          <a:ln w="76200" cmpd="dbl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E824D0-272E-B507-A293-CFDF2C35BF28}"/>
              </a:ext>
            </a:extLst>
          </p:cNvPr>
          <p:cNvSpPr txBox="1"/>
          <p:nvPr/>
        </p:nvSpPr>
        <p:spPr>
          <a:xfrm>
            <a:off x="4463764" y="2387083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同居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BE6273-9F42-B050-D223-C0E81C17156E}"/>
              </a:ext>
            </a:extLst>
          </p:cNvPr>
          <p:cNvSpPr/>
          <p:nvPr/>
        </p:nvSpPr>
        <p:spPr>
          <a:xfrm>
            <a:off x="6444212" y="2266270"/>
            <a:ext cx="1290821" cy="610969"/>
          </a:xfrm>
          <a:prstGeom prst="rect">
            <a:avLst/>
          </a:prstGeom>
          <a:noFill/>
          <a:ln w="76200" cmpd="dbl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家族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2957DCD-6C95-7592-E990-99954251546F}"/>
              </a:ext>
            </a:extLst>
          </p:cNvPr>
          <p:cNvCxnSpPr>
            <a:cxnSpLocks/>
            <a:stCxn id="20" idx="3"/>
            <a:endCxn id="42" idx="1"/>
          </p:cNvCxnSpPr>
          <p:nvPr/>
        </p:nvCxnSpPr>
        <p:spPr>
          <a:xfrm flipV="1">
            <a:off x="3054512" y="2571749"/>
            <a:ext cx="1041641" cy="3"/>
          </a:xfrm>
          <a:prstGeom prst="line">
            <a:avLst/>
          </a:prstGeom>
          <a:ln w="22225">
            <a:solidFill>
              <a:srgbClr val="2B3348"/>
            </a:solidFill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3681AA3-60E4-4B1A-61D2-70EAFA7F1B1D}"/>
              </a:ext>
            </a:extLst>
          </p:cNvPr>
          <p:cNvCxnSpPr>
            <a:cxnSpLocks/>
            <a:stCxn id="49" idx="1"/>
            <a:endCxn id="42" idx="3"/>
          </p:cNvCxnSpPr>
          <p:nvPr/>
        </p:nvCxnSpPr>
        <p:spPr>
          <a:xfrm flipH="1" flipV="1">
            <a:off x="5463327" y="2571754"/>
            <a:ext cx="980887" cy="1"/>
          </a:xfrm>
          <a:prstGeom prst="line">
            <a:avLst/>
          </a:prstGeom>
          <a:ln w="7620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1796CFE-8657-47BA-1278-63B4E3DF29F2}"/>
              </a:ext>
            </a:extLst>
          </p:cNvPr>
          <p:cNvCxnSpPr>
            <a:cxnSpLocks/>
            <a:stCxn id="49" idx="2"/>
            <a:endCxn id="60" idx="0"/>
          </p:cNvCxnSpPr>
          <p:nvPr/>
        </p:nvCxnSpPr>
        <p:spPr>
          <a:xfrm flipH="1">
            <a:off x="6513555" y="2877233"/>
            <a:ext cx="576064" cy="70257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718D914-8BB9-8D76-6FC8-0C3107703490}"/>
              </a:ext>
            </a:extLst>
          </p:cNvPr>
          <p:cNvSpPr/>
          <p:nvPr/>
        </p:nvSpPr>
        <p:spPr>
          <a:xfrm>
            <a:off x="5937494" y="357981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E1F15A-58F6-DD50-BD18-CFFE6C177336}"/>
              </a:ext>
            </a:extLst>
          </p:cNvPr>
          <p:cNvSpPr txBox="1"/>
          <p:nvPr/>
        </p:nvSpPr>
        <p:spPr>
          <a:xfrm>
            <a:off x="6190395" y="375518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3FBD275-C74C-DC62-A9BE-F5F9DB078693}"/>
              </a:ext>
            </a:extLst>
          </p:cNvPr>
          <p:cNvCxnSpPr>
            <a:cxnSpLocks/>
          </p:cNvCxnSpPr>
          <p:nvPr/>
        </p:nvCxnSpPr>
        <p:spPr>
          <a:xfrm flipH="1">
            <a:off x="6296469" y="4115366"/>
            <a:ext cx="428859" cy="0"/>
          </a:xfrm>
          <a:prstGeom prst="line">
            <a:avLst/>
          </a:prstGeom>
          <a:ln w="19050">
            <a:solidFill>
              <a:srgbClr val="2B334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C7E9A8CC-52A2-541B-5D79-754D517DD707}"/>
              </a:ext>
            </a:extLst>
          </p:cNvPr>
          <p:cNvSpPr/>
          <p:nvPr/>
        </p:nvSpPr>
        <p:spPr>
          <a:xfrm>
            <a:off x="7158969" y="357981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38CEF9-9B00-059B-AA92-6F0FC0115A30}"/>
              </a:ext>
            </a:extLst>
          </p:cNvPr>
          <p:cNvSpPr txBox="1"/>
          <p:nvPr/>
        </p:nvSpPr>
        <p:spPr>
          <a:xfrm>
            <a:off x="7411870" y="3755185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続柄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7F93440-A760-94A9-736C-7AACC9DBE0BA}"/>
              </a:ext>
            </a:extLst>
          </p:cNvPr>
          <p:cNvCxnSpPr>
            <a:cxnSpLocks/>
            <a:stCxn id="49" idx="2"/>
            <a:endCxn id="73" idx="0"/>
          </p:cNvCxnSpPr>
          <p:nvPr/>
        </p:nvCxnSpPr>
        <p:spPr>
          <a:xfrm>
            <a:off x="7089624" y="2877233"/>
            <a:ext cx="645411" cy="70257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151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98E23C-8DE0-D7BF-BE8D-6491FB80656E}"/>
              </a:ext>
            </a:extLst>
          </p:cNvPr>
          <p:cNvSpPr/>
          <p:nvPr/>
        </p:nvSpPr>
        <p:spPr>
          <a:xfrm>
            <a:off x="3910717" y="1448646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大学</a:t>
            </a:r>
          </a:p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構成員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D2F0872-908D-82CA-AFA0-501AB7B41BC0}"/>
              </a:ext>
            </a:extLst>
          </p:cNvPr>
          <p:cNvGrpSpPr/>
          <p:nvPr/>
        </p:nvGrpSpPr>
        <p:grpSpPr>
          <a:xfrm>
            <a:off x="5515293" y="586267"/>
            <a:ext cx="1020690" cy="610967"/>
            <a:chOff x="1968792" y="3579862"/>
            <a:chExt cx="1020690" cy="61096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72CD325-1720-421A-3675-A49FFBEA5889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5CA5DD-515F-B588-A159-7F3E4E1DECF1}"/>
                </a:ext>
              </a:extLst>
            </p:cNvPr>
            <p:cNvSpPr txBox="1"/>
            <p:nvPr/>
          </p:nvSpPr>
          <p:spPr>
            <a:xfrm>
              <a:off x="2155971" y="3698546"/>
              <a:ext cx="646331" cy="3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所属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4A645F-951E-576E-E038-3B9852F184BA}"/>
              </a:ext>
            </a:extLst>
          </p:cNvPr>
          <p:cNvCxnSpPr>
            <a:cxnSpLocks/>
            <a:stCxn id="36" idx="5"/>
          </p:cNvCxnSpPr>
          <p:nvPr/>
        </p:nvCxnSpPr>
        <p:spPr>
          <a:xfrm>
            <a:off x="3442781" y="1105630"/>
            <a:ext cx="472642" cy="37257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5A6E53-C875-D336-0A26-4019A9C638E0}"/>
              </a:ext>
            </a:extLst>
          </p:cNvPr>
          <p:cNvCxnSpPr>
            <a:cxnSpLocks/>
            <a:stCxn id="30" idx="4"/>
            <a:endCxn id="2" idx="0"/>
          </p:cNvCxnSpPr>
          <p:nvPr/>
        </p:nvCxnSpPr>
        <p:spPr>
          <a:xfrm>
            <a:off x="4556125" y="1015586"/>
            <a:ext cx="0" cy="43305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703086-5A67-5DB6-0228-83EF0438A1B0}"/>
              </a:ext>
            </a:extLst>
          </p:cNvPr>
          <p:cNvGrpSpPr/>
          <p:nvPr/>
        </p:nvGrpSpPr>
        <p:grpSpPr>
          <a:xfrm>
            <a:off x="4045781" y="404614"/>
            <a:ext cx="1020690" cy="610967"/>
            <a:chOff x="1968792" y="3579862"/>
            <a:chExt cx="1020690" cy="61096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4C02F18-9C94-D2A5-34FB-605BA01E9725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EFACD2D-CD3D-DDCC-3D11-4BAB446B6F25}"/>
                </a:ext>
              </a:extLst>
            </p:cNvPr>
            <p:cNvSpPr txBox="1"/>
            <p:nvPr/>
          </p:nvSpPr>
          <p:spPr>
            <a:xfrm>
              <a:off x="2025613" y="3697670"/>
              <a:ext cx="944211" cy="3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799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大学ID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2AD33B9-3326-640A-75D6-80F0399B353A}"/>
              </a:ext>
            </a:extLst>
          </p:cNvPr>
          <p:cNvGrpSpPr/>
          <p:nvPr/>
        </p:nvGrpSpPr>
        <p:grpSpPr>
          <a:xfrm>
            <a:off x="2571569" y="1337933"/>
            <a:ext cx="1020690" cy="610967"/>
            <a:chOff x="1968792" y="3579862"/>
            <a:chExt cx="1020690" cy="61096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1FA360D-3B6C-5D54-4E78-215C92CD2895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41D13E5-2F4B-3434-5235-62EEC2AE6B2A}"/>
                </a:ext>
              </a:extLst>
            </p:cNvPr>
            <p:cNvSpPr txBox="1"/>
            <p:nvPr/>
          </p:nvSpPr>
          <p:spPr>
            <a:xfrm>
              <a:off x="2155971" y="3698546"/>
              <a:ext cx="646331" cy="3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性別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C32DA46-6C5F-3C17-BE03-A3313F47A6D4}"/>
              </a:ext>
            </a:extLst>
          </p:cNvPr>
          <p:cNvGrpSpPr/>
          <p:nvPr/>
        </p:nvGrpSpPr>
        <p:grpSpPr>
          <a:xfrm>
            <a:off x="2571569" y="584131"/>
            <a:ext cx="1020690" cy="610967"/>
            <a:chOff x="1968792" y="3579862"/>
            <a:chExt cx="1020690" cy="610969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E0C497C-8A0B-B305-AC0C-926F3AC0DEB6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F7F8D98-596C-FAC9-EF3A-FCFD74D7E052}"/>
                </a:ext>
              </a:extLst>
            </p:cNvPr>
            <p:cNvSpPr txBox="1"/>
            <p:nvPr/>
          </p:nvSpPr>
          <p:spPr>
            <a:xfrm>
              <a:off x="2155971" y="3698546"/>
              <a:ext cx="646331" cy="3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氏名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051ACA6-A9A0-C138-9096-56A213C189A1}"/>
              </a:ext>
            </a:extLst>
          </p:cNvPr>
          <p:cNvGrpSpPr/>
          <p:nvPr/>
        </p:nvGrpSpPr>
        <p:grpSpPr>
          <a:xfrm>
            <a:off x="5448589" y="1337944"/>
            <a:ext cx="1154096" cy="610970"/>
            <a:chOff x="1896784" y="3579862"/>
            <a:chExt cx="1154096" cy="610969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9854022-A0CB-D39A-D5BC-219AF405FAF4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49BDBC6-732B-0724-7381-7E1A6D16F7AF}"/>
                </a:ext>
              </a:extLst>
            </p:cNvPr>
            <p:cNvSpPr txBox="1"/>
            <p:nvPr/>
          </p:nvSpPr>
          <p:spPr>
            <a:xfrm>
              <a:off x="1896784" y="3700680"/>
              <a:ext cx="1154096" cy="35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6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生年月日</a:t>
              </a: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945C7CC-756E-F0C2-FDA3-3A2AA60A2D83}"/>
              </a:ext>
            </a:extLst>
          </p:cNvPr>
          <p:cNvCxnSpPr>
            <a:cxnSpLocks/>
            <a:stCxn id="33" idx="6"/>
            <a:endCxn id="2" idx="1"/>
          </p:cNvCxnSpPr>
          <p:nvPr/>
        </p:nvCxnSpPr>
        <p:spPr>
          <a:xfrm>
            <a:off x="3592258" y="1643423"/>
            <a:ext cx="318456" cy="11070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ACA1142-4D39-4C05-4272-718CCC083949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5201541" y="1107766"/>
            <a:ext cx="463233" cy="37043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00CC4AC-8944-E7F2-4FA4-0C267D201A33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5201537" y="1643423"/>
            <a:ext cx="313756" cy="11070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2848D16-C429-69E9-DC62-A25261FA8AC8}"/>
              </a:ext>
            </a:extLst>
          </p:cNvPr>
          <p:cNvGrpSpPr/>
          <p:nvPr/>
        </p:nvGrpSpPr>
        <p:grpSpPr>
          <a:xfrm>
            <a:off x="2754216" y="2600774"/>
            <a:ext cx="985117" cy="677633"/>
            <a:chOff x="4802511" y="3766326"/>
            <a:chExt cx="985117" cy="677632"/>
          </a:xfrm>
        </p:grpSpPr>
        <p:sp>
          <p:nvSpPr>
            <p:cNvPr id="55" name="Triangle 54">
              <a:extLst>
                <a:ext uri="{FF2B5EF4-FFF2-40B4-BE49-F238E27FC236}">
                  <a16:creationId xmlns:a16="http://schemas.microsoft.com/office/drawing/2014/main" id="{0178B8E3-66BD-3D1A-08B1-E34180BD2512}"/>
                </a:ext>
              </a:extLst>
            </p:cNvPr>
            <p:cNvSpPr/>
            <p:nvPr/>
          </p:nvSpPr>
          <p:spPr>
            <a:xfrm>
              <a:off x="4802511" y="3766326"/>
              <a:ext cx="985117" cy="677632"/>
            </a:xfrm>
            <a:prstGeom prst="triangle">
              <a:avLst/>
            </a:prstGeom>
            <a:noFill/>
            <a:ln w="2540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51BE14F-FEB5-B5B6-F139-697EB152F571}"/>
                </a:ext>
              </a:extLst>
            </p:cNvPr>
            <p:cNvSpPr txBox="1"/>
            <p:nvPr/>
          </p:nvSpPr>
          <p:spPr>
            <a:xfrm>
              <a:off x="5038423" y="4013238"/>
              <a:ext cx="513282" cy="39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2B3348"/>
                  </a:solidFill>
                  <a:latin typeface="Arial" panose="020B0604020202020204" pitchFamily="34" charset="0"/>
                  <a:ea typeface="Noto Sans CJK JP Regular" panose="020B0500000000000000" pitchFamily="34" charset="-128"/>
                  <a:cs typeface="Arial" panose="020B0604020202020204" pitchFamily="34" charset="0"/>
                </a:rPr>
                <a:t>isa</a:t>
              </a: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8E5ACFD-C8C6-174C-AC6C-B8A709978A95}"/>
              </a:ext>
            </a:extLst>
          </p:cNvPr>
          <p:cNvCxnSpPr>
            <a:cxnSpLocks/>
            <a:stCxn id="2" idx="2"/>
            <a:endCxn id="55" idx="0"/>
          </p:cNvCxnSpPr>
          <p:nvPr/>
        </p:nvCxnSpPr>
        <p:spPr>
          <a:xfrm flipH="1">
            <a:off x="3246769" y="2059615"/>
            <a:ext cx="1309356" cy="54115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B37E1F2-0BE5-90D5-F38D-1704314FE74B}"/>
              </a:ext>
            </a:extLst>
          </p:cNvPr>
          <p:cNvGrpSpPr/>
          <p:nvPr/>
        </p:nvGrpSpPr>
        <p:grpSpPr>
          <a:xfrm>
            <a:off x="5372931" y="2600774"/>
            <a:ext cx="985117" cy="677633"/>
            <a:chOff x="4802511" y="3766326"/>
            <a:chExt cx="985117" cy="677632"/>
          </a:xfrm>
        </p:grpSpPr>
        <p:sp>
          <p:nvSpPr>
            <p:cNvPr id="63" name="Triangle 62">
              <a:extLst>
                <a:ext uri="{FF2B5EF4-FFF2-40B4-BE49-F238E27FC236}">
                  <a16:creationId xmlns:a16="http://schemas.microsoft.com/office/drawing/2014/main" id="{80623B87-6029-FDB8-8EAF-49B9297C5E55}"/>
                </a:ext>
              </a:extLst>
            </p:cNvPr>
            <p:cNvSpPr/>
            <p:nvPr/>
          </p:nvSpPr>
          <p:spPr>
            <a:xfrm>
              <a:off x="4802511" y="3766326"/>
              <a:ext cx="985117" cy="677632"/>
            </a:xfrm>
            <a:prstGeom prst="triangle">
              <a:avLst/>
            </a:prstGeom>
            <a:noFill/>
            <a:ln w="2540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37DC420-B474-E712-5D5F-E4209A0CD4E8}"/>
                </a:ext>
              </a:extLst>
            </p:cNvPr>
            <p:cNvSpPr txBox="1"/>
            <p:nvPr/>
          </p:nvSpPr>
          <p:spPr>
            <a:xfrm>
              <a:off x="5038424" y="4015299"/>
              <a:ext cx="513282" cy="39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2B3348"/>
                  </a:solidFill>
                  <a:latin typeface="Arial" panose="020B0604020202020204" pitchFamily="34" charset="0"/>
                  <a:ea typeface="Noto Sans CJK JP Regular" panose="020B0500000000000000" pitchFamily="34" charset="-128"/>
                  <a:cs typeface="Arial" panose="020B0604020202020204" pitchFamily="34" charset="0"/>
                </a:rPr>
                <a:t>isa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6D8ECC6-F783-1DF7-CE96-81E07CEF733A}"/>
              </a:ext>
            </a:extLst>
          </p:cNvPr>
          <p:cNvCxnSpPr>
            <a:cxnSpLocks/>
            <a:stCxn id="2" idx="2"/>
            <a:endCxn id="63" idx="0"/>
          </p:cNvCxnSpPr>
          <p:nvPr/>
        </p:nvCxnSpPr>
        <p:spPr>
          <a:xfrm>
            <a:off x="4556130" y="2059615"/>
            <a:ext cx="1309359" cy="54115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08CB104-8DE3-014D-4D02-3762EF48F2EA}"/>
              </a:ext>
            </a:extLst>
          </p:cNvPr>
          <p:cNvCxnSpPr>
            <a:cxnSpLocks/>
            <a:stCxn id="55" idx="3"/>
            <a:endCxn id="71" idx="0"/>
          </p:cNvCxnSpPr>
          <p:nvPr/>
        </p:nvCxnSpPr>
        <p:spPr>
          <a:xfrm flipH="1">
            <a:off x="3238637" y="3278400"/>
            <a:ext cx="8136" cy="5174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A78BAFA3-4013-102D-A2C0-25526332782F}"/>
              </a:ext>
            </a:extLst>
          </p:cNvPr>
          <p:cNvSpPr/>
          <p:nvPr/>
        </p:nvSpPr>
        <p:spPr>
          <a:xfrm>
            <a:off x="2593224" y="3795891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学生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F96FF4D-7C5F-6A28-C7EF-8AB22AFA98A4}"/>
              </a:ext>
            </a:extLst>
          </p:cNvPr>
          <p:cNvCxnSpPr>
            <a:cxnSpLocks/>
            <a:stCxn id="63" idx="3"/>
            <a:endCxn id="75" idx="0"/>
          </p:cNvCxnSpPr>
          <p:nvPr/>
        </p:nvCxnSpPr>
        <p:spPr>
          <a:xfrm flipH="1">
            <a:off x="5865489" y="3278400"/>
            <a:ext cx="1" cy="5174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6AD9C5F6-C1DC-74A0-262E-02FE39970BBA}"/>
              </a:ext>
            </a:extLst>
          </p:cNvPr>
          <p:cNvSpPr/>
          <p:nvPr/>
        </p:nvSpPr>
        <p:spPr>
          <a:xfrm>
            <a:off x="5220075" y="3795891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教員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AA15F20-9168-E107-7F53-1F96845C2375}"/>
              </a:ext>
            </a:extLst>
          </p:cNvPr>
          <p:cNvGrpSpPr/>
          <p:nvPr/>
        </p:nvGrpSpPr>
        <p:grpSpPr>
          <a:xfrm>
            <a:off x="6817350" y="3091159"/>
            <a:ext cx="1020690" cy="610967"/>
            <a:chOff x="1968792" y="3579862"/>
            <a:chExt cx="1020690" cy="610969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FE7E28-CE07-7F4F-C751-9A7925A25DA3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28263DB-4EAA-E7F2-FBDD-894B4C5A06B6}"/>
                </a:ext>
              </a:extLst>
            </p:cNvPr>
            <p:cNvSpPr txBox="1"/>
            <p:nvPr/>
          </p:nvSpPr>
          <p:spPr>
            <a:xfrm>
              <a:off x="2155971" y="3698546"/>
              <a:ext cx="646331" cy="3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職階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F23DDE7-8044-7DC4-239A-71875DED4C48}"/>
              </a:ext>
            </a:extLst>
          </p:cNvPr>
          <p:cNvGrpSpPr/>
          <p:nvPr/>
        </p:nvGrpSpPr>
        <p:grpSpPr>
          <a:xfrm>
            <a:off x="6750646" y="3842836"/>
            <a:ext cx="1154096" cy="610970"/>
            <a:chOff x="1896784" y="3579862"/>
            <a:chExt cx="1154096" cy="610969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94F78A0-B8E2-4D20-1F69-B22E8CE5DD64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32EBEA0-962A-752C-DD8F-E77355CC301D}"/>
                </a:ext>
              </a:extLst>
            </p:cNvPr>
            <p:cNvSpPr txBox="1"/>
            <p:nvPr/>
          </p:nvSpPr>
          <p:spPr>
            <a:xfrm>
              <a:off x="1896784" y="3700680"/>
              <a:ext cx="1154096" cy="35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6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研究者ID</a:t>
              </a:r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22E045A-CFDF-FF21-5509-ECAA6C8E6544}"/>
              </a:ext>
            </a:extLst>
          </p:cNvPr>
          <p:cNvCxnSpPr>
            <a:cxnSpLocks/>
            <a:endCxn id="79" idx="3"/>
          </p:cNvCxnSpPr>
          <p:nvPr/>
        </p:nvCxnSpPr>
        <p:spPr>
          <a:xfrm flipV="1">
            <a:off x="6503598" y="3612660"/>
            <a:ext cx="463233" cy="37043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AFE24C-4885-EAFE-6B42-BE29BCCCA98D}"/>
              </a:ext>
            </a:extLst>
          </p:cNvPr>
          <p:cNvCxnSpPr>
            <a:cxnSpLocks/>
          </p:cNvCxnSpPr>
          <p:nvPr/>
        </p:nvCxnSpPr>
        <p:spPr>
          <a:xfrm flipH="1">
            <a:off x="6503595" y="4148317"/>
            <a:ext cx="313756" cy="11070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93D5803-D101-EEA2-7336-83C0C3A575BD}"/>
              </a:ext>
            </a:extLst>
          </p:cNvPr>
          <p:cNvCxnSpPr>
            <a:cxnSpLocks/>
            <a:stCxn id="88" idx="5"/>
          </p:cNvCxnSpPr>
          <p:nvPr/>
        </p:nvCxnSpPr>
        <p:spPr>
          <a:xfrm>
            <a:off x="2120445" y="3753355"/>
            <a:ext cx="472642" cy="37257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C75F7BE-F383-A3CE-DE0E-A665A72711D8}"/>
              </a:ext>
            </a:extLst>
          </p:cNvPr>
          <p:cNvGrpSpPr/>
          <p:nvPr/>
        </p:nvGrpSpPr>
        <p:grpSpPr>
          <a:xfrm>
            <a:off x="1249233" y="3231869"/>
            <a:ext cx="1020690" cy="610970"/>
            <a:chOff x="1968792" y="3579862"/>
            <a:chExt cx="1020690" cy="610969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1E23D25E-ED2E-2D20-8459-95F95D749A0D}"/>
                </a:ext>
              </a:extLst>
            </p:cNvPr>
            <p:cNvSpPr/>
            <p:nvPr/>
          </p:nvSpPr>
          <p:spPr>
            <a:xfrm>
              <a:off x="1968792" y="3579862"/>
              <a:ext cx="1020690" cy="610969"/>
            </a:xfrm>
            <a:prstGeom prst="ellipse">
              <a:avLst/>
            </a:prstGeom>
            <a:noFill/>
            <a:ln w="1905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19C9B25-1663-5A8D-8C26-610868A11DBA}"/>
                </a:ext>
              </a:extLst>
            </p:cNvPr>
            <p:cNvSpPr txBox="1"/>
            <p:nvPr/>
          </p:nvSpPr>
          <p:spPr>
            <a:xfrm>
              <a:off x="1993770" y="3698546"/>
              <a:ext cx="987574" cy="369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入学年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9389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6F98-FE01-C73F-71FA-61BE35F37466}"/>
              </a:ext>
            </a:extLst>
          </p:cNvPr>
          <p:cNvSpPr/>
          <p:nvPr/>
        </p:nvSpPr>
        <p:spPr>
          <a:xfrm>
            <a:off x="2562799" y="2293246"/>
            <a:ext cx="1074798" cy="557015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部屋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6B509-13CB-CD02-6B35-13B98DA4713F}"/>
              </a:ext>
            </a:extLst>
          </p:cNvPr>
          <p:cNvSpPr/>
          <p:nvPr/>
        </p:nvSpPr>
        <p:spPr>
          <a:xfrm>
            <a:off x="646606" y="3946063"/>
            <a:ext cx="1074798" cy="557015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教員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F18CE-1A82-7CE7-A53A-04418548C5F4}"/>
              </a:ext>
            </a:extLst>
          </p:cNvPr>
          <p:cNvSpPr/>
          <p:nvPr/>
        </p:nvSpPr>
        <p:spPr>
          <a:xfrm>
            <a:off x="646606" y="656110"/>
            <a:ext cx="1074798" cy="557015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学生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71FF97D5-CEEF-E36B-4FEB-8991E96D355C}"/>
              </a:ext>
            </a:extLst>
          </p:cNvPr>
          <p:cNvSpPr/>
          <p:nvPr/>
        </p:nvSpPr>
        <p:spPr>
          <a:xfrm>
            <a:off x="427924" y="2155000"/>
            <a:ext cx="1512167" cy="833500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A6153-7F85-9FA2-7350-177BAD638AEF}"/>
              </a:ext>
            </a:extLst>
          </p:cNvPr>
          <p:cNvSpPr txBox="1"/>
          <p:nvPr/>
        </p:nvSpPr>
        <p:spPr>
          <a:xfrm>
            <a:off x="745427" y="2293246"/>
            <a:ext cx="877163" cy="646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研究室</a:t>
            </a:r>
          </a:p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配属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FE5CDF-95BF-E548-3A88-E9C4236A68AD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184005" y="1213130"/>
            <a:ext cx="0" cy="941877"/>
          </a:xfrm>
          <a:prstGeom prst="line">
            <a:avLst/>
          </a:prstGeom>
          <a:ln w="79375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9ED2FC-DC84-40D3-E6EE-BA26B2592B0D}"/>
              </a:ext>
            </a:extLst>
          </p:cNvPr>
          <p:cNvCxnSpPr>
            <a:cxnSpLocks/>
            <a:stCxn id="3" idx="1"/>
            <a:endCxn id="8" idx="3"/>
          </p:cNvCxnSpPr>
          <p:nvPr/>
        </p:nvCxnSpPr>
        <p:spPr>
          <a:xfrm flipH="1">
            <a:off x="1940096" y="2571750"/>
            <a:ext cx="622709" cy="0"/>
          </a:xfrm>
          <a:prstGeom prst="line">
            <a:avLst/>
          </a:prstGeom>
          <a:ln w="22225">
            <a:solidFill>
              <a:srgbClr val="2B3348"/>
            </a:solidFill>
            <a:head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156368-3663-8768-3A85-62B742830E99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V="1">
            <a:off x="1184005" y="2988501"/>
            <a:ext cx="0" cy="957562"/>
          </a:xfrm>
          <a:prstGeom prst="line">
            <a:avLst/>
          </a:prstGeom>
          <a:ln w="19050">
            <a:solidFill>
              <a:srgbClr val="2B3348"/>
            </a:solidFill>
            <a:head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A766ECA-2053-DA2B-D871-21CE904C4325}"/>
              </a:ext>
            </a:extLst>
          </p:cNvPr>
          <p:cNvSpPr/>
          <p:nvPr/>
        </p:nvSpPr>
        <p:spPr>
          <a:xfrm>
            <a:off x="5156231" y="455696"/>
            <a:ext cx="1800201" cy="874147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4D5B69-6FDC-920B-7212-EA0A885B33CD}"/>
              </a:ext>
            </a:extLst>
          </p:cNvPr>
          <p:cNvSpPr txBox="1"/>
          <p:nvPr/>
        </p:nvSpPr>
        <p:spPr>
          <a:xfrm>
            <a:off x="5758813" y="18938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学生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AAF079-74B3-3671-AC85-FBD29DF8D1C8}"/>
              </a:ext>
            </a:extLst>
          </p:cNvPr>
          <p:cNvSpPr/>
          <p:nvPr/>
        </p:nvSpPr>
        <p:spPr>
          <a:xfrm>
            <a:off x="5377808" y="85714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2BBB2E-776C-2C98-9167-E1BCA3D6CF98}"/>
              </a:ext>
            </a:extLst>
          </p:cNvPr>
          <p:cNvSpPr txBox="1"/>
          <p:nvPr/>
        </p:nvSpPr>
        <p:spPr>
          <a:xfrm>
            <a:off x="5224999" y="554210"/>
            <a:ext cx="4619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68B9E17-A744-3557-B352-C7CAAEE61B66}"/>
              </a:ext>
            </a:extLst>
          </p:cNvPr>
          <p:cNvSpPr/>
          <p:nvPr/>
        </p:nvSpPr>
        <p:spPr>
          <a:xfrm>
            <a:off x="5797430" y="85714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FE5869A-3434-D96D-33EE-9EDDE8BDAB66}"/>
              </a:ext>
            </a:extLst>
          </p:cNvPr>
          <p:cNvSpPr/>
          <p:nvPr/>
        </p:nvSpPr>
        <p:spPr>
          <a:xfrm>
            <a:off x="6217052" y="86340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236CF7D-A3A8-3563-754B-301C7647A66D}"/>
              </a:ext>
            </a:extLst>
          </p:cNvPr>
          <p:cNvSpPr/>
          <p:nvPr/>
        </p:nvSpPr>
        <p:spPr>
          <a:xfrm>
            <a:off x="6630410" y="86340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90F322-BC56-2D66-87B0-4BF5BE9454D9}"/>
              </a:ext>
            </a:extLst>
          </p:cNvPr>
          <p:cNvSpPr txBox="1"/>
          <p:nvPr/>
        </p:nvSpPr>
        <p:spPr>
          <a:xfrm>
            <a:off x="5657426" y="554210"/>
            <a:ext cx="4619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C86A3B-338B-C724-70CA-483BE2D0DBFC}"/>
              </a:ext>
            </a:extLst>
          </p:cNvPr>
          <p:cNvSpPr txBox="1"/>
          <p:nvPr/>
        </p:nvSpPr>
        <p:spPr>
          <a:xfrm>
            <a:off x="6091219" y="554210"/>
            <a:ext cx="473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C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2BDD56-3675-24DF-9B71-9ABD7128513D}"/>
              </a:ext>
            </a:extLst>
          </p:cNvPr>
          <p:cNvSpPr txBox="1"/>
          <p:nvPr/>
        </p:nvSpPr>
        <p:spPr>
          <a:xfrm>
            <a:off x="6483220" y="554210"/>
            <a:ext cx="473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D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9336BE-4D77-FE7C-8B62-B9512B44B467}"/>
              </a:ext>
            </a:extLst>
          </p:cNvPr>
          <p:cNvSpPr/>
          <p:nvPr/>
        </p:nvSpPr>
        <p:spPr>
          <a:xfrm rot="5400000">
            <a:off x="7278805" y="2108493"/>
            <a:ext cx="1496312" cy="1074799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FC3F49-BFF5-ABA9-733E-FCCC4B7DFA2A}"/>
              </a:ext>
            </a:extLst>
          </p:cNvPr>
          <p:cNvSpPr txBox="1"/>
          <p:nvPr/>
        </p:nvSpPr>
        <p:spPr>
          <a:xfrm>
            <a:off x="7791288" y="158014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部屋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63EB4E7-9194-E969-AA63-24DCE4DA9D37}"/>
              </a:ext>
            </a:extLst>
          </p:cNvPr>
          <p:cNvSpPr/>
          <p:nvPr/>
        </p:nvSpPr>
        <p:spPr>
          <a:xfrm>
            <a:off x="7965126" y="258405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02B799-6455-F698-7CCB-27FCA5B6637D}"/>
              </a:ext>
            </a:extLst>
          </p:cNvPr>
          <p:cNvSpPr txBox="1"/>
          <p:nvPr/>
        </p:nvSpPr>
        <p:spPr>
          <a:xfrm>
            <a:off x="8088806" y="2054944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8601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号室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35D34C-2A22-9659-7A46-26BBB8C333C9}"/>
              </a:ext>
            </a:extLst>
          </p:cNvPr>
          <p:cNvSpPr/>
          <p:nvPr/>
        </p:nvSpPr>
        <p:spPr>
          <a:xfrm>
            <a:off x="7967522" y="3003804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2C1ABC2-4161-0D91-EA14-46ED15F9C95A}"/>
              </a:ext>
            </a:extLst>
          </p:cNvPr>
          <p:cNvSpPr/>
          <p:nvPr/>
        </p:nvSpPr>
        <p:spPr>
          <a:xfrm>
            <a:off x="7969863" y="216238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A64CAF-17A6-AB60-345F-6AAB896F8776}"/>
              </a:ext>
            </a:extLst>
          </p:cNvPr>
          <p:cNvSpPr txBox="1"/>
          <p:nvPr/>
        </p:nvSpPr>
        <p:spPr>
          <a:xfrm>
            <a:off x="8088805" y="2447131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8501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号室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6C76BE-CDA5-5B65-29B0-1AAFF29A7729}"/>
              </a:ext>
            </a:extLst>
          </p:cNvPr>
          <p:cNvSpPr txBox="1"/>
          <p:nvPr/>
        </p:nvSpPr>
        <p:spPr>
          <a:xfrm>
            <a:off x="8079330" y="2883012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8603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号室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BE41371-EF60-15A3-7CB2-F670BC3BCA06}"/>
              </a:ext>
            </a:extLst>
          </p:cNvPr>
          <p:cNvSpPr/>
          <p:nvPr/>
        </p:nvSpPr>
        <p:spPr>
          <a:xfrm>
            <a:off x="5156231" y="3838259"/>
            <a:ext cx="1800201" cy="874147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0E68C3-E2D8-087D-E25A-9EFACF419002}"/>
              </a:ext>
            </a:extLst>
          </p:cNvPr>
          <p:cNvSpPr txBox="1"/>
          <p:nvPr/>
        </p:nvSpPr>
        <p:spPr>
          <a:xfrm>
            <a:off x="5745698" y="475272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教員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FDB954B-CF54-3B67-24A0-24FC3DC86486}"/>
              </a:ext>
            </a:extLst>
          </p:cNvPr>
          <p:cNvSpPr/>
          <p:nvPr/>
        </p:nvSpPr>
        <p:spPr>
          <a:xfrm>
            <a:off x="5409738" y="4213491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6A7A12-7EAD-5727-6094-3B7CB040732F}"/>
              </a:ext>
            </a:extLst>
          </p:cNvPr>
          <p:cNvSpPr txBox="1"/>
          <p:nvPr/>
        </p:nvSpPr>
        <p:spPr>
          <a:xfrm>
            <a:off x="5174059" y="43152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桜山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9E5D3DA-DAAB-B842-752A-5B5D50ABDA03}"/>
              </a:ext>
            </a:extLst>
          </p:cNvPr>
          <p:cNvSpPr/>
          <p:nvPr/>
        </p:nvSpPr>
        <p:spPr>
          <a:xfrm>
            <a:off x="5967543" y="422457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9B292BB-0095-D787-5F7F-AC76871CF43E}"/>
              </a:ext>
            </a:extLst>
          </p:cNvPr>
          <p:cNvSpPr/>
          <p:nvPr/>
        </p:nvSpPr>
        <p:spPr>
          <a:xfrm>
            <a:off x="6520563" y="4226256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DEFE29-7413-BB59-40D0-A10A169A7BB2}"/>
              </a:ext>
            </a:extLst>
          </p:cNvPr>
          <p:cNvSpPr txBox="1"/>
          <p:nvPr/>
        </p:nvSpPr>
        <p:spPr>
          <a:xfrm>
            <a:off x="5727493" y="431240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山畑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0E0B95-5DF7-6E87-E945-9B90981D5F42}"/>
              </a:ext>
            </a:extLst>
          </p:cNvPr>
          <p:cNvSpPr txBox="1"/>
          <p:nvPr/>
        </p:nvSpPr>
        <p:spPr>
          <a:xfrm>
            <a:off x="6285299" y="43152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田辺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90BA1A8-3EC3-38CF-4362-9B9500AE0EE7}"/>
              </a:ext>
            </a:extLst>
          </p:cNvPr>
          <p:cNvSpPr/>
          <p:nvPr/>
        </p:nvSpPr>
        <p:spPr>
          <a:xfrm>
            <a:off x="5049381" y="1689667"/>
            <a:ext cx="2041735" cy="178876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582C323-6093-F2EA-C9C4-D5596E3C7CBC}"/>
              </a:ext>
            </a:extLst>
          </p:cNvPr>
          <p:cNvSpPr/>
          <p:nvPr/>
        </p:nvSpPr>
        <p:spPr>
          <a:xfrm>
            <a:off x="6322529" y="278842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57E3FC6-FD85-A348-D841-DB644C4B907A}"/>
              </a:ext>
            </a:extLst>
          </p:cNvPr>
          <p:cNvSpPr/>
          <p:nvPr/>
        </p:nvSpPr>
        <p:spPr>
          <a:xfrm>
            <a:off x="5982069" y="255457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E30C3DB-C4FC-7FC0-A3FA-D3F9836BD740}"/>
              </a:ext>
            </a:extLst>
          </p:cNvPr>
          <p:cNvSpPr/>
          <p:nvPr/>
        </p:nvSpPr>
        <p:spPr>
          <a:xfrm>
            <a:off x="6644244" y="2334374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C43FB1B-2E6D-9ECD-9774-7727B9B880B8}"/>
              </a:ext>
            </a:extLst>
          </p:cNvPr>
          <p:cNvSpPr/>
          <p:nvPr/>
        </p:nvSpPr>
        <p:spPr>
          <a:xfrm>
            <a:off x="5639459" y="206818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A3C613D5-F11E-D230-C2F4-C03985734653}"/>
              </a:ext>
            </a:extLst>
          </p:cNvPr>
          <p:cNvSpPr/>
          <p:nvPr/>
        </p:nvSpPr>
        <p:spPr>
          <a:xfrm>
            <a:off x="4015692" y="2162385"/>
            <a:ext cx="788331" cy="810191"/>
          </a:xfrm>
          <a:prstGeom prst="rightArrow">
            <a:avLst>
              <a:gd name="adj1" fmla="val 43106"/>
              <a:gd name="adj2" fmla="val 55296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C3A090-D864-B18C-6EFE-817569093A9F}"/>
              </a:ext>
            </a:extLst>
          </p:cNvPr>
          <p:cNvSpPr txBox="1"/>
          <p:nvPr/>
        </p:nvSpPr>
        <p:spPr>
          <a:xfrm>
            <a:off x="3569085" y="3003391"/>
            <a:ext cx="1587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実体・関連集合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の要素を考える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6C1B832-95FF-E2CA-A2D2-05D845D847EF}"/>
              </a:ext>
            </a:extLst>
          </p:cNvPr>
          <p:cNvCxnSpPr>
            <a:cxnSpLocks/>
            <a:stCxn id="41" idx="4"/>
            <a:endCxn id="83" idx="0"/>
          </p:cNvCxnSpPr>
          <p:nvPr/>
        </p:nvCxnSpPr>
        <p:spPr>
          <a:xfrm>
            <a:off x="5439649" y="980820"/>
            <a:ext cx="261650" cy="108736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7A7D10A-74E7-7159-1AF8-D560B9939B1A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5471573" y="2191865"/>
            <a:ext cx="229722" cy="202162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E4B07AE-B638-1226-6BFA-37E178EF1898}"/>
              </a:ext>
            </a:extLst>
          </p:cNvPr>
          <p:cNvCxnSpPr>
            <a:cxnSpLocks/>
            <a:stCxn id="83" idx="6"/>
            <a:endCxn id="66" idx="2"/>
          </p:cNvCxnSpPr>
          <p:nvPr/>
        </p:nvCxnSpPr>
        <p:spPr>
          <a:xfrm>
            <a:off x="5763135" y="2130024"/>
            <a:ext cx="2206724" cy="9420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1BC8EAC-FB3F-A220-E073-6980F16B3241}"/>
              </a:ext>
            </a:extLst>
          </p:cNvPr>
          <p:cNvCxnSpPr>
            <a:cxnSpLocks/>
            <a:stCxn id="49" idx="4"/>
            <a:endCxn id="82" idx="1"/>
          </p:cNvCxnSpPr>
          <p:nvPr/>
        </p:nvCxnSpPr>
        <p:spPr>
          <a:xfrm>
            <a:off x="5859267" y="980822"/>
            <a:ext cx="803086" cy="137166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CD0BA50-8749-9F0A-B292-2C693042D26D}"/>
              </a:ext>
            </a:extLst>
          </p:cNvPr>
          <p:cNvCxnSpPr>
            <a:cxnSpLocks/>
            <a:stCxn id="66" idx="2"/>
            <a:endCxn id="82" idx="6"/>
          </p:cNvCxnSpPr>
          <p:nvPr/>
        </p:nvCxnSpPr>
        <p:spPr>
          <a:xfrm flipH="1">
            <a:off x="6767925" y="2224221"/>
            <a:ext cx="1201939" cy="17198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B0A4298-F2C5-F4F4-68D0-0A55FCD8FFB7}"/>
              </a:ext>
            </a:extLst>
          </p:cNvPr>
          <p:cNvCxnSpPr>
            <a:cxnSpLocks/>
            <a:stCxn id="73" idx="0"/>
            <a:endCxn id="82" idx="4"/>
          </p:cNvCxnSpPr>
          <p:nvPr/>
        </p:nvCxnSpPr>
        <p:spPr>
          <a:xfrm flipV="1">
            <a:off x="6029384" y="2458050"/>
            <a:ext cx="676701" cy="176652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3984273-FC4B-C8EB-0707-4ABC3F3325E2}"/>
              </a:ext>
            </a:extLst>
          </p:cNvPr>
          <p:cNvCxnSpPr>
            <a:cxnSpLocks/>
            <a:stCxn id="50" idx="4"/>
            <a:endCxn id="81" idx="0"/>
          </p:cNvCxnSpPr>
          <p:nvPr/>
        </p:nvCxnSpPr>
        <p:spPr>
          <a:xfrm flipH="1">
            <a:off x="6043905" y="987079"/>
            <a:ext cx="234982" cy="156748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4D7B8D1-C4D9-B0A2-DEB3-08940339BCA1}"/>
              </a:ext>
            </a:extLst>
          </p:cNvPr>
          <p:cNvCxnSpPr>
            <a:cxnSpLocks/>
            <a:stCxn id="81" idx="6"/>
            <a:endCxn id="58" idx="2"/>
          </p:cNvCxnSpPr>
          <p:nvPr/>
        </p:nvCxnSpPr>
        <p:spPr>
          <a:xfrm>
            <a:off x="6105751" y="2616414"/>
            <a:ext cx="1859375" cy="2947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BCC877E-7A6C-358E-3B83-854B047A0EB7}"/>
              </a:ext>
            </a:extLst>
          </p:cNvPr>
          <p:cNvCxnSpPr>
            <a:cxnSpLocks/>
            <a:stCxn id="81" idx="4"/>
            <a:endCxn id="74" idx="0"/>
          </p:cNvCxnSpPr>
          <p:nvPr/>
        </p:nvCxnSpPr>
        <p:spPr>
          <a:xfrm>
            <a:off x="6043911" y="2678254"/>
            <a:ext cx="538493" cy="154800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DBA396-79F0-79A1-1DB4-D067915AF75A}"/>
              </a:ext>
            </a:extLst>
          </p:cNvPr>
          <p:cNvCxnSpPr>
            <a:cxnSpLocks/>
            <a:stCxn id="51" idx="4"/>
            <a:endCxn id="80" idx="0"/>
          </p:cNvCxnSpPr>
          <p:nvPr/>
        </p:nvCxnSpPr>
        <p:spPr>
          <a:xfrm flipH="1">
            <a:off x="6384366" y="987084"/>
            <a:ext cx="307883" cy="180133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8F42168-34B5-DD30-A80D-735DDDE0DE4C}"/>
              </a:ext>
            </a:extLst>
          </p:cNvPr>
          <p:cNvCxnSpPr>
            <a:cxnSpLocks/>
            <a:stCxn id="80" idx="4"/>
            <a:endCxn id="74" idx="0"/>
          </p:cNvCxnSpPr>
          <p:nvPr/>
        </p:nvCxnSpPr>
        <p:spPr>
          <a:xfrm>
            <a:off x="6384368" y="2912097"/>
            <a:ext cx="198034" cy="131415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E2C499D-227A-6119-A91E-1AF8E7A77DE9}"/>
              </a:ext>
            </a:extLst>
          </p:cNvPr>
          <p:cNvCxnSpPr>
            <a:cxnSpLocks/>
            <a:stCxn id="80" idx="6"/>
            <a:endCxn id="60" idx="2"/>
          </p:cNvCxnSpPr>
          <p:nvPr/>
        </p:nvCxnSpPr>
        <p:spPr>
          <a:xfrm>
            <a:off x="6446209" y="2850257"/>
            <a:ext cx="1521313" cy="21538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373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A06F98-FE01-C73F-71FA-61BE35F37466}"/>
              </a:ext>
            </a:extLst>
          </p:cNvPr>
          <p:cNvSpPr/>
          <p:nvPr/>
        </p:nvSpPr>
        <p:spPr>
          <a:xfrm>
            <a:off x="2562799" y="2293246"/>
            <a:ext cx="1074798" cy="557015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部屋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6B509-13CB-CD02-6B35-13B98DA4713F}"/>
              </a:ext>
            </a:extLst>
          </p:cNvPr>
          <p:cNvSpPr/>
          <p:nvPr/>
        </p:nvSpPr>
        <p:spPr>
          <a:xfrm>
            <a:off x="646606" y="3946063"/>
            <a:ext cx="1074798" cy="557015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教員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F18CE-1A82-7CE7-A53A-04418548C5F4}"/>
              </a:ext>
            </a:extLst>
          </p:cNvPr>
          <p:cNvSpPr/>
          <p:nvPr/>
        </p:nvSpPr>
        <p:spPr>
          <a:xfrm>
            <a:off x="646606" y="656110"/>
            <a:ext cx="1074798" cy="557015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学生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71FF97D5-CEEF-E36B-4FEB-8991E96D355C}"/>
              </a:ext>
            </a:extLst>
          </p:cNvPr>
          <p:cNvSpPr/>
          <p:nvPr/>
        </p:nvSpPr>
        <p:spPr>
          <a:xfrm>
            <a:off x="427924" y="2155000"/>
            <a:ext cx="1512167" cy="833500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A6153-7F85-9FA2-7350-177BAD638AEF}"/>
              </a:ext>
            </a:extLst>
          </p:cNvPr>
          <p:cNvSpPr txBox="1"/>
          <p:nvPr/>
        </p:nvSpPr>
        <p:spPr>
          <a:xfrm>
            <a:off x="745427" y="2293246"/>
            <a:ext cx="877163" cy="646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研究室</a:t>
            </a:r>
          </a:p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配属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FE5CDF-95BF-E548-3A88-E9C4236A68AD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184005" y="1213130"/>
            <a:ext cx="0" cy="941877"/>
          </a:xfrm>
          <a:prstGeom prst="line">
            <a:avLst/>
          </a:prstGeom>
          <a:ln w="79375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9ED2FC-DC84-40D3-E6EE-BA26B2592B0D}"/>
              </a:ext>
            </a:extLst>
          </p:cNvPr>
          <p:cNvCxnSpPr>
            <a:cxnSpLocks/>
            <a:stCxn id="3" idx="1"/>
            <a:endCxn id="8" idx="3"/>
          </p:cNvCxnSpPr>
          <p:nvPr/>
        </p:nvCxnSpPr>
        <p:spPr>
          <a:xfrm flipH="1">
            <a:off x="1940096" y="2571750"/>
            <a:ext cx="622709" cy="0"/>
          </a:xfrm>
          <a:prstGeom prst="line">
            <a:avLst/>
          </a:prstGeom>
          <a:ln w="22225">
            <a:solidFill>
              <a:srgbClr val="2B3348"/>
            </a:solidFill>
            <a:head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156368-3663-8768-3A85-62B742830E99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V="1">
            <a:off x="1184005" y="2988501"/>
            <a:ext cx="0" cy="957562"/>
          </a:xfrm>
          <a:prstGeom prst="line">
            <a:avLst/>
          </a:prstGeom>
          <a:ln w="19050">
            <a:solidFill>
              <a:srgbClr val="2B3348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A766ECA-2053-DA2B-D871-21CE904C4325}"/>
              </a:ext>
            </a:extLst>
          </p:cNvPr>
          <p:cNvSpPr/>
          <p:nvPr/>
        </p:nvSpPr>
        <p:spPr>
          <a:xfrm>
            <a:off x="5156231" y="455696"/>
            <a:ext cx="1800201" cy="874147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4D5B69-6FDC-920B-7212-EA0A885B33CD}"/>
              </a:ext>
            </a:extLst>
          </p:cNvPr>
          <p:cNvSpPr txBox="1"/>
          <p:nvPr/>
        </p:nvSpPr>
        <p:spPr>
          <a:xfrm>
            <a:off x="5758813" y="18938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学生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AAF079-74B3-3671-AC85-FBD29DF8D1C8}"/>
              </a:ext>
            </a:extLst>
          </p:cNvPr>
          <p:cNvSpPr/>
          <p:nvPr/>
        </p:nvSpPr>
        <p:spPr>
          <a:xfrm>
            <a:off x="5377808" y="85714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2BBB2E-776C-2C98-9167-E1BCA3D6CF98}"/>
              </a:ext>
            </a:extLst>
          </p:cNvPr>
          <p:cNvSpPr txBox="1"/>
          <p:nvPr/>
        </p:nvSpPr>
        <p:spPr>
          <a:xfrm>
            <a:off x="5224999" y="554210"/>
            <a:ext cx="4619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A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68B9E17-A744-3557-B352-C7CAAEE61B66}"/>
              </a:ext>
            </a:extLst>
          </p:cNvPr>
          <p:cNvSpPr/>
          <p:nvPr/>
        </p:nvSpPr>
        <p:spPr>
          <a:xfrm>
            <a:off x="5797430" y="85714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FE5869A-3434-D96D-33EE-9EDDE8BDAB66}"/>
              </a:ext>
            </a:extLst>
          </p:cNvPr>
          <p:cNvSpPr/>
          <p:nvPr/>
        </p:nvSpPr>
        <p:spPr>
          <a:xfrm>
            <a:off x="6217052" y="86340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236CF7D-A3A8-3563-754B-301C7647A66D}"/>
              </a:ext>
            </a:extLst>
          </p:cNvPr>
          <p:cNvSpPr/>
          <p:nvPr/>
        </p:nvSpPr>
        <p:spPr>
          <a:xfrm>
            <a:off x="6630410" y="86340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90F322-BC56-2D66-87B0-4BF5BE9454D9}"/>
              </a:ext>
            </a:extLst>
          </p:cNvPr>
          <p:cNvSpPr txBox="1"/>
          <p:nvPr/>
        </p:nvSpPr>
        <p:spPr>
          <a:xfrm>
            <a:off x="5657426" y="554210"/>
            <a:ext cx="4619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B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C86A3B-338B-C724-70CA-483BE2D0DBFC}"/>
              </a:ext>
            </a:extLst>
          </p:cNvPr>
          <p:cNvSpPr txBox="1"/>
          <p:nvPr/>
        </p:nvSpPr>
        <p:spPr>
          <a:xfrm>
            <a:off x="6091219" y="554210"/>
            <a:ext cx="473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C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2BDD56-3675-24DF-9B71-9ABD7128513D}"/>
              </a:ext>
            </a:extLst>
          </p:cNvPr>
          <p:cNvSpPr txBox="1"/>
          <p:nvPr/>
        </p:nvSpPr>
        <p:spPr>
          <a:xfrm>
            <a:off x="6483220" y="554210"/>
            <a:ext cx="473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D</a:t>
            </a:r>
            <a:r>
              <a:rPr lang="en-JP" sz="11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氏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9336BE-4D77-FE7C-8B62-B9512B44B467}"/>
              </a:ext>
            </a:extLst>
          </p:cNvPr>
          <p:cNvSpPr/>
          <p:nvPr/>
        </p:nvSpPr>
        <p:spPr>
          <a:xfrm rot="5400000">
            <a:off x="7278805" y="2108493"/>
            <a:ext cx="1496312" cy="1074799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FC3F49-BFF5-ABA9-733E-FCCC4B7DFA2A}"/>
              </a:ext>
            </a:extLst>
          </p:cNvPr>
          <p:cNvSpPr txBox="1"/>
          <p:nvPr/>
        </p:nvSpPr>
        <p:spPr>
          <a:xfrm>
            <a:off x="7791288" y="158014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部屋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63EB4E7-9194-E969-AA63-24DCE4DA9D37}"/>
              </a:ext>
            </a:extLst>
          </p:cNvPr>
          <p:cNvSpPr/>
          <p:nvPr/>
        </p:nvSpPr>
        <p:spPr>
          <a:xfrm>
            <a:off x="7965126" y="258405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02B799-6455-F698-7CCB-27FCA5B6637D}"/>
              </a:ext>
            </a:extLst>
          </p:cNvPr>
          <p:cNvSpPr txBox="1"/>
          <p:nvPr/>
        </p:nvSpPr>
        <p:spPr>
          <a:xfrm>
            <a:off x="8088806" y="2054944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8601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号室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35D34C-2A22-9659-7A46-26BBB8C333C9}"/>
              </a:ext>
            </a:extLst>
          </p:cNvPr>
          <p:cNvSpPr/>
          <p:nvPr/>
        </p:nvSpPr>
        <p:spPr>
          <a:xfrm>
            <a:off x="7967522" y="3003804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2C1ABC2-4161-0D91-EA14-46ED15F9C95A}"/>
              </a:ext>
            </a:extLst>
          </p:cNvPr>
          <p:cNvSpPr/>
          <p:nvPr/>
        </p:nvSpPr>
        <p:spPr>
          <a:xfrm>
            <a:off x="7969863" y="216238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A64CAF-17A6-AB60-345F-6AAB896F8776}"/>
              </a:ext>
            </a:extLst>
          </p:cNvPr>
          <p:cNvSpPr txBox="1"/>
          <p:nvPr/>
        </p:nvSpPr>
        <p:spPr>
          <a:xfrm>
            <a:off x="8088805" y="2447131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8501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号室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6C76BE-CDA5-5B65-29B0-1AAFF29A7729}"/>
              </a:ext>
            </a:extLst>
          </p:cNvPr>
          <p:cNvSpPr txBox="1"/>
          <p:nvPr/>
        </p:nvSpPr>
        <p:spPr>
          <a:xfrm>
            <a:off x="8079330" y="2883012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8603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号室</a:t>
            </a:r>
            <a:endParaRPr lang="en-JP" sz="16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BE41371-EF60-15A3-7CB2-F670BC3BCA06}"/>
              </a:ext>
            </a:extLst>
          </p:cNvPr>
          <p:cNvSpPr/>
          <p:nvPr/>
        </p:nvSpPr>
        <p:spPr>
          <a:xfrm>
            <a:off x="5156231" y="3838259"/>
            <a:ext cx="1800201" cy="874147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0E68C3-E2D8-087D-E25A-9EFACF419002}"/>
              </a:ext>
            </a:extLst>
          </p:cNvPr>
          <p:cNvSpPr txBox="1"/>
          <p:nvPr/>
        </p:nvSpPr>
        <p:spPr>
          <a:xfrm>
            <a:off x="5745698" y="475272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教員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FDB954B-CF54-3B67-24A0-24FC3DC86486}"/>
              </a:ext>
            </a:extLst>
          </p:cNvPr>
          <p:cNvSpPr/>
          <p:nvPr/>
        </p:nvSpPr>
        <p:spPr>
          <a:xfrm>
            <a:off x="5409738" y="4213491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6A7A12-7EAD-5727-6094-3B7CB040732F}"/>
              </a:ext>
            </a:extLst>
          </p:cNvPr>
          <p:cNvSpPr txBox="1"/>
          <p:nvPr/>
        </p:nvSpPr>
        <p:spPr>
          <a:xfrm>
            <a:off x="5174059" y="43152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桜山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9E5D3DA-DAAB-B842-752A-5B5D50ABDA03}"/>
              </a:ext>
            </a:extLst>
          </p:cNvPr>
          <p:cNvSpPr/>
          <p:nvPr/>
        </p:nvSpPr>
        <p:spPr>
          <a:xfrm>
            <a:off x="5967543" y="4224575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9B292BB-0095-D787-5F7F-AC76871CF43E}"/>
              </a:ext>
            </a:extLst>
          </p:cNvPr>
          <p:cNvSpPr/>
          <p:nvPr/>
        </p:nvSpPr>
        <p:spPr>
          <a:xfrm>
            <a:off x="6520563" y="4226256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DEFE29-7413-BB59-40D0-A10A169A7BB2}"/>
              </a:ext>
            </a:extLst>
          </p:cNvPr>
          <p:cNvSpPr txBox="1"/>
          <p:nvPr/>
        </p:nvSpPr>
        <p:spPr>
          <a:xfrm>
            <a:off x="5727493" y="431240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山畑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0E0B95-5DF7-6E87-E945-9B90981D5F42}"/>
              </a:ext>
            </a:extLst>
          </p:cNvPr>
          <p:cNvSpPr txBox="1"/>
          <p:nvPr/>
        </p:nvSpPr>
        <p:spPr>
          <a:xfrm>
            <a:off x="6285299" y="43152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田辺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90BA1A8-3EC3-38CF-4362-9B9500AE0EE7}"/>
              </a:ext>
            </a:extLst>
          </p:cNvPr>
          <p:cNvSpPr/>
          <p:nvPr/>
        </p:nvSpPr>
        <p:spPr>
          <a:xfrm>
            <a:off x="5049381" y="1689667"/>
            <a:ext cx="2041735" cy="1788764"/>
          </a:xfrm>
          <a:prstGeom prst="ellipse">
            <a:avLst/>
          </a:prstGeom>
          <a:solidFill>
            <a:schemeClr val="bg1">
              <a:lumMod val="85000"/>
              <a:alpha val="64082"/>
            </a:schemeClr>
          </a:solidFill>
          <a:ln w="222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582C323-6093-F2EA-C9C4-D5596E3C7CBC}"/>
              </a:ext>
            </a:extLst>
          </p:cNvPr>
          <p:cNvSpPr/>
          <p:nvPr/>
        </p:nvSpPr>
        <p:spPr>
          <a:xfrm>
            <a:off x="6322529" y="278842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57E3FC6-FD85-A348-D841-DB644C4B907A}"/>
              </a:ext>
            </a:extLst>
          </p:cNvPr>
          <p:cNvSpPr/>
          <p:nvPr/>
        </p:nvSpPr>
        <p:spPr>
          <a:xfrm>
            <a:off x="5982069" y="255457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E30C3DB-C4FC-7FC0-A3FA-D3F9836BD740}"/>
              </a:ext>
            </a:extLst>
          </p:cNvPr>
          <p:cNvSpPr/>
          <p:nvPr/>
        </p:nvSpPr>
        <p:spPr>
          <a:xfrm>
            <a:off x="6644244" y="2334374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C43FB1B-2E6D-9ECD-9774-7727B9B880B8}"/>
              </a:ext>
            </a:extLst>
          </p:cNvPr>
          <p:cNvSpPr/>
          <p:nvPr/>
        </p:nvSpPr>
        <p:spPr>
          <a:xfrm>
            <a:off x="5639459" y="2068182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A3C613D5-F11E-D230-C2F4-C03985734653}"/>
              </a:ext>
            </a:extLst>
          </p:cNvPr>
          <p:cNvSpPr/>
          <p:nvPr/>
        </p:nvSpPr>
        <p:spPr>
          <a:xfrm>
            <a:off x="4015692" y="2162385"/>
            <a:ext cx="788331" cy="810191"/>
          </a:xfrm>
          <a:prstGeom prst="rightArrow">
            <a:avLst>
              <a:gd name="adj1" fmla="val 43106"/>
              <a:gd name="adj2" fmla="val 55296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C3A090-D864-B18C-6EFE-817569093A9F}"/>
              </a:ext>
            </a:extLst>
          </p:cNvPr>
          <p:cNvSpPr txBox="1"/>
          <p:nvPr/>
        </p:nvSpPr>
        <p:spPr>
          <a:xfrm>
            <a:off x="3569085" y="3003391"/>
            <a:ext cx="1587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実体・関連集合</a:t>
            </a:r>
          </a:p>
          <a:p>
            <a:pPr algn="l"/>
            <a:r>
              <a:rPr lang="en-JP" sz="15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の要素を考える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6C1B832-95FF-E2CA-A2D2-05D845D847EF}"/>
              </a:ext>
            </a:extLst>
          </p:cNvPr>
          <p:cNvCxnSpPr>
            <a:cxnSpLocks/>
            <a:stCxn id="41" idx="4"/>
            <a:endCxn id="83" idx="0"/>
          </p:cNvCxnSpPr>
          <p:nvPr/>
        </p:nvCxnSpPr>
        <p:spPr>
          <a:xfrm>
            <a:off x="5439649" y="980820"/>
            <a:ext cx="261650" cy="108736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7A7D10A-74E7-7159-1AF8-D560B9939B1A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5471573" y="2191865"/>
            <a:ext cx="229722" cy="202162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E4B07AE-B638-1226-6BFA-37E178EF1898}"/>
              </a:ext>
            </a:extLst>
          </p:cNvPr>
          <p:cNvCxnSpPr>
            <a:cxnSpLocks/>
            <a:stCxn id="83" idx="6"/>
            <a:endCxn id="66" idx="2"/>
          </p:cNvCxnSpPr>
          <p:nvPr/>
        </p:nvCxnSpPr>
        <p:spPr>
          <a:xfrm>
            <a:off x="5763135" y="2130024"/>
            <a:ext cx="2206724" cy="9420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1BC8EAC-FB3F-A220-E073-6980F16B3241}"/>
              </a:ext>
            </a:extLst>
          </p:cNvPr>
          <p:cNvCxnSpPr>
            <a:cxnSpLocks/>
            <a:stCxn id="49" idx="4"/>
            <a:endCxn id="82" idx="1"/>
          </p:cNvCxnSpPr>
          <p:nvPr/>
        </p:nvCxnSpPr>
        <p:spPr>
          <a:xfrm>
            <a:off x="5859267" y="980822"/>
            <a:ext cx="803086" cy="1371665"/>
          </a:xfrm>
          <a:prstGeom prst="line">
            <a:avLst/>
          </a:prstGeom>
          <a:ln w="1905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CD0BA50-8749-9F0A-B292-2C693042D26D}"/>
              </a:ext>
            </a:extLst>
          </p:cNvPr>
          <p:cNvCxnSpPr>
            <a:cxnSpLocks/>
            <a:stCxn id="66" idx="2"/>
            <a:endCxn id="82" idx="6"/>
          </p:cNvCxnSpPr>
          <p:nvPr/>
        </p:nvCxnSpPr>
        <p:spPr>
          <a:xfrm flipH="1">
            <a:off x="6767925" y="2224221"/>
            <a:ext cx="1201939" cy="171988"/>
          </a:xfrm>
          <a:prstGeom prst="line">
            <a:avLst/>
          </a:prstGeom>
          <a:ln w="1905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B0A4298-F2C5-F4F4-68D0-0A55FCD8FFB7}"/>
              </a:ext>
            </a:extLst>
          </p:cNvPr>
          <p:cNvCxnSpPr>
            <a:cxnSpLocks/>
            <a:stCxn id="73" idx="0"/>
            <a:endCxn id="82" idx="4"/>
          </p:cNvCxnSpPr>
          <p:nvPr/>
        </p:nvCxnSpPr>
        <p:spPr>
          <a:xfrm flipV="1">
            <a:off x="6029384" y="2458050"/>
            <a:ext cx="676701" cy="1766521"/>
          </a:xfrm>
          <a:prstGeom prst="line">
            <a:avLst/>
          </a:prstGeom>
          <a:ln w="1905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3984273-FC4B-C8EB-0707-4ABC3F3325E2}"/>
              </a:ext>
            </a:extLst>
          </p:cNvPr>
          <p:cNvCxnSpPr>
            <a:cxnSpLocks/>
            <a:stCxn id="50" idx="4"/>
            <a:endCxn id="81" idx="0"/>
          </p:cNvCxnSpPr>
          <p:nvPr/>
        </p:nvCxnSpPr>
        <p:spPr>
          <a:xfrm flipH="1">
            <a:off x="6043905" y="987079"/>
            <a:ext cx="234982" cy="156748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4D7B8D1-C4D9-B0A2-DEB3-08940339BCA1}"/>
              </a:ext>
            </a:extLst>
          </p:cNvPr>
          <p:cNvCxnSpPr>
            <a:cxnSpLocks/>
            <a:stCxn id="81" idx="6"/>
            <a:endCxn id="58" idx="2"/>
          </p:cNvCxnSpPr>
          <p:nvPr/>
        </p:nvCxnSpPr>
        <p:spPr>
          <a:xfrm>
            <a:off x="6105751" y="2616414"/>
            <a:ext cx="1859375" cy="29479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BCC877E-7A6C-358E-3B83-854B047A0EB7}"/>
              </a:ext>
            </a:extLst>
          </p:cNvPr>
          <p:cNvCxnSpPr>
            <a:cxnSpLocks/>
            <a:stCxn id="81" idx="4"/>
            <a:endCxn id="74" idx="0"/>
          </p:cNvCxnSpPr>
          <p:nvPr/>
        </p:nvCxnSpPr>
        <p:spPr>
          <a:xfrm>
            <a:off x="6043911" y="2678254"/>
            <a:ext cx="538493" cy="154800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DBA396-79F0-79A1-1DB4-D067915AF75A}"/>
              </a:ext>
            </a:extLst>
          </p:cNvPr>
          <p:cNvCxnSpPr>
            <a:cxnSpLocks/>
            <a:stCxn id="51" idx="4"/>
            <a:endCxn id="80" idx="0"/>
          </p:cNvCxnSpPr>
          <p:nvPr/>
        </p:nvCxnSpPr>
        <p:spPr>
          <a:xfrm flipH="1">
            <a:off x="6384366" y="987084"/>
            <a:ext cx="307883" cy="180133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8F42168-34B5-DD30-A80D-735DDDE0DE4C}"/>
              </a:ext>
            </a:extLst>
          </p:cNvPr>
          <p:cNvCxnSpPr>
            <a:cxnSpLocks/>
            <a:stCxn id="80" idx="4"/>
            <a:endCxn id="74" idx="0"/>
          </p:cNvCxnSpPr>
          <p:nvPr/>
        </p:nvCxnSpPr>
        <p:spPr>
          <a:xfrm>
            <a:off x="6384368" y="2912097"/>
            <a:ext cx="198034" cy="131415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E2C499D-227A-6119-A91E-1AF8E7A77DE9}"/>
              </a:ext>
            </a:extLst>
          </p:cNvPr>
          <p:cNvCxnSpPr>
            <a:cxnSpLocks/>
            <a:stCxn id="80" idx="6"/>
            <a:endCxn id="60" idx="2"/>
          </p:cNvCxnSpPr>
          <p:nvPr/>
        </p:nvCxnSpPr>
        <p:spPr>
          <a:xfrm>
            <a:off x="6446209" y="2850257"/>
            <a:ext cx="1521313" cy="215382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347E5FB-712F-5917-A73D-CDA8E6503C1C}"/>
              </a:ext>
            </a:extLst>
          </p:cNvPr>
          <p:cNvSpPr/>
          <p:nvPr/>
        </p:nvSpPr>
        <p:spPr>
          <a:xfrm>
            <a:off x="5277302" y="2269821"/>
            <a:ext cx="123681" cy="123681"/>
          </a:xfrm>
          <a:prstGeom prst="ellipse">
            <a:avLst/>
          </a:prstGeom>
          <a:solidFill>
            <a:srgbClr val="2B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FCAF1-1934-A7D4-95EF-D716D51F3E79}"/>
              </a:ext>
            </a:extLst>
          </p:cNvPr>
          <p:cNvCxnSpPr>
            <a:cxnSpLocks/>
            <a:stCxn id="49" idx="4"/>
            <a:endCxn id="2" idx="0"/>
          </p:cNvCxnSpPr>
          <p:nvPr/>
        </p:nvCxnSpPr>
        <p:spPr>
          <a:xfrm flipH="1">
            <a:off x="5339138" y="980818"/>
            <a:ext cx="520128" cy="1289000"/>
          </a:xfrm>
          <a:prstGeom prst="line">
            <a:avLst/>
          </a:prstGeom>
          <a:ln w="1905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CC6D07-9F48-41AD-BEC8-EB891A480F56}"/>
              </a:ext>
            </a:extLst>
          </p:cNvPr>
          <p:cNvCxnSpPr>
            <a:cxnSpLocks/>
            <a:stCxn id="58" idx="2"/>
            <a:endCxn id="2" idx="6"/>
          </p:cNvCxnSpPr>
          <p:nvPr/>
        </p:nvCxnSpPr>
        <p:spPr>
          <a:xfrm flipH="1" flipV="1">
            <a:off x="5400983" y="2331662"/>
            <a:ext cx="2564143" cy="314231"/>
          </a:xfrm>
          <a:prstGeom prst="line">
            <a:avLst/>
          </a:prstGeom>
          <a:ln w="1905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262A5-5FE0-4159-A6D0-AACF5DA4B953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5352635" y="2392813"/>
            <a:ext cx="118943" cy="1820678"/>
          </a:xfrm>
          <a:prstGeom prst="line">
            <a:avLst/>
          </a:prstGeom>
          <a:ln w="1905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435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A87F7C-170E-1FC6-DF19-B63DC8FF2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53366"/>
              </p:ext>
            </p:extLst>
          </p:nvPr>
        </p:nvGraphicFramePr>
        <p:xfrm>
          <a:off x="1045354" y="1077226"/>
          <a:ext cx="6523350" cy="3360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948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077561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2214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521460">
                  <a:extLst>
                    <a:ext uri="{9D8B030D-6E8A-4147-A177-3AD203B41FA5}">
                      <a16:colId xmlns:a16="http://schemas.microsoft.com/office/drawing/2014/main" val="1013677548"/>
                    </a:ext>
                  </a:extLst>
                </a:gridCol>
                <a:gridCol w="1344958">
                  <a:extLst>
                    <a:ext uri="{9D8B030D-6E8A-4147-A177-3AD203B41FA5}">
                      <a16:colId xmlns:a16="http://schemas.microsoft.com/office/drawing/2014/main" val="1076203838"/>
                    </a:ext>
                  </a:extLst>
                </a:gridCol>
              </a:tblGrid>
              <a:tr h="500567">
                <a:tc>
                  <a:txBody>
                    <a:bodyPr/>
                    <a:lstStyle/>
                    <a:p>
                      <a:r>
                        <a:rPr lang="en-JP" sz="1900" b="0" i="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店舗コード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0" i="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店舗名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0" i="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会員番号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0" i="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会員名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0" i="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会員種別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606314"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星ヶ丘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山畑 滝子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ゴールド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606314"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S01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星ヶ丘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田辺 通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ゴールド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八事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北 千種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学生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606314"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S02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八事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川澄 桜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プラチナ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606314"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S03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御器所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川澄 桜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3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一般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23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56751F-261D-C6A0-6914-9359C04EFEFD}"/>
              </a:ext>
            </a:extLst>
          </p:cNvPr>
          <p:cNvSpPr/>
          <p:nvPr/>
        </p:nvSpPr>
        <p:spPr>
          <a:xfrm>
            <a:off x="3981601" y="1529188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119C77-E54B-AFBC-B39E-9A3D2A1A8C3D}"/>
              </a:ext>
            </a:extLst>
          </p:cNvPr>
          <p:cNvSpPr/>
          <p:nvPr/>
        </p:nvSpPr>
        <p:spPr>
          <a:xfrm>
            <a:off x="2771605" y="2346309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8456E-A6BF-E7A2-5364-010E8F29A480}"/>
              </a:ext>
            </a:extLst>
          </p:cNvPr>
          <p:cNvSpPr txBox="1"/>
          <p:nvPr/>
        </p:nvSpPr>
        <p:spPr>
          <a:xfrm>
            <a:off x="2804253" y="2531101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17E2E4-25CD-AA43-ED55-1AE58F30A069}"/>
              </a:ext>
            </a:extLst>
          </p:cNvPr>
          <p:cNvCxnSpPr>
            <a:stCxn id="2" idx="2"/>
            <a:endCxn id="3" idx="7"/>
          </p:cNvCxnSpPr>
          <p:nvPr/>
        </p:nvCxnSpPr>
        <p:spPr>
          <a:xfrm flipH="1">
            <a:off x="3755007" y="2140151"/>
            <a:ext cx="872002" cy="31161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4DD5888-ED3D-BAC8-5164-A7AF12760E7E}"/>
              </a:ext>
            </a:extLst>
          </p:cNvPr>
          <p:cNvSpPr/>
          <p:nvPr/>
        </p:nvSpPr>
        <p:spPr>
          <a:xfrm>
            <a:off x="3376602" y="313123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3E362-A29D-DC3C-FB04-4B3E68E64F26}"/>
              </a:ext>
            </a:extLst>
          </p:cNvPr>
          <p:cNvSpPr txBox="1"/>
          <p:nvPr/>
        </p:nvSpPr>
        <p:spPr>
          <a:xfrm>
            <a:off x="3629503" y="3306613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D62F32-CC94-D333-62DE-FF4505278102}"/>
              </a:ext>
            </a:extLst>
          </p:cNvPr>
          <p:cNvSpPr/>
          <p:nvPr/>
        </p:nvSpPr>
        <p:spPr>
          <a:xfrm>
            <a:off x="4667426" y="313123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2EFAF6-B337-7C81-07F0-1873733C99A3}"/>
              </a:ext>
            </a:extLst>
          </p:cNvPr>
          <p:cNvSpPr txBox="1"/>
          <p:nvPr/>
        </p:nvSpPr>
        <p:spPr>
          <a:xfrm>
            <a:off x="4850596" y="3316930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F6F7C8-2906-EB68-D9E5-1FD8344D039A}"/>
              </a:ext>
            </a:extLst>
          </p:cNvPr>
          <p:cNvSpPr/>
          <p:nvPr/>
        </p:nvSpPr>
        <p:spPr>
          <a:xfrm>
            <a:off x="5292082" y="235572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38BD0-F097-6150-C843-3EBBE13266E8}"/>
              </a:ext>
            </a:extLst>
          </p:cNvPr>
          <p:cNvSpPr txBox="1"/>
          <p:nvPr/>
        </p:nvSpPr>
        <p:spPr>
          <a:xfrm>
            <a:off x="5565739" y="2525864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3D080A-A44B-3511-7902-D947137968CC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3952666" y="2140152"/>
            <a:ext cx="674346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2B7DC0-AF6F-1904-FAE0-C7658F94D6EE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4627014" y="2140152"/>
            <a:ext cx="616478" cy="991086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0AFC10-B31A-2CFC-FC19-5DB21271934D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4627014" y="2140152"/>
            <a:ext cx="833797" cy="3210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1711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9054DF-6E05-655E-975E-1C0A701BB748}"/>
              </a:ext>
            </a:extLst>
          </p:cNvPr>
          <p:cNvSpPr/>
          <p:nvPr/>
        </p:nvSpPr>
        <p:spPr>
          <a:xfrm>
            <a:off x="6206363" y="2250114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914A352-AD61-D8DB-EB93-F8DAC0AA1A73}"/>
              </a:ext>
            </a:extLst>
          </p:cNvPr>
          <p:cNvSpPr/>
          <p:nvPr/>
        </p:nvSpPr>
        <p:spPr>
          <a:xfrm>
            <a:off x="6275710" y="1157895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C3A62-B170-8BD8-3C87-A964A631F20B}"/>
              </a:ext>
            </a:extLst>
          </p:cNvPr>
          <p:cNvSpPr txBox="1"/>
          <p:nvPr/>
        </p:nvSpPr>
        <p:spPr>
          <a:xfrm>
            <a:off x="6415600" y="1333268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8A5932-EFDA-65B5-AC36-2404901B762D}"/>
              </a:ext>
            </a:extLst>
          </p:cNvPr>
          <p:cNvCxnSpPr>
            <a:cxnSpLocks/>
            <a:stCxn id="2" idx="0"/>
            <a:endCxn id="3" idx="4"/>
          </p:cNvCxnSpPr>
          <p:nvPr/>
        </p:nvCxnSpPr>
        <p:spPr>
          <a:xfrm flipV="1">
            <a:off x="6851771" y="1877979"/>
            <a:ext cx="0" cy="37213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17A8387-6B54-E03B-FD2B-EC87A21D64EC}"/>
              </a:ext>
            </a:extLst>
          </p:cNvPr>
          <p:cNvSpPr/>
          <p:nvPr/>
        </p:nvSpPr>
        <p:spPr>
          <a:xfrm>
            <a:off x="5034654" y="314781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D4EAF-D65C-CA96-8E95-B55345418037}"/>
              </a:ext>
            </a:extLst>
          </p:cNvPr>
          <p:cNvSpPr txBox="1"/>
          <p:nvPr/>
        </p:nvSpPr>
        <p:spPr>
          <a:xfrm>
            <a:off x="5174543" y="3323189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6C4214-EAE0-8255-1214-8CC07C49AC97}"/>
              </a:ext>
            </a:extLst>
          </p:cNvPr>
          <p:cNvSpPr/>
          <p:nvPr/>
        </p:nvSpPr>
        <p:spPr>
          <a:xfrm>
            <a:off x="6279493" y="3149865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D682F-ACE1-400B-365D-12A2840495B1}"/>
              </a:ext>
            </a:extLst>
          </p:cNvPr>
          <p:cNvSpPr txBox="1"/>
          <p:nvPr/>
        </p:nvSpPr>
        <p:spPr>
          <a:xfrm>
            <a:off x="6532394" y="3325240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価格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26B964-53CB-C15C-451C-B8F3B4AB5082}"/>
              </a:ext>
            </a:extLst>
          </p:cNvPr>
          <p:cNvSpPr/>
          <p:nvPr/>
        </p:nvSpPr>
        <p:spPr>
          <a:xfrm>
            <a:off x="7524330" y="314781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CD8C4-CEB0-DCA6-0EE1-9FB669E11187}"/>
              </a:ext>
            </a:extLst>
          </p:cNvPr>
          <p:cNvSpPr txBox="1"/>
          <p:nvPr/>
        </p:nvSpPr>
        <p:spPr>
          <a:xfrm>
            <a:off x="7686568" y="3335993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発売日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DC925A-12EF-440F-F676-E06A222A4CBD}"/>
              </a:ext>
            </a:extLst>
          </p:cNvPr>
          <p:cNvCxnSpPr>
            <a:cxnSpLocks/>
            <a:stCxn id="2" idx="2"/>
            <a:endCxn id="6" idx="7"/>
          </p:cNvCxnSpPr>
          <p:nvPr/>
        </p:nvCxnSpPr>
        <p:spPr>
          <a:xfrm flipH="1">
            <a:off x="6018057" y="2861084"/>
            <a:ext cx="833717" cy="39218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9A807D-7662-321A-F9F7-6D914B9D750A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6851775" y="2861079"/>
            <a:ext cx="3783" cy="28878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D029C2-0AE3-BD2D-B809-1233BFCC9CF9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6851774" y="2861084"/>
            <a:ext cx="841281" cy="39218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C9B41-C8F7-FD73-0E2C-0A0AB0476CC5}"/>
              </a:ext>
            </a:extLst>
          </p:cNvPr>
          <p:cNvSpPr/>
          <p:nvPr/>
        </p:nvSpPr>
        <p:spPr>
          <a:xfrm>
            <a:off x="1573882" y="2248807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817BC6-3E2E-358F-2A27-18845F1A69ED}"/>
              </a:ext>
            </a:extLst>
          </p:cNvPr>
          <p:cNvSpPr/>
          <p:nvPr/>
        </p:nvSpPr>
        <p:spPr>
          <a:xfrm>
            <a:off x="1642419" y="1157895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35F60F-6314-7568-A82A-A89E89B22A6D}"/>
              </a:ext>
            </a:extLst>
          </p:cNvPr>
          <p:cNvSpPr txBox="1"/>
          <p:nvPr/>
        </p:nvSpPr>
        <p:spPr>
          <a:xfrm>
            <a:off x="1675067" y="1342688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CA3ED8-4EBE-1C5F-C973-53F532F040BE}"/>
              </a:ext>
            </a:extLst>
          </p:cNvPr>
          <p:cNvCxnSpPr>
            <a:cxnSpLocks/>
            <a:stCxn id="15" idx="0"/>
            <a:endCxn id="16" idx="4"/>
          </p:cNvCxnSpPr>
          <p:nvPr/>
        </p:nvCxnSpPr>
        <p:spPr>
          <a:xfrm flipH="1" flipV="1">
            <a:off x="2218482" y="1877976"/>
            <a:ext cx="808" cy="3708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E7881AC-F3F1-3270-07D5-D0FC885E5C20}"/>
              </a:ext>
            </a:extLst>
          </p:cNvPr>
          <p:cNvSpPr/>
          <p:nvPr/>
        </p:nvSpPr>
        <p:spPr>
          <a:xfrm>
            <a:off x="456425" y="3143056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FB334D-4928-E536-E4BB-43E21377C81B}"/>
              </a:ext>
            </a:extLst>
          </p:cNvPr>
          <p:cNvSpPr txBox="1"/>
          <p:nvPr/>
        </p:nvSpPr>
        <p:spPr>
          <a:xfrm>
            <a:off x="709328" y="3318430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4C0BF23-1B1D-5729-BE15-B83B69BC347C}"/>
              </a:ext>
            </a:extLst>
          </p:cNvPr>
          <p:cNvSpPr/>
          <p:nvPr/>
        </p:nvSpPr>
        <p:spPr>
          <a:xfrm>
            <a:off x="2864702" y="3139815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597ED8-E02E-7997-7C6C-95B3A7FF0B0A}"/>
              </a:ext>
            </a:extLst>
          </p:cNvPr>
          <p:cNvSpPr txBox="1"/>
          <p:nvPr/>
        </p:nvSpPr>
        <p:spPr>
          <a:xfrm>
            <a:off x="3047873" y="3325507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DA47DF-847A-AAEC-DB53-094B74B9D5C2}"/>
              </a:ext>
            </a:extLst>
          </p:cNvPr>
          <p:cNvSpPr/>
          <p:nvPr/>
        </p:nvSpPr>
        <p:spPr>
          <a:xfrm>
            <a:off x="1643227" y="3139815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E857BC-AC89-49AE-961D-3AC9797D01CF}"/>
              </a:ext>
            </a:extLst>
          </p:cNvPr>
          <p:cNvSpPr txBox="1"/>
          <p:nvPr/>
        </p:nvSpPr>
        <p:spPr>
          <a:xfrm>
            <a:off x="1916884" y="3309953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9DBFF1-BB58-72E0-5318-FCB7D279D9FA}"/>
              </a:ext>
            </a:extLst>
          </p:cNvPr>
          <p:cNvCxnSpPr>
            <a:cxnSpLocks/>
            <a:stCxn id="15" idx="2"/>
            <a:endCxn id="19" idx="7"/>
          </p:cNvCxnSpPr>
          <p:nvPr/>
        </p:nvCxnSpPr>
        <p:spPr>
          <a:xfrm flipH="1">
            <a:off x="1439827" y="2859773"/>
            <a:ext cx="779462" cy="38873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48A09D-DB8A-5751-4A9E-D5D313BD8E6A}"/>
              </a:ext>
            </a:extLst>
          </p:cNvPr>
          <p:cNvCxnSpPr>
            <a:cxnSpLocks/>
            <a:stCxn id="15" idx="2"/>
            <a:endCxn id="21" idx="1"/>
          </p:cNvCxnSpPr>
          <p:nvPr/>
        </p:nvCxnSpPr>
        <p:spPr>
          <a:xfrm>
            <a:off x="2219290" y="2859771"/>
            <a:ext cx="814136" cy="38549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B6CCCA-81B3-00DD-3B59-CBE35EA0EB92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>
            <a:off x="2219289" y="2859776"/>
            <a:ext cx="0" cy="28004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0C70751A-EEBD-2BE0-1EEE-7AB745A94635}"/>
              </a:ext>
            </a:extLst>
          </p:cNvPr>
          <p:cNvSpPr/>
          <p:nvPr/>
        </p:nvSpPr>
        <p:spPr>
          <a:xfrm>
            <a:off x="3763483" y="2123855"/>
            <a:ext cx="1570665" cy="86409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43D56-C9E0-9D49-569F-66FEBE922FC5}"/>
              </a:ext>
            </a:extLst>
          </p:cNvPr>
          <p:cNvSpPr txBox="1"/>
          <p:nvPr/>
        </p:nvSpPr>
        <p:spPr>
          <a:xfrm>
            <a:off x="3875752" y="2387148"/>
            <a:ext cx="1338828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お気に入り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B54FCD-5D4C-5802-A991-52ADE30F52CB}"/>
              </a:ext>
            </a:extLst>
          </p:cNvPr>
          <p:cNvCxnSpPr>
            <a:cxnSpLocks/>
            <a:stCxn id="28" idx="3"/>
            <a:endCxn id="2" idx="1"/>
          </p:cNvCxnSpPr>
          <p:nvPr/>
        </p:nvCxnSpPr>
        <p:spPr>
          <a:xfrm flipV="1">
            <a:off x="5334148" y="2555599"/>
            <a:ext cx="872215" cy="304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E950C5-4F82-782F-8366-0C97DAC973D9}"/>
              </a:ext>
            </a:extLst>
          </p:cNvPr>
          <p:cNvCxnSpPr>
            <a:cxnSpLocks/>
            <a:stCxn id="15" idx="3"/>
            <a:endCxn id="28" idx="1"/>
          </p:cNvCxnSpPr>
          <p:nvPr/>
        </p:nvCxnSpPr>
        <p:spPr>
          <a:xfrm>
            <a:off x="2864703" y="2554292"/>
            <a:ext cx="898780" cy="161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22461C7-4540-76E3-E869-D17C165A133F}"/>
              </a:ext>
            </a:extLst>
          </p:cNvPr>
          <p:cNvCxnSpPr>
            <a:cxnSpLocks/>
            <a:stCxn id="28" idx="0"/>
            <a:endCxn id="34" idx="4"/>
          </p:cNvCxnSpPr>
          <p:nvPr/>
        </p:nvCxnSpPr>
        <p:spPr>
          <a:xfrm flipV="1">
            <a:off x="4548816" y="1877975"/>
            <a:ext cx="23184" cy="24588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47594953-30C5-9250-72B0-A68C7CA0DDFB}"/>
              </a:ext>
            </a:extLst>
          </p:cNvPr>
          <p:cNvSpPr/>
          <p:nvPr/>
        </p:nvSpPr>
        <p:spPr>
          <a:xfrm>
            <a:off x="3995936" y="1157895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BF3CA5-F2AB-5D78-DF54-AD9724321266}"/>
              </a:ext>
            </a:extLst>
          </p:cNvPr>
          <p:cNvSpPr txBox="1"/>
          <p:nvPr/>
        </p:nvSpPr>
        <p:spPr>
          <a:xfrm>
            <a:off x="4144545" y="1333270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</a:p>
        </p:txBody>
      </p:sp>
    </p:spTree>
    <p:extLst>
      <p:ext uri="{BB962C8B-B14F-4D97-AF65-F5344CB8AC3E}">
        <p14:creationId xmlns:p14="http://schemas.microsoft.com/office/powerpoint/2010/main" val="3143799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6AF992-329C-E720-20CB-6EA6EAB70415}"/>
              </a:ext>
            </a:extLst>
          </p:cNvPr>
          <p:cNvSpPr/>
          <p:nvPr/>
        </p:nvSpPr>
        <p:spPr>
          <a:xfrm>
            <a:off x="1624315" y="1915159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商品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08F1C3-0BD5-1B3F-2E55-686AE1FDBE38}"/>
              </a:ext>
            </a:extLst>
          </p:cNvPr>
          <p:cNvSpPr/>
          <p:nvPr/>
        </p:nvSpPr>
        <p:spPr>
          <a:xfrm>
            <a:off x="1693661" y="934821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CF908-C6C8-5CDA-F208-58DFC8816DB8}"/>
              </a:ext>
            </a:extLst>
          </p:cNvPr>
          <p:cNvSpPr txBox="1"/>
          <p:nvPr/>
        </p:nvSpPr>
        <p:spPr>
          <a:xfrm>
            <a:off x="1833551" y="1110194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76F332-52A2-8568-47F4-ED166C5B0E46}"/>
              </a:ext>
            </a:extLst>
          </p:cNvPr>
          <p:cNvCxnSpPr>
            <a:cxnSpLocks/>
            <a:stCxn id="2" idx="0"/>
            <a:endCxn id="3" idx="4"/>
          </p:cNvCxnSpPr>
          <p:nvPr/>
        </p:nvCxnSpPr>
        <p:spPr>
          <a:xfrm flipV="1">
            <a:off x="2269723" y="1654905"/>
            <a:ext cx="0" cy="26025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02A5419-59CA-DEDE-BB7D-ACD5F586A780}"/>
              </a:ext>
            </a:extLst>
          </p:cNvPr>
          <p:cNvSpPr/>
          <p:nvPr/>
        </p:nvSpPr>
        <p:spPr>
          <a:xfrm>
            <a:off x="447825" y="290417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F5F95-E45A-6FBE-E58F-3D86A392ABE6}"/>
              </a:ext>
            </a:extLst>
          </p:cNvPr>
          <p:cNvSpPr txBox="1"/>
          <p:nvPr/>
        </p:nvSpPr>
        <p:spPr>
          <a:xfrm>
            <a:off x="587715" y="3079551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D2C816-9D91-792B-7AEF-68F18CEEE578}"/>
              </a:ext>
            </a:extLst>
          </p:cNvPr>
          <p:cNvSpPr/>
          <p:nvPr/>
        </p:nvSpPr>
        <p:spPr>
          <a:xfrm>
            <a:off x="1694343" y="2909844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B8F38-5212-8D95-B3EB-C0D59BE03C85}"/>
              </a:ext>
            </a:extLst>
          </p:cNvPr>
          <p:cNvSpPr txBox="1"/>
          <p:nvPr/>
        </p:nvSpPr>
        <p:spPr>
          <a:xfrm>
            <a:off x="1947246" y="3085217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価格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187FF7-9BFB-60C1-A9D7-C16D8AE72828}"/>
              </a:ext>
            </a:extLst>
          </p:cNvPr>
          <p:cNvSpPr/>
          <p:nvPr/>
        </p:nvSpPr>
        <p:spPr>
          <a:xfrm>
            <a:off x="2915818" y="290417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379B9-A56F-4D3F-2286-83812ACE1095}"/>
              </a:ext>
            </a:extLst>
          </p:cNvPr>
          <p:cNvSpPr txBox="1"/>
          <p:nvPr/>
        </p:nvSpPr>
        <p:spPr>
          <a:xfrm>
            <a:off x="3078056" y="3092357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発売日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0CDE29-45A9-2246-88E3-515FCC3B6C7E}"/>
              </a:ext>
            </a:extLst>
          </p:cNvPr>
          <p:cNvCxnSpPr>
            <a:cxnSpLocks/>
            <a:stCxn id="2" idx="2"/>
            <a:endCxn id="6" idx="7"/>
          </p:cNvCxnSpPr>
          <p:nvPr/>
        </p:nvCxnSpPr>
        <p:spPr>
          <a:xfrm flipH="1">
            <a:off x="1431226" y="2526123"/>
            <a:ext cx="838496" cy="48350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FC1D21-EB55-F57F-F79F-34547D41C05C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2269724" y="2526128"/>
            <a:ext cx="682" cy="383721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752683-16FF-5C69-93AE-C7CB1F87764E}"/>
              </a:ext>
            </a:extLst>
          </p:cNvPr>
          <p:cNvCxnSpPr>
            <a:cxnSpLocks/>
            <a:stCxn id="2" idx="2"/>
            <a:endCxn id="10" idx="1"/>
          </p:cNvCxnSpPr>
          <p:nvPr/>
        </p:nvCxnSpPr>
        <p:spPr>
          <a:xfrm>
            <a:off x="2269723" y="2526123"/>
            <a:ext cx="814818" cy="48350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>
            <a:extLst>
              <a:ext uri="{FF2B5EF4-FFF2-40B4-BE49-F238E27FC236}">
                <a16:creationId xmlns:a16="http://schemas.microsoft.com/office/drawing/2014/main" id="{7F38C338-4FD9-4A86-1962-F110C15671D9}"/>
              </a:ext>
            </a:extLst>
          </p:cNvPr>
          <p:cNvSpPr/>
          <p:nvPr/>
        </p:nvSpPr>
        <p:spPr>
          <a:xfrm>
            <a:off x="3901662" y="1788591"/>
            <a:ext cx="1367169" cy="86409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59D104-4C35-6C29-749A-A264380871DE}"/>
              </a:ext>
            </a:extLst>
          </p:cNvPr>
          <p:cNvSpPr txBox="1"/>
          <p:nvPr/>
        </p:nvSpPr>
        <p:spPr>
          <a:xfrm>
            <a:off x="4269269" y="2035973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製造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DF0BBC-3C30-6A99-5C78-2F681BA1469F}"/>
              </a:ext>
            </a:extLst>
          </p:cNvPr>
          <p:cNvCxnSpPr>
            <a:cxnSpLocks/>
            <a:stCxn id="16" idx="1"/>
            <a:endCxn id="2" idx="3"/>
          </p:cNvCxnSpPr>
          <p:nvPr/>
        </p:nvCxnSpPr>
        <p:spPr>
          <a:xfrm flipH="1">
            <a:off x="2915134" y="2220638"/>
            <a:ext cx="986522" cy="0"/>
          </a:xfrm>
          <a:prstGeom prst="line">
            <a:avLst/>
          </a:prstGeom>
          <a:ln w="111125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EF169-CD5B-27A2-6924-287C0A5C12D4}"/>
              </a:ext>
            </a:extLst>
          </p:cNvPr>
          <p:cNvSpPr/>
          <p:nvPr/>
        </p:nvSpPr>
        <p:spPr>
          <a:xfrm>
            <a:off x="6305518" y="1914000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メーカー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0E052-7AB6-8F93-A846-D0A45698C1C1}"/>
              </a:ext>
            </a:extLst>
          </p:cNvPr>
          <p:cNvCxnSpPr>
            <a:cxnSpLocks/>
            <a:stCxn id="19" idx="1"/>
            <a:endCxn id="16" idx="3"/>
          </p:cNvCxnSpPr>
          <p:nvPr/>
        </p:nvCxnSpPr>
        <p:spPr>
          <a:xfrm flipH="1">
            <a:off x="5268830" y="2219480"/>
            <a:ext cx="1036689" cy="1158"/>
          </a:xfrm>
          <a:prstGeom prst="line">
            <a:avLst/>
          </a:prstGeom>
          <a:ln w="22225">
            <a:solidFill>
              <a:srgbClr val="2B3348"/>
            </a:solidFill>
            <a:headEnd type="arrow" w="med" len="med"/>
            <a:tailEnd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74C44B2-7048-DCD6-7482-8B23FE709D6F}"/>
              </a:ext>
            </a:extLst>
          </p:cNvPr>
          <p:cNvSpPr/>
          <p:nvPr/>
        </p:nvSpPr>
        <p:spPr>
          <a:xfrm>
            <a:off x="6374863" y="934821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5169D-EB2F-6CD3-300D-DBFC163B1F1D}"/>
              </a:ext>
            </a:extLst>
          </p:cNvPr>
          <p:cNvSpPr txBox="1"/>
          <p:nvPr/>
        </p:nvSpPr>
        <p:spPr>
          <a:xfrm>
            <a:off x="6515605" y="1110635"/>
            <a:ext cx="96294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企業名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19A36D-8226-44EB-4175-3FC57880DD39}"/>
              </a:ext>
            </a:extLst>
          </p:cNvPr>
          <p:cNvSpPr/>
          <p:nvPr/>
        </p:nvSpPr>
        <p:spPr>
          <a:xfrm>
            <a:off x="7020275" y="290417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7E92AA-35C2-2112-82D4-E593B56D0225}"/>
              </a:ext>
            </a:extLst>
          </p:cNvPr>
          <p:cNvSpPr txBox="1"/>
          <p:nvPr/>
        </p:nvSpPr>
        <p:spPr>
          <a:xfrm>
            <a:off x="7203444" y="3089870"/>
            <a:ext cx="78579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33941D-1B65-FD0C-7CD3-B3EB86B78722}"/>
              </a:ext>
            </a:extLst>
          </p:cNvPr>
          <p:cNvSpPr/>
          <p:nvPr/>
        </p:nvSpPr>
        <p:spPr>
          <a:xfrm>
            <a:off x="5798800" y="290417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237B5F-436B-DE1B-4042-EBBF5671DDAD}"/>
              </a:ext>
            </a:extLst>
          </p:cNvPr>
          <p:cNvSpPr txBox="1"/>
          <p:nvPr/>
        </p:nvSpPr>
        <p:spPr>
          <a:xfrm>
            <a:off x="6072454" y="3074315"/>
            <a:ext cx="64633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TEL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D1E856-BEF8-D7AB-9C86-C5B46F7C1A4C}"/>
              </a:ext>
            </a:extLst>
          </p:cNvPr>
          <p:cNvCxnSpPr>
            <a:cxnSpLocks/>
            <a:stCxn id="19" idx="0"/>
            <a:endCxn id="21" idx="4"/>
          </p:cNvCxnSpPr>
          <p:nvPr/>
        </p:nvCxnSpPr>
        <p:spPr>
          <a:xfrm flipV="1">
            <a:off x="6950925" y="1654905"/>
            <a:ext cx="0" cy="25909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0892C4-BCE8-FD8F-5834-7F74C7B0302E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>
            <a:off x="6950931" y="2524971"/>
            <a:ext cx="645411" cy="37921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48D742-5D4C-21D2-302F-2334E14F7ED5}"/>
              </a:ext>
            </a:extLst>
          </p:cNvPr>
          <p:cNvCxnSpPr>
            <a:cxnSpLocks/>
            <a:stCxn id="19" idx="2"/>
            <a:endCxn id="25" idx="0"/>
          </p:cNvCxnSpPr>
          <p:nvPr/>
        </p:nvCxnSpPr>
        <p:spPr>
          <a:xfrm flipH="1">
            <a:off x="6374862" y="2524971"/>
            <a:ext cx="576064" cy="37921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726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iamond 14">
            <a:extLst>
              <a:ext uri="{FF2B5EF4-FFF2-40B4-BE49-F238E27FC236}">
                <a16:creationId xmlns:a16="http://schemas.microsoft.com/office/drawing/2014/main" id="{842B2850-F1B4-2B17-8972-62EAC60384C3}"/>
              </a:ext>
            </a:extLst>
          </p:cNvPr>
          <p:cNvSpPr/>
          <p:nvPr/>
        </p:nvSpPr>
        <p:spPr>
          <a:xfrm>
            <a:off x="3901662" y="1788591"/>
            <a:ext cx="1367169" cy="864096"/>
          </a:xfrm>
          <a:prstGeom prst="diamond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E74D37-0E16-AB0B-F728-726F1F154CD2}"/>
              </a:ext>
            </a:extLst>
          </p:cNvPr>
          <p:cNvSpPr txBox="1"/>
          <p:nvPr/>
        </p:nvSpPr>
        <p:spPr>
          <a:xfrm>
            <a:off x="4269269" y="2035973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ロゴ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190BF2-D886-88B5-785E-8419A8B0AF24}"/>
              </a:ext>
            </a:extLst>
          </p:cNvPr>
          <p:cNvCxnSpPr>
            <a:cxnSpLocks/>
            <a:stCxn id="41" idx="1"/>
            <a:endCxn id="15" idx="3"/>
          </p:cNvCxnSpPr>
          <p:nvPr/>
        </p:nvCxnSpPr>
        <p:spPr>
          <a:xfrm flipH="1" flipV="1">
            <a:off x="5268825" y="2220644"/>
            <a:ext cx="1038778" cy="12405"/>
          </a:xfrm>
          <a:prstGeom prst="line">
            <a:avLst/>
          </a:prstGeom>
          <a:ln w="22225">
            <a:solidFill>
              <a:srgbClr val="2B3348"/>
            </a:solidFill>
            <a:headEnd type="arrow" w="med" len="med"/>
            <a:tailEnd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F2B15A2-1C29-40A3-FF9C-7F2F60CAEE47}"/>
              </a:ext>
            </a:extLst>
          </p:cNvPr>
          <p:cNvCxnSpPr>
            <a:cxnSpLocks/>
            <a:stCxn id="51" idx="3"/>
            <a:endCxn id="15" idx="1"/>
          </p:cNvCxnSpPr>
          <p:nvPr/>
        </p:nvCxnSpPr>
        <p:spPr>
          <a:xfrm flipV="1">
            <a:off x="2905744" y="2220644"/>
            <a:ext cx="995912" cy="11247"/>
          </a:xfrm>
          <a:prstGeom prst="line">
            <a:avLst/>
          </a:prstGeom>
          <a:ln w="22225">
            <a:solidFill>
              <a:srgbClr val="2B3348"/>
            </a:solidFill>
            <a:headEnd type="arrow" w="med" len="med"/>
            <a:tailEnd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D4DA0AB-A120-5AB2-0628-83728F503322}"/>
              </a:ext>
            </a:extLst>
          </p:cNvPr>
          <p:cNvSpPr/>
          <p:nvPr/>
        </p:nvSpPr>
        <p:spPr>
          <a:xfrm>
            <a:off x="6307607" y="1927563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画像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08B1265-5335-4D1B-777E-BB1BA0199EF6}"/>
              </a:ext>
            </a:extLst>
          </p:cNvPr>
          <p:cNvSpPr/>
          <p:nvPr/>
        </p:nvSpPr>
        <p:spPr>
          <a:xfrm>
            <a:off x="6376952" y="947226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10110A-124D-2910-BCE8-064CB5CCE583}"/>
              </a:ext>
            </a:extLst>
          </p:cNvPr>
          <p:cNvSpPr txBox="1"/>
          <p:nvPr/>
        </p:nvSpPr>
        <p:spPr>
          <a:xfrm>
            <a:off x="6518993" y="1122599"/>
            <a:ext cx="872355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画像ID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16C1B15-E09C-EF08-5FC8-D83AE0A8ABBC}"/>
              </a:ext>
            </a:extLst>
          </p:cNvPr>
          <p:cNvCxnSpPr>
            <a:cxnSpLocks/>
            <a:stCxn id="41" idx="0"/>
            <a:endCxn id="42" idx="4"/>
          </p:cNvCxnSpPr>
          <p:nvPr/>
        </p:nvCxnSpPr>
        <p:spPr>
          <a:xfrm flipV="1">
            <a:off x="6953014" y="1667310"/>
            <a:ext cx="0" cy="26025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A9E7639-CF39-165A-B5BE-B6EEE49AF089}"/>
              </a:ext>
            </a:extLst>
          </p:cNvPr>
          <p:cNvSpPr/>
          <p:nvPr/>
        </p:nvSpPr>
        <p:spPr>
          <a:xfrm>
            <a:off x="5726902" y="2916583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8CCA57-58C5-89A7-3F02-CC15DB947A51}"/>
              </a:ext>
            </a:extLst>
          </p:cNvPr>
          <p:cNvSpPr txBox="1"/>
          <p:nvPr/>
        </p:nvSpPr>
        <p:spPr>
          <a:xfrm>
            <a:off x="5863703" y="3099095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サイズ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57FCBE7-CEA5-1933-1541-5A2B32435288}"/>
              </a:ext>
            </a:extLst>
          </p:cNvPr>
          <p:cNvSpPr/>
          <p:nvPr/>
        </p:nvSpPr>
        <p:spPr>
          <a:xfrm>
            <a:off x="7023046" y="2916583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4510D2-8097-D12D-906F-E0216F3763A4}"/>
              </a:ext>
            </a:extLst>
          </p:cNvPr>
          <p:cNvSpPr txBox="1"/>
          <p:nvPr/>
        </p:nvSpPr>
        <p:spPr>
          <a:xfrm>
            <a:off x="7062197" y="2990334"/>
            <a:ext cx="1107996" cy="646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ファイル</a:t>
            </a:r>
            <a:b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</a:br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パス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0C05668-5358-6F46-4F53-2D95282C057C}"/>
              </a:ext>
            </a:extLst>
          </p:cNvPr>
          <p:cNvCxnSpPr>
            <a:cxnSpLocks/>
            <a:stCxn id="41" idx="2"/>
            <a:endCxn id="45" idx="0"/>
          </p:cNvCxnSpPr>
          <p:nvPr/>
        </p:nvCxnSpPr>
        <p:spPr>
          <a:xfrm flipH="1">
            <a:off x="6302970" y="2538532"/>
            <a:ext cx="650051" cy="37805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7AA99B1-8A32-C4E2-038E-87A07678273A}"/>
              </a:ext>
            </a:extLst>
          </p:cNvPr>
          <p:cNvCxnSpPr>
            <a:cxnSpLocks/>
            <a:stCxn id="41" idx="2"/>
            <a:endCxn id="47" idx="0"/>
          </p:cNvCxnSpPr>
          <p:nvPr/>
        </p:nvCxnSpPr>
        <p:spPr>
          <a:xfrm>
            <a:off x="6953021" y="2538532"/>
            <a:ext cx="646093" cy="37805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4D00D8B4-3250-208E-F85F-91A589A814ED}"/>
              </a:ext>
            </a:extLst>
          </p:cNvPr>
          <p:cNvSpPr/>
          <p:nvPr/>
        </p:nvSpPr>
        <p:spPr>
          <a:xfrm>
            <a:off x="1614925" y="1926405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メーカー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1DC742-C244-B22D-0BD1-041B923B057C}"/>
              </a:ext>
            </a:extLst>
          </p:cNvPr>
          <p:cNvSpPr/>
          <p:nvPr/>
        </p:nvSpPr>
        <p:spPr>
          <a:xfrm>
            <a:off x="1684271" y="947226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EB1082-035D-5F81-86FD-3385A484CFC2}"/>
              </a:ext>
            </a:extLst>
          </p:cNvPr>
          <p:cNvSpPr txBox="1"/>
          <p:nvPr/>
        </p:nvSpPr>
        <p:spPr>
          <a:xfrm>
            <a:off x="1825012" y="1123040"/>
            <a:ext cx="96294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企業名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FBD6477-8367-B125-17C3-0D84AB744487}"/>
              </a:ext>
            </a:extLst>
          </p:cNvPr>
          <p:cNvSpPr/>
          <p:nvPr/>
        </p:nvSpPr>
        <p:spPr>
          <a:xfrm>
            <a:off x="2329682" y="2916583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1B6F97-15C2-4865-9FC8-289CA235E10F}"/>
              </a:ext>
            </a:extLst>
          </p:cNvPr>
          <p:cNvSpPr txBox="1"/>
          <p:nvPr/>
        </p:nvSpPr>
        <p:spPr>
          <a:xfrm>
            <a:off x="2512851" y="3102275"/>
            <a:ext cx="78579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EDEE373-4672-0A35-989F-8837604CE375}"/>
              </a:ext>
            </a:extLst>
          </p:cNvPr>
          <p:cNvSpPr/>
          <p:nvPr/>
        </p:nvSpPr>
        <p:spPr>
          <a:xfrm>
            <a:off x="1108206" y="2916583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9A2E7F-257E-8656-A07A-929473E7356F}"/>
              </a:ext>
            </a:extLst>
          </p:cNvPr>
          <p:cNvSpPr txBox="1"/>
          <p:nvPr/>
        </p:nvSpPr>
        <p:spPr>
          <a:xfrm>
            <a:off x="1381863" y="3086720"/>
            <a:ext cx="64633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TEL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CF954A1-1C75-9EEA-175B-F4CA9224FDED}"/>
              </a:ext>
            </a:extLst>
          </p:cNvPr>
          <p:cNvCxnSpPr>
            <a:cxnSpLocks/>
            <a:stCxn id="51" idx="0"/>
            <a:endCxn id="52" idx="4"/>
          </p:cNvCxnSpPr>
          <p:nvPr/>
        </p:nvCxnSpPr>
        <p:spPr>
          <a:xfrm flipV="1">
            <a:off x="2260332" y="1667310"/>
            <a:ext cx="0" cy="259095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FAB090-A1EB-868A-1A71-AE649C210AD0}"/>
              </a:ext>
            </a:extLst>
          </p:cNvPr>
          <p:cNvCxnSpPr>
            <a:cxnSpLocks/>
            <a:stCxn id="51" idx="2"/>
            <a:endCxn id="54" idx="0"/>
          </p:cNvCxnSpPr>
          <p:nvPr/>
        </p:nvCxnSpPr>
        <p:spPr>
          <a:xfrm>
            <a:off x="2260338" y="2537375"/>
            <a:ext cx="645411" cy="37921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05266B9-89AB-7532-35E3-89D429A415C5}"/>
              </a:ext>
            </a:extLst>
          </p:cNvPr>
          <p:cNvCxnSpPr>
            <a:cxnSpLocks/>
            <a:stCxn id="51" idx="2"/>
            <a:endCxn id="56" idx="0"/>
          </p:cNvCxnSpPr>
          <p:nvPr/>
        </p:nvCxnSpPr>
        <p:spPr>
          <a:xfrm flipH="1">
            <a:off x="1684269" y="2537375"/>
            <a:ext cx="576064" cy="37921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2929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1EDED64-1E4F-F100-8002-57F55DC8A92E}"/>
              </a:ext>
            </a:extLst>
          </p:cNvPr>
          <p:cNvGrpSpPr/>
          <p:nvPr/>
        </p:nvGrpSpPr>
        <p:grpSpPr>
          <a:xfrm>
            <a:off x="4067950" y="1988034"/>
            <a:ext cx="985117" cy="677633"/>
            <a:chOff x="4802511" y="3766326"/>
            <a:chExt cx="985117" cy="677632"/>
          </a:xfrm>
        </p:grpSpPr>
        <p:sp>
          <p:nvSpPr>
            <p:cNvPr id="24" name="Triangle 23">
              <a:extLst>
                <a:ext uri="{FF2B5EF4-FFF2-40B4-BE49-F238E27FC236}">
                  <a16:creationId xmlns:a16="http://schemas.microsoft.com/office/drawing/2014/main" id="{F43CB029-4E0D-EB81-1406-E1E54BC88D3A}"/>
                </a:ext>
              </a:extLst>
            </p:cNvPr>
            <p:cNvSpPr/>
            <p:nvPr/>
          </p:nvSpPr>
          <p:spPr>
            <a:xfrm>
              <a:off x="4802511" y="3766326"/>
              <a:ext cx="985117" cy="677632"/>
            </a:xfrm>
            <a:prstGeom prst="triangle">
              <a:avLst/>
            </a:prstGeom>
            <a:noFill/>
            <a:ln w="25400">
              <a:solidFill>
                <a:srgbClr val="2B33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799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A62FDA7-BF66-7D24-E102-2B9DDD5BEFD4}"/>
                </a:ext>
              </a:extLst>
            </p:cNvPr>
            <p:cNvSpPr txBox="1"/>
            <p:nvPr/>
          </p:nvSpPr>
          <p:spPr>
            <a:xfrm>
              <a:off x="5060348" y="3986574"/>
              <a:ext cx="513282" cy="39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2B3348"/>
                  </a:solidFill>
                  <a:latin typeface="Arial" panose="020B0604020202020204" pitchFamily="34" charset="0"/>
                  <a:ea typeface="Noto Sans CJK JP Regular" panose="020B0500000000000000" pitchFamily="34" charset="-128"/>
                  <a:cs typeface="Arial" panose="020B0604020202020204" pitchFamily="34" charset="0"/>
                </a:rPr>
                <a:t>isa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AA960E-76E2-CD85-310E-3A49171AD0F2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4801405" y="2325283"/>
            <a:ext cx="1176192" cy="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83408A0-92AB-A9A2-42D1-915D38FDB9B6}"/>
              </a:ext>
            </a:extLst>
          </p:cNvPr>
          <p:cNvSpPr/>
          <p:nvPr/>
        </p:nvSpPr>
        <p:spPr>
          <a:xfrm>
            <a:off x="5977600" y="2019804"/>
            <a:ext cx="1402716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99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プレミアム</a:t>
            </a:r>
            <a:br>
              <a:rPr lang="en-US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</a:br>
            <a:r>
              <a:rPr lang="en-US" sz="1799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  <a:endParaRPr lang="en-JP" sz="17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0B644D2-6055-A336-0F21-F50B939481DE}"/>
              </a:ext>
            </a:extLst>
          </p:cNvPr>
          <p:cNvSpPr/>
          <p:nvPr/>
        </p:nvSpPr>
        <p:spPr>
          <a:xfrm>
            <a:off x="1681284" y="2061870"/>
            <a:ext cx="1290821" cy="610969"/>
          </a:xfrm>
          <a:prstGeom prst="rect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</a:rPr>
              <a:t>ユーザ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4CB3BF2-A7D8-DF31-C224-8C6793FBB207}"/>
              </a:ext>
            </a:extLst>
          </p:cNvPr>
          <p:cNvSpPr/>
          <p:nvPr/>
        </p:nvSpPr>
        <p:spPr>
          <a:xfrm>
            <a:off x="1749821" y="97095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1DF59E-EF2E-1886-1B69-76A6314FE796}"/>
              </a:ext>
            </a:extLst>
          </p:cNvPr>
          <p:cNvSpPr txBox="1"/>
          <p:nvPr/>
        </p:nvSpPr>
        <p:spPr>
          <a:xfrm>
            <a:off x="1782469" y="1155749"/>
            <a:ext cx="110799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ユーザ名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B9BB9B3-F132-1618-096C-B7E4361AE6C2}"/>
              </a:ext>
            </a:extLst>
          </p:cNvPr>
          <p:cNvCxnSpPr>
            <a:cxnSpLocks/>
            <a:stCxn id="48" idx="0"/>
            <a:endCxn id="49" idx="4"/>
          </p:cNvCxnSpPr>
          <p:nvPr/>
        </p:nvCxnSpPr>
        <p:spPr>
          <a:xfrm flipH="1" flipV="1">
            <a:off x="2325884" y="1691037"/>
            <a:ext cx="808" cy="37082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13CC4DF5-BAA0-A509-B2D9-055A4F5C6C94}"/>
              </a:ext>
            </a:extLst>
          </p:cNvPr>
          <p:cNvSpPr/>
          <p:nvPr/>
        </p:nvSpPr>
        <p:spPr>
          <a:xfrm>
            <a:off x="563827" y="2956118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542709-B81D-EF77-C169-B913A795ED81}"/>
              </a:ext>
            </a:extLst>
          </p:cNvPr>
          <p:cNvSpPr txBox="1"/>
          <p:nvPr/>
        </p:nvSpPr>
        <p:spPr>
          <a:xfrm>
            <a:off x="816730" y="3131493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氏名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A2B2561-5E88-1AE1-1B1B-91E4231EC7EB}"/>
              </a:ext>
            </a:extLst>
          </p:cNvPr>
          <p:cNvSpPr/>
          <p:nvPr/>
        </p:nvSpPr>
        <p:spPr>
          <a:xfrm>
            <a:off x="2972104" y="295287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22D611-2287-395C-9818-608A4FEEBF2A}"/>
              </a:ext>
            </a:extLst>
          </p:cNvPr>
          <p:cNvSpPr txBox="1"/>
          <p:nvPr/>
        </p:nvSpPr>
        <p:spPr>
          <a:xfrm>
            <a:off x="3155274" y="3138569"/>
            <a:ext cx="78579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email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9D4823E-4F44-1DEC-AE15-1314C5DC4181}"/>
              </a:ext>
            </a:extLst>
          </p:cNvPr>
          <p:cNvSpPr/>
          <p:nvPr/>
        </p:nvSpPr>
        <p:spPr>
          <a:xfrm>
            <a:off x="1750629" y="2952877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210CF1-83FF-0623-293B-42F32AA06FA5}"/>
              </a:ext>
            </a:extLst>
          </p:cNvPr>
          <p:cNvSpPr txBox="1"/>
          <p:nvPr/>
        </p:nvSpPr>
        <p:spPr>
          <a:xfrm>
            <a:off x="2024286" y="3123014"/>
            <a:ext cx="6463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住所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573FD0D-C2AB-4CAC-B2AD-33E03056E305}"/>
              </a:ext>
            </a:extLst>
          </p:cNvPr>
          <p:cNvCxnSpPr>
            <a:cxnSpLocks/>
            <a:stCxn id="48" idx="2"/>
            <a:endCxn id="52" idx="7"/>
          </p:cNvCxnSpPr>
          <p:nvPr/>
        </p:nvCxnSpPr>
        <p:spPr>
          <a:xfrm flipH="1">
            <a:off x="1547230" y="2672834"/>
            <a:ext cx="779462" cy="388738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5DFACD-0205-C3A4-36FA-B63A10B1EA1C}"/>
              </a:ext>
            </a:extLst>
          </p:cNvPr>
          <p:cNvCxnSpPr>
            <a:cxnSpLocks/>
            <a:stCxn id="48" idx="2"/>
            <a:endCxn id="54" idx="1"/>
          </p:cNvCxnSpPr>
          <p:nvPr/>
        </p:nvCxnSpPr>
        <p:spPr>
          <a:xfrm>
            <a:off x="2326692" y="2672835"/>
            <a:ext cx="814136" cy="385497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21544CC-DE23-DD44-2781-F3F9EB3397E9}"/>
              </a:ext>
            </a:extLst>
          </p:cNvPr>
          <p:cNvCxnSpPr>
            <a:cxnSpLocks/>
            <a:stCxn id="48" idx="2"/>
            <a:endCxn id="56" idx="0"/>
          </p:cNvCxnSpPr>
          <p:nvPr/>
        </p:nvCxnSpPr>
        <p:spPr>
          <a:xfrm>
            <a:off x="2326691" y="2672839"/>
            <a:ext cx="0" cy="28004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FC493D1-F600-EF07-7464-A4049C436D33}"/>
              </a:ext>
            </a:extLst>
          </p:cNvPr>
          <p:cNvCxnSpPr>
            <a:cxnSpLocks/>
          </p:cNvCxnSpPr>
          <p:nvPr/>
        </p:nvCxnSpPr>
        <p:spPr>
          <a:xfrm flipH="1">
            <a:off x="2972103" y="2325537"/>
            <a:ext cx="1368152" cy="0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F442AD5F-C2A0-B1C0-540A-9A0B00A0415D}"/>
              </a:ext>
            </a:extLst>
          </p:cNvPr>
          <p:cNvSpPr/>
          <p:nvPr/>
        </p:nvSpPr>
        <p:spPr>
          <a:xfrm>
            <a:off x="6084171" y="2931790"/>
            <a:ext cx="1152127" cy="720080"/>
          </a:xfrm>
          <a:prstGeom prst="ellipse">
            <a:avLst/>
          </a:prstGeom>
          <a:noFill/>
          <a:ln w="19050">
            <a:solidFill>
              <a:srgbClr val="2B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82DBF3-744F-A9BF-2CDE-FB561DE045CD}"/>
              </a:ext>
            </a:extLst>
          </p:cNvPr>
          <p:cNvSpPr txBox="1"/>
          <p:nvPr/>
        </p:nvSpPr>
        <p:spPr>
          <a:xfrm>
            <a:off x="6221656" y="3107165"/>
            <a:ext cx="877163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BBF7DEF-8F1D-4FC5-0F1F-319A95A851DE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6660232" y="2651753"/>
            <a:ext cx="0" cy="280043"/>
          </a:xfrm>
          <a:prstGeom prst="line">
            <a:avLst/>
          </a:prstGeom>
          <a:ln w="19050">
            <a:solidFill>
              <a:srgbClr val="2B33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92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74484"/>
              </p:ext>
            </p:extLst>
          </p:nvPr>
        </p:nvGraphicFramePr>
        <p:xfrm>
          <a:off x="127188" y="815962"/>
          <a:ext cx="5621212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024573">
                  <a:extLst>
                    <a:ext uri="{9D8B030D-6E8A-4147-A177-3AD203B41FA5}">
                      <a16:colId xmlns:a16="http://schemas.microsoft.com/office/drawing/2014/main" val="2643658135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メーカー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I社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G社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午前の紅茶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I社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G社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05C26F-E5BC-D7A8-EEE4-5661DB65097C}"/>
              </a:ext>
            </a:extLst>
          </p:cNvPr>
          <p:cNvSpPr txBox="1"/>
          <p:nvPr/>
        </p:nvSpPr>
        <p:spPr>
          <a:xfrm>
            <a:off x="127190" y="405766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</p:spTree>
    <p:extLst>
      <p:ext uri="{BB962C8B-B14F-4D97-AF65-F5344CB8AC3E}">
        <p14:creationId xmlns:p14="http://schemas.microsoft.com/office/powerpoint/2010/main" val="3942788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972067"/>
              </p:ext>
            </p:extLst>
          </p:nvPr>
        </p:nvGraphicFramePr>
        <p:xfrm>
          <a:off x="2123733" y="1203603"/>
          <a:ext cx="4596639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05C26F-E5BC-D7A8-EEE4-5661DB65097C}"/>
              </a:ext>
            </a:extLst>
          </p:cNvPr>
          <p:cNvSpPr txBox="1"/>
          <p:nvPr/>
        </p:nvSpPr>
        <p:spPr>
          <a:xfrm>
            <a:off x="2123734" y="793409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</p:spTree>
    <p:extLst>
      <p:ext uri="{BB962C8B-B14F-4D97-AF65-F5344CB8AC3E}">
        <p14:creationId xmlns:p14="http://schemas.microsoft.com/office/powerpoint/2010/main" val="40151871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51C44D-38AC-9AB8-68B8-1DF11D097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41237"/>
              </p:ext>
            </p:extLst>
          </p:nvPr>
        </p:nvGraphicFramePr>
        <p:xfrm>
          <a:off x="6957184" y="494943"/>
          <a:ext cx="2041173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0C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0C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rgbClr val="0070C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rgbClr val="0070C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rgbClr val="0070C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rgbClr val="0070C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rgbClr val="0070C0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rgbClr val="0070C0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6C2F2747-CEE6-DCCA-9B5C-DC358DBF6B27}"/>
              </a:ext>
            </a:extLst>
          </p:cNvPr>
          <p:cNvSpPr/>
          <p:nvPr/>
        </p:nvSpPr>
        <p:spPr>
          <a:xfrm>
            <a:off x="5132498" y="2043418"/>
            <a:ext cx="1538032" cy="445322"/>
          </a:xfrm>
          <a:prstGeom prst="rightArrow">
            <a:avLst>
              <a:gd name="adj1" fmla="val 40425"/>
              <a:gd name="adj2" fmla="val 69062"/>
            </a:avLst>
          </a:prstGeom>
          <a:solidFill>
            <a:srgbClr val="0070C0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8963F-ED78-3B3F-ACBA-B4B797C4E308}"/>
              </a:ext>
            </a:extLst>
          </p:cNvPr>
          <p:cNvSpPr txBox="1"/>
          <p:nvPr/>
        </p:nvSpPr>
        <p:spPr>
          <a:xfrm>
            <a:off x="4818526" y="1027758"/>
            <a:ext cx="1909497" cy="1015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SELECT</a:t>
            </a:r>
            <a:r>
              <a:rPr lang="en-JP" sz="1999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</a:p>
          <a:p>
            <a:pPr algn="l"/>
            <a:r>
              <a:rPr lang="ja-JP" altLang="en-US" sz="1999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en-US" altLang="ja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, </a:t>
            </a:r>
            <a:r>
              <a:rPr lang="ja-JP" altLang="en-US" sz="1999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en-US" altLang="ja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</a:p>
          <a:p>
            <a:pPr algn="l"/>
            <a:r>
              <a:rPr lang="en-US" altLang="ja-JP" sz="19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FROM</a:t>
            </a:r>
            <a:r>
              <a:rPr lang="en-US" altLang="ja-JP" sz="1999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  <a:r>
              <a:rPr lang="ja-JP" altLang="en-US" sz="1999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  <a:r>
              <a:rPr lang="en-US" altLang="ja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;</a:t>
            </a:r>
            <a:endParaRPr lang="en-JP" sz="1999" dirty="0" err="1"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CAAE6-4D08-57C3-B158-D05E7EE40C27}"/>
              </a:ext>
            </a:extLst>
          </p:cNvPr>
          <p:cNvSpPr txBox="1"/>
          <p:nvPr/>
        </p:nvSpPr>
        <p:spPr>
          <a:xfrm>
            <a:off x="4766608" y="4139046"/>
            <a:ext cx="3262433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重複するタプルがある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4973B-E300-3AED-3412-893776AA5065}"/>
              </a:ext>
            </a:extLst>
          </p:cNvPr>
          <p:cNvCxnSpPr>
            <a:cxnSpLocks/>
          </p:cNvCxnSpPr>
          <p:nvPr/>
        </p:nvCxnSpPr>
        <p:spPr>
          <a:xfrm flipV="1">
            <a:off x="6397822" y="3359343"/>
            <a:ext cx="416034" cy="709605"/>
          </a:xfrm>
          <a:prstGeom prst="straightConnector1">
            <a:avLst/>
          </a:prstGeom>
          <a:ln w="73025">
            <a:solidFill>
              <a:srgbClr val="0070C0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9A2655-0983-D065-0905-A61BE3BBA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689080"/>
              </p:ext>
            </p:extLst>
          </p:nvPr>
        </p:nvGraphicFramePr>
        <p:xfrm>
          <a:off x="64901" y="494943"/>
          <a:ext cx="4596639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21F3F22-C9AF-1223-37DB-D09A868197B5}"/>
              </a:ext>
            </a:extLst>
          </p:cNvPr>
          <p:cNvSpPr txBox="1"/>
          <p:nvPr/>
        </p:nvSpPr>
        <p:spPr>
          <a:xfrm>
            <a:off x="64902" y="84749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</p:spTree>
    <p:extLst>
      <p:ext uri="{BB962C8B-B14F-4D97-AF65-F5344CB8AC3E}">
        <p14:creationId xmlns:p14="http://schemas.microsoft.com/office/powerpoint/2010/main" val="24423733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51C44D-38AC-9AB8-68B8-1DF11D097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4732"/>
              </p:ext>
            </p:extLst>
          </p:nvPr>
        </p:nvGraphicFramePr>
        <p:xfrm>
          <a:off x="7097595" y="1065441"/>
          <a:ext cx="2041173" cy="2313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6C2F2747-CEE6-DCCA-9B5C-DC358DBF6B27}"/>
              </a:ext>
            </a:extLst>
          </p:cNvPr>
          <p:cNvSpPr/>
          <p:nvPr/>
        </p:nvSpPr>
        <p:spPr>
          <a:xfrm>
            <a:off x="4894757" y="2043418"/>
            <a:ext cx="2041171" cy="445322"/>
          </a:xfrm>
          <a:prstGeom prst="rightArrow">
            <a:avLst>
              <a:gd name="adj1" fmla="val 40425"/>
              <a:gd name="adj2" fmla="val 69062"/>
            </a:avLst>
          </a:prstGeom>
          <a:solidFill>
            <a:srgbClr val="BA1C47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88963F-ED78-3B3F-ACBA-B4B797C4E308}"/>
              </a:ext>
            </a:extLst>
          </p:cNvPr>
          <p:cNvSpPr txBox="1"/>
          <p:nvPr/>
        </p:nvSpPr>
        <p:spPr>
          <a:xfrm>
            <a:off x="4708801" y="1027758"/>
            <a:ext cx="2387192" cy="1015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SELECT</a:t>
            </a:r>
            <a:r>
              <a:rPr lang="en-US" sz="19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  <a:r>
              <a:rPr lang="en-US" sz="1999" b="1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DISTINCT</a:t>
            </a:r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</a:p>
          <a:p>
            <a:pPr algn="l"/>
            <a:r>
              <a:rPr lang="ja-JP" altLang="en-US" sz="1999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en-US" altLang="ja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, </a:t>
            </a:r>
            <a:r>
              <a:rPr lang="ja-JP" altLang="en-US" sz="1999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en-US" altLang="ja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</a:p>
          <a:p>
            <a:pPr algn="l"/>
            <a:r>
              <a:rPr lang="en-US" altLang="ja-JP" sz="19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FROM</a:t>
            </a:r>
            <a:r>
              <a:rPr lang="en-US" altLang="ja-JP" sz="1999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  <a:r>
              <a:rPr lang="ja-JP" altLang="en-US" sz="1999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  <a:r>
              <a:rPr lang="en-US" altLang="ja-JP" sz="1999" dirty="0"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;</a:t>
            </a:r>
            <a:endParaRPr lang="en-JP" sz="1999" dirty="0" err="1"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CAAE6-4D08-57C3-B158-D05E7EE40C27}"/>
              </a:ext>
            </a:extLst>
          </p:cNvPr>
          <p:cNvSpPr txBox="1"/>
          <p:nvPr/>
        </p:nvSpPr>
        <p:spPr>
          <a:xfrm>
            <a:off x="4855748" y="4140982"/>
            <a:ext cx="3262433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3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重複するタプルがない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64973B-E300-3AED-3412-893776AA5065}"/>
              </a:ext>
            </a:extLst>
          </p:cNvPr>
          <p:cNvCxnSpPr>
            <a:cxnSpLocks/>
          </p:cNvCxnSpPr>
          <p:nvPr/>
        </p:nvCxnSpPr>
        <p:spPr>
          <a:xfrm flipV="1">
            <a:off x="6397822" y="3359343"/>
            <a:ext cx="416034" cy="709605"/>
          </a:xfrm>
          <a:prstGeom prst="straightConnector1">
            <a:avLst/>
          </a:prstGeom>
          <a:ln w="5715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D2DDE5-3F07-ECB5-584A-A8CA66BF5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172924"/>
              </p:ext>
            </p:extLst>
          </p:nvPr>
        </p:nvGraphicFramePr>
        <p:xfrm>
          <a:off x="64901" y="494943"/>
          <a:ext cx="4596639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17095A-D777-A39A-CC85-3D02F1F1A1F4}"/>
              </a:ext>
            </a:extLst>
          </p:cNvPr>
          <p:cNvSpPr txBox="1"/>
          <p:nvPr/>
        </p:nvSpPr>
        <p:spPr>
          <a:xfrm>
            <a:off x="64902" y="84749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</p:spTree>
    <p:extLst>
      <p:ext uri="{BB962C8B-B14F-4D97-AF65-F5344CB8AC3E}">
        <p14:creationId xmlns:p14="http://schemas.microsoft.com/office/powerpoint/2010/main" val="997266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4E3448-C525-ED45-7A9F-9298A73C3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143735"/>
              </p:ext>
            </p:extLst>
          </p:nvPr>
        </p:nvGraphicFramePr>
        <p:xfrm>
          <a:off x="619791" y="1363824"/>
          <a:ext cx="7713378" cy="2790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195">
                  <a:extLst>
                    <a:ext uri="{9D8B030D-6E8A-4147-A177-3AD203B41FA5}">
                      <a16:colId xmlns:a16="http://schemas.microsoft.com/office/drawing/2014/main" val="1865656212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764832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005523">
                  <a:extLst>
                    <a:ext uri="{9D8B030D-6E8A-4147-A177-3AD203B41FA5}">
                      <a16:colId xmlns:a16="http://schemas.microsoft.com/office/drawing/2014/main" val="1677298690"/>
                    </a:ext>
                  </a:extLst>
                </a:gridCol>
                <a:gridCol w="1279645">
                  <a:extLst>
                    <a:ext uri="{9D8B030D-6E8A-4147-A177-3AD203B41FA5}">
                      <a16:colId xmlns:a16="http://schemas.microsoft.com/office/drawing/2014/main" val="1153912632"/>
                    </a:ext>
                  </a:extLst>
                </a:gridCol>
                <a:gridCol w="1935798">
                  <a:extLst>
                    <a:ext uri="{9D8B030D-6E8A-4147-A177-3AD203B41FA5}">
                      <a16:colId xmlns:a16="http://schemas.microsoft.com/office/drawing/2014/main" val="1863421828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価格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発売日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メーカー名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メーカーTEL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1989年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C飲料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ccc-cccc-cccc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  <a:alpha val="2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2019年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Dフーズ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dd-dddd-dddd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alpha val="2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P003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2016年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A食品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aa-aaa-aaaa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65000"/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P004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1979年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B製菓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bb-bbbb-bbbb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P005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たきのこの里山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250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2023年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Dフーズ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dd-dddd-dddd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264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F738EC-6EFC-FF94-D01D-4C32CD54DCF4}"/>
              </a:ext>
            </a:extLst>
          </p:cNvPr>
          <p:cNvSpPr txBox="1"/>
          <p:nvPr/>
        </p:nvSpPr>
        <p:spPr>
          <a:xfrm>
            <a:off x="619791" y="96371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</p:spTree>
    <p:extLst>
      <p:ext uri="{BB962C8B-B14F-4D97-AF65-F5344CB8AC3E}">
        <p14:creationId xmlns:p14="http://schemas.microsoft.com/office/powerpoint/2010/main" val="38253996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365494"/>
              </p:ext>
            </p:extLst>
          </p:nvPr>
        </p:nvGraphicFramePr>
        <p:xfrm>
          <a:off x="1141359" y="827593"/>
          <a:ext cx="5023711" cy="3745081"/>
        </p:xfrm>
        <a:graphic>
          <a:graphicData uri="http://schemas.openxmlformats.org/drawingml/2006/table">
            <a:tbl>
              <a:tblPr firstRow="1" bandRow="1">
                <a:solidFill>
                  <a:srgbClr val="BA1C47">
                    <a:alpha val="29804"/>
                  </a:srgbClr>
                </a:solidFill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NULL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NULL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たきのこの里山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250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NULL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424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05C26F-E5BC-D7A8-EEE4-5661DB65097C}"/>
              </a:ext>
            </a:extLst>
          </p:cNvPr>
          <p:cNvSpPr txBox="1"/>
          <p:nvPr/>
        </p:nvSpPr>
        <p:spPr>
          <a:xfrm>
            <a:off x="1141364" y="417399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42654-EAC2-EACE-2A0E-AF5E9478281B}"/>
              </a:ext>
            </a:extLst>
          </p:cNvPr>
          <p:cNvSpPr txBox="1"/>
          <p:nvPr/>
        </p:nvSpPr>
        <p:spPr>
          <a:xfrm>
            <a:off x="6516220" y="4155928"/>
            <a:ext cx="172354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キー制約違反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AEBCF8-DA31-0D8D-F28B-072D9D737C9B}"/>
              </a:ext>
            </a:extLst>
          </p:cNvPr>
          <p:cNvCxnSpPr/>
          <p:nvPr/>
        </p:nvCxnSpPr>
        <p:spPr>
          <a:xfrm>
            <a:off x="6156177" y="4355980"/>
            <a:ext cx="360040" cy="0"/>
          </a:xfrm>
          <a:prstGeom prst="straightConnector1">
            <a:avLst/>
          </a:prstGeom>
          <a:ln w="38100"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941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872930"/>
              </p:ext>
            </p:extLst>
          </p:nvPr>
        </p:nvGraphicFramePr>
        <p:xfrm>
          <a:off x="1141359" y="827593"/>
          <a:ext cx="5023711" cy="279084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05C26F-E5BC-D7A8-EEE4-5661DB65097C}"/>
              </a:ext>
            </a:extLst>
          </p:cNvPr>
          <p:cNvSpPr txBox="1"/>
          <p:nvPr/>
        </p:nvSpPr>
        <p:spPr>
          <a:xfrm>
            <a:off x="1141364" y="417399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42654-EAC2-EACE-2A0E-AF5E9478281B}"/>
              </a:ext>
            </a:extLst>
          </p:cNvPr>
          <p:cNvSpPr txBox="1"/>
          <p:nvPr/>
        </p:nvSpPr>
        <p:spPr>
          <a:xfrm>
            <a:off x="1547669" y="4253639"/>
            <a:ext cx="4459875" cy="707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「170円ののど飴を取り扱っている」</a:t>
            </a:r>
          </a:p>
          <a:p>
            <a:pPr algn="l"/>
            <a:r>
              <a:rPr lang="en-JP" sz="1999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という情報が失われてしまった</a:t>
            </a:r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!!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1AF6E06-E109-F308-4150-75EE58610F64}"/>
              </a:ext>
            </a:extLst>
          </p:cNvPr>
          <p:cNvSpPr/>
          <p:nvPr/>
        </p:nvSpPr>
        <p:spPr>
          <a:xfrm rot="5400000">
            <a:off x="3445454" y="3728650"/>
            <a:ext cx="488301" cy="445322"/>
          </a:xfrm>
          <a:prstGeom prst="rightArrow">
            <a:avLst>
              <a:gd name="adj1" fmla="val 40425"/>
              <a:gd name="adj2" fmla="val 53662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350"/>
          </a:p>
        </p:txBody>
      </p:sp>
    </p:spTree>
    <p:extLst>
      <p:ext uri="{BB962C8B-B14F-4D97-AF65-F5344CB8AC3E}">
        <p14:creationId xmlns:p14="http://schemas.microsoft.com/office/powerpoint/2010/main" val="25246601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656921"/>
              </p:ext>
            </p:extLst>
          </p:nvPr>
        </p:nvGraphicFramePr>
        <p:xfrm>
          <a:off x="1067565" y="1229582"/>
          <a:ext cx="4596639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1" dirty="0">
                          <a:latin typeface="Arial" panose="020B0604020202020204" pitchFamily="34" charset="0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1" dirty="0">
                          <a:latin typeface="Arial" panose="020B0604020202020204" pitchFamily="34" charset="0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05C26F-E5BC-D7A8-EEE4-5661DB65097C}"/>
              </a:ext>
            </a:extLst>
          </p:cNvPr>
          <p:cNvSpPr txBox="1"/>
          <p:nvPr/>
        </p:nvSpPr>
        <p:spPr>
          <a:xfrm>
            <a:off x="1067564" y="819386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82D40CF2-C413-2580-C3D7-C00D386E0327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>
            <a:off x="4955993" y="1865294"/>
            <a:ext cx="12700" cy="1909780"/>
          </a:xfrm>
          <a:prstGeom prst="bentConnector3">
            <a:avLst>
              <a:gd name="adj1" fmla="val 4394591"/>
            </a:avLst>
          </a:prstGeom>
          <a:ln w="3175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15DA553-32E3-3640-F801-E97A5B948F95}"/>
              </a:ext>
            </a:extLst>
          </p:cNvPr>
          <p:cNvCxnSpPr>
            <a:cxnSpLocks/>
          </p:cNvCxnSpPr>
          <p:nvPr/>
        </p:nvCxnSpPr>
        <p:spPr>
          <a:xfrm>
            <a:off x="5532056" y="2820933"/>
            <a:ext cx="408096" cy="0"/>
          </a:xfrm>
          <a:prstGeom prst="straightConnector1">
            <a:avLst/>
          </a:prstGeom>
          <a:ln w="38100"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F006B7F-E520-A034-13F0-739E029E79CF}"/>
              </a:ext>
            </a:extLst>
          </p:cNvPr>
          <p:cNvSpPr txBox="1"/>
          <p:nvPr/>
        </p:nvSpPr>
        <p:spPr>
          <a:xfrm>
            <a:off x="5940152" y="2312545"/>
            <a:ext cx="1980029" cy="1015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該当するものを</a:t>
            </a:r>
          </a:p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すべて修正する</a:t>
            </a:r>
          </a:p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必要があるが…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45366-8071-C369-3A98-4DA594F7EBB1}"/>
              </a:ext>
            </a:extLst>
          </p:cNvPr>
          <p:cNvSpPr/>
          <p:nvPr/>
        </p:nvSpPr>
        <p:spPr>
          <a:xfrm>
            <a:off x="4811977" y="3667060"/>
            <a:ext cx="144017" cy="216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82AC83-7665-8D94-0B29-FDA0566B469B}"/>
              </a:ext>
            </a:extLst>
          </p:cNvPr>
          <p:cNvSpPr/>
          <p:nvPr/>
        </p:nvSpPr>
        <p:spPr>
          <a:xfrm>
            <a:off x="4811977" y="1757280"/>
            <a:ext cx="144017" cy="216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</p:spTree>
    <p:extLst>
      <p:ext uri="{BB962C8B-B14F-4D97-AF65-F5344CB8AC3E}">
        <p14:creationId xmlns:p14="http://schemas.microsoft.com/office/powerpoint/2010/main" val="33000628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1077-46B5-21E9-93FE-D39D2985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E0FEB0-89D2-AD5D-9257-1BABAE58680A}"/>
              </a:ext>
            </a:extLst>
          </p:cNvPr>
          <p:cNvGraphicFramePr>
            <a:graphicFrameLocks noGrp="1"/>
          </p:cNvGraphicFramePr>
          <p:nvPr/>
        </p:nvGraphicFramePr>
        <p:xfrm>
          <a:off x="1067565" y="1229582"/>
          <a:ext cx="4596639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1" dirty="0">
                          <a:latin typeface="Arial" panose="020B0604020202020204" pitchFamily="34" charset="0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900" b="1" dirty="0">
                          <a:latin typeface="Arial" panose="020B0604020202020204" pitchFamily="34" charset="0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E3D3E4-4C8B-DCA5-E8A7-8043527A5456}"/>
              </a:ext>
            </a:extLst>
          </p:cNvPr>
          <p:cNvSpPr txBox="1"/>
          <p:nvPr/>
        </p:nvSpPr>
        <p:spPr>
          <a:xfrm>
            <a:off x="1067564" y="819386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5C79090D-E44F-B30B-FE50-11E20B2C31EB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>
            <a:off x="4955993" y="1865294"/>
            <a:ext cx="12700" cy="1909780"/>
          </a:xfrm>
          <a:prstGeom prst="bentConnector3">
            <a:avLst>
              <a:gd name="adj1" fmla="val 4394591"/>
            </a:avLst>
          </a:prstGeom>
          <a:ln w="3175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9436AA-2864-35DB-276F-0AC80DD1E677}"/>
              </a:ext>
            </a:extLst>
          </p:cNvPr>
          <p:cNvCxnSpPr>
            <a:cxnSpLocks/>
          </p:cNvCxnSpPr>
          <p:nvPr/>
        </p:nvCxnSpPr>
        <p:spPr>
          <a:xfrm>
            <a:off x="5532056" y="2820933"/>
            <a:ext cx="408096" cy="0"/>
          </a:xfrm>
          <a:prstGeom prst="straightConnector1">
            <a:avLst/>
          </a:prstGeom>
          <a:ln w="38100"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A2DF26-421C-E522-7A1D-06F0A3223686}"/>
              </a:ext>
            </a:extLst>
          </p:cNvPr>
          <p:cNvSpPr txBox="1"/>
          <p:nvPr/>
        </p:nvSpPr>
        <p:spPr>
          <a:xfrm>
            <a:off x="5940152" y="2312545"/>
            <a:ext cx="1980029" cy="1015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該当するものを</a:t>
            </a:r>
          </a:p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すべて修正する</a:t>
            </a:r>
          </a:p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必要があるが…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65C04-0094-EF0F-F211-2DAF405ADDEA}"/>
              </a:ext>
            </a:extLst>
          </p:cNvPr>
          <p:cNvSpPr/>
          <p:nvPr/>
        </p:nvSpPr>
        <p:spPr>
          <a:xfrm>
            <a:off x="4811977" y="3667060"/>
            <a:ext cx="144017" cy="216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854ED-D6FA-E4DC-F03C-2AEE3A3704D0}"/>
              </a:ext>
            </a:extLst>
          </p:cNvPr>
          <p:cNvSpPr/>
          <p:nvPr/>
        </p:nvSpPr>
        <p:spPr>
          <a:xfrm>
            <a:off x="4811977" y="1757280"/>
            <a:ext cx="144017" cy="216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</p:spTree>
    <p:extLst>
      <p:ext uri="{BB962C8B-B14F-4D97-AF65-F5344CB8AC3E}">
        <p14:creationId xmlns:p14="http://schemas.microsoft.com/office/powerpoint/2010/main" val="268143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168856"/>
              </p:ext>
            </p:extLst>
          </p:nvPr>
        </p:nvGraphicFramePr>
        <p:xfrm>
          <a:off x="539552" y="1275611"/>
          <a:ext cx="3907334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1EE233-6CBF-4014-7851-84B042E9E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232115"/>
              </p:ext>
            </p:extLst>
          </p:nvPr>
        </p:nvGraphicFramePr>
        <p:xfrm>
          <a:off x="5220075" y="1266142"/>
          <a:ext cx="2041173" cy="2313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4F5DE93-9B5C-7807-8A91-08104FEF3FC4}"/>
              </a:ext>
            </a:extLst>
          </p:cNvPr>
          <p:cNvSpPr txBox="1"/>
          <p:nvPr/>
        </p:nvSpPr>
        <p:spPr>
          <a:xfrm>
            <a:off x="5115817" y="846076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22E5A-8D2D-C0FE-C90F-E1C7257CC602}"/>
              </a:ext>
            </a:extLst>
          </p:cNvPr>
          <p:cNvSpPr txBox="1"/>
          <p:nvPr/>
        </p:nvSpPr>
        <p:spPr>
          <a:xfrm>
            <a:off x="467544" y="874026"/>
            <a:ext cx="121058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注文履歴</a:t>
            </a:r>
          </a:p>
        </p:txBody>
      </p:sp>
    </p:spTree>
    <p:extLst>
      <p:ext uri="{BB962C8B-B14F-4D97-AF65-F5344CB8AC3E}">
        <p14:creationId xmlns:p14="http://schemas.microsoft.com/office/powerpoint/2010/main" val="5799389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E0C7-E78D-1EE5-77D6-BBBC0EAE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A401E8-9A68-201B-42DC-B57B423D219A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275611"/>
          <a:ext cx="3907334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FDFCA6-889D-7AEC-3AE0-88B6C89A4751}"/>
              </a:ext>
            </a:extLst>
          </p:cNvPr>
          <p:cNvGraphicFramePr>
            <a:graphicFrameLocks noGrp="1"/>
          </p:cNvGraphicFramePr>
          <p:nvPr/>
        </p:nvGraphicFramePr>
        <p:xfrm>
          <a:off x="5220075" y="1266142"/>
          <a:ext cx="2041173" cy="2313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AD14B2-A314-F4AD-3E56-C27FC3BD233D}"/>
              </a:ext>
            </a:extLst>
          </p:cNvPr>
          <p:cNvSpPr txBox="1"/>
          <p:nvPr/>
        </p:nvSpPr>
        <p:spPr>
          <a:xfrm>
            <a:off x="395536" y="929522"/>
            <a:ext cx="41633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（注文を{注文ID, ユーザ, 商品名, 数量}上に射影）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12717-9FD6-7E83-01C1-15D4802A6CA5}"/>
              </a:ext>
            </a:extLst>
          </p:cNvPr>
          <p:cNvSpPr txBox="1"/>
          <p:nvPr/>
        </p:nvSpPr>
        <p:spPr>
          <a:xfrm>
            <a:off x="4932046" y="901570"/>
            <a:ext cx="2909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（注文を{商品名, 単価}上に射影）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B54D3-2C89-0664-D89E-AFB79026C319}"/>
              </a:ext>
            </a:extLst>
          </p:cNvPr>
          <p:cNvSpPr txBox="1"/>
          <p:nvPr/>
        </p:nvSpPr>
        <p:spPr>
          <a:xfrm>
            <a:off x="5076062" y="599586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17F2F-E6B8-08CF-F88F-23130C0B1FDC}"/>
              </a:ext>
            </a:extLst>
          </p:cNvPr>
          <p:cNvSpPr txBox="1"/>
          <p:nvPr/>
        </p:nvSpPr>
        <p:spPr>
          <a:xfrm>
            <a:off x="467544" y="627536"/>
            <a:ext cx="121058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注文履歴</a:t>
            </a:r>
          </a:p>
        </p:txBody>
      </p:sp>
    </p:spTree>
    <p:extLst>
      <p:ext uri="{BB962C8B-B14F-4D97-AF65-F5344CB8AC3E}">
        <p14:creationId xmlns:p14="http://schemas.microsoft.com/office/powerpoint/2010/main" val="25360366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100889"/>
              </p:ext>
            </p:extLst>
          </p:nvPr>
        </p:nvGraphicFramePr>
        <p:xfrm>
          <a:off x="1529259" y="1131594"/>
          <a:ext cx="1845092" cy="3142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034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30058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</a:tblGrid>
              <a:tr h="389723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1EE233-6CBF-4014-7851-84B042E9E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434880"/>
              </p:ext>
            </p:extLst>
          </p:nvPr>
        </p:nvGraphicFramePr>
        <p:xfrm>
          <a:off x="4392915" y="1150074"/>
          <a:ext cx="3580769" cy="3124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473">
                  <a:extLst>
                    <a:ext uri="{9D8B030D-6E8A-4147-A177-3AD203B41FA5}">
                      <a16:colId xmlns:a16="http://schemas.microsoft.com/office/drawing/2014/main" val="3779495400"/>
                    </a:ext>
                  </a:extLst>
                </a:gridCol>
                <a:gridCol w="1389698">
                  <a:extLst>
                    <a:ext uri="{9D8B030D-6E8A-4147-A177-3AD203B41FA5}">
                      <a16:colId xmlns:a16="http://schemas.microsoft.com/office/drawing/2014/main" val="2398856022"/>
                    </a:ext>
                  </a:extLst>
                </a:gridCol>
                <a:gridCol w="665799">
                  <a:extLst>
                    <a:ext uri="{9D8B030D-6E8A-4147-A177-3AD203B41FA5}">
                      <a16:colId xmlns:a16="http://schemas.microsoft.com/office/drawing/2014/main" val="534813226"/>
                    </a:ext>
                  </a:extLst>
                </a:gridCol>
                <a:gridCol w="66579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910441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501746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1B54676-6877-1236-B185-AAB1E867148B}"/>
              </a:ext>
            </a:extLst>
          </p:cNvPr>
          <p:cNvSpPr txBox="1"/>
          <p:nvPr/>
        </p:nvSpPr>
        <p:spPr>
          <a:xfrm>
            <a:off x="953194" y="823818"/>
            <a:ext cx="3086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（注文を{注文ID, ユーザ}上に射影）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96B47-544F-3DAE-7638-5D29EBF16A52}"/>
              </a:ext>
            </a:extLst>
          </p:cNvPr>
          <p:cNvSpPr txBox="1"/>
          <p:nvPr/>
        </p:nvSpPr>
        <p:spPr>
          <a:xfrm>
            <a:off x="4139958" y="823819"/>
            <a:ext cx="3986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（注文を{ユーザ, 商品名, 単価, 数量}上に射影）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7922B-B826-2EE2-09C2-92336655D95D}"/>
              </a:ext>
            </a:extLst>
          </p:cNvPr>
          <p:cNvSpPr txBox="1"/>
          <p:nvPr/>
        </p:nvSpPr>
        <p:spPr>
          <a:xfrm>
            <a:off x="4283975" y="521834"/>
            <a:ext cx="84029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4AC23-43E5-D3FE-DFCA-ECE6E194E44D}"/>
              </a:ext>
            </a:extLst>
          </p:cNvPr>
          <p:cNvSpPr txBox="1"/>
          <p:nvPr/>
        </p:nvSpPr>
        <p:spPr>
          <a:xfrm>
            <a:off x="1025204" y="521832"/>
            <a:ext cx="84029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注文1</a:t>
            </a:r>
          </a:p>
        </p:txBody>
      </p:sp>
    </p:spTree>
    <p:extLst>
      <p:ext uri="{BB962C8B-B14F-4D97-AF65-F5344CB8AC3E}">
        <p14:creationId xmlns:p14="http://schemas.microsoft.com/office/powerpoint/2010/main" val="1264287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08173E-7EF7-7408-1F2C-D36591651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844040"/>
              </p:ext>
            </p:extLst>
          </p:nvPr>
        </p:nvGraphicFramePr>
        <p:xfrm>
          <a:off x="1529259" y="1131594"/>
          <a:ext cx="1845092" cy="3142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034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30058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</a:tblGrid>
              <a:tr h="389723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58833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1EE233-6CBF-4014-7851-84B042E9E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870849"/>
              </p:ext>
            </p:extLst>
          </p:nvPr>
        </p:nvGraphicFramePr>
        <p:xfrm>
          <a:off x="4392915" y="1150074"/>
          <a:ext cx="3580769" cy="3124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473">
                  <a:extLst>
                    <a:ext uri="{9D8B030D-6E8A-4147-A177-3AD203B41FA5}">
                      <a16:colId xmlns:a16="http://schemas.microsoft.com/office/drawing/2014/main" val="3779495400"/>
                    </a:ext>
                  </a:extLst>
                </a:gridCol>
                <a:gridCol w="1389698">
                  <a:extLst>
                    <a:ext uri="{9D8B030D-6E8A-4147-A177-3AD203B41FA5}">
                      <a16:colId xmlns:a16="http://schemas.microsoft.com/office/drawing/2014/main" val="2398856022"/>
                    </a:ext>
                  </a:extLst>
                </a:gridCol>
                <a:gridCol w="665799">
                  <a:extLst>
                    <a:ext uri="{9D8B030D-6E8A-4147-A177-3AD203B41FA5}">
                      <a16:colId xmlns:a16="http://schemas.microsoft.com/office/drawing/2014/main" val="534813226"/>
                    </a:ext>
                  </a:extLst>
                </a:gridCol>
                <a:gridCol w="665799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910441"/>
                  </a:ext>
                </a:extLst>
              </a:tr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501746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1B54676-6877-1236-B185-AAB1E867148B}"/>
              </a:ext>
            </a:extLst>
          </p:cNvPr>
          <p:cNvSpPr txBox="1"/>
          <p:nvPr/>
        </p:nvSpPr>
        <p:spPr>
          <a:xfrm>
            <a:off x="953194" y="823818"/>
            <a:ext cx="3086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（注文を{注文ID, ユーザ}上に射影）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96B47-544F-3DAE-7638-5D29EBF16A52}"/>
              </a:ext>
            </a:extLst>
          </p:cNvPr>
          <p:cNvSpPr txBox="1"/>
          <p:nvPr/>
        </p:nvSpPr>
        <p:spPr>
          <a:xfrm>
            <a:off x="4139958" y="823819"/>
            <a:ext cx="3986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（注文を{ユーザ, 商品名, 単価, 数量}上に射影）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7922B-B826-2EE2-09C2-92336655D95D}"/>
              </a:ext>
            </a:extLst>
          </p:cNvPr>
          <p:cNvSpPr txBox="1"/>
          <p:nvPr/>
        </p:nvSpPr>
        <p:spPr>
          <a:xfrm>
            <a:off x="4283975" y="521834"/>
            <a:ext cx="84029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4AC23-43E5-D3FE-DFCA-ECE6E194E44D}"/>
              </a:ext>
            </a:extLst>
          </p:cNvPr>
          <p:cNvSpPr txBox="1"/>
          <p:nvPr/>
        </p:nvSpPr>
        <p:spPr>
          <a:xfrm>
            <a:off x="1025204" y="521832"/>
            <a:ext cx="84029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注文1</a:t>
            </a:r>
          </a:p>
        </p:txBody>
      </p:sp>
    </p:spTree>
    <p:extLst>
      <p:ext uri="{BB962C8B-B14F-4D97-AF65-F5344CB8AC3E}">
        <p14:creationId xmlns:p14="http://schemas.microsoft.com/office/powerpoint/2010/main" val="8803870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D4A926-F461-ABBF-8045-B10F7E1DF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314549"/>
              </p:ext>
            </p:extLst>
          </p:nvPr>
        </p:nvGraphicFramePr>
        <p:xfrm>
          <a:off x="1547670" y="334638"/>
          <a:ext cx="4596639" cy="4659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351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916810">
                  <a:extLst>
                    <a:ext uri="{9D8B030D-6E8A-4147-A177-3AD203B41FA5}">
                      <a16:colId xmlns:a16="http://schemas.microsoft.com/office/drawing/2014/main" val="2450533959"/>
                    </a:ext>
                  </a:extLst>
                </a:gridCol>
                <a:gridCol w="135186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689305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364824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注文ID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  <a:endParaRPr lang="en-JP" sz="1800" dirty="0">
                        <a:solidFill>
                          <a:schemeClr val="bg1"/>
                        </a:solidFill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数量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O1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04309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552402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O3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312639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のど飴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rgbClr val="BA1C47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251743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98639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29516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O6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U4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B9A2FD-1961-C9B6-2AF2-39FE56EA567D}"/>
              </a:ext>
            </a:extLst>
          </p:cNvPr>
          <p:cNvSpPr txBox="1"/>
          <p:nvPr/>
        </p:nvSpPr>
        <p:spPr>
          <a:xfrm>
            <a:off x="1539571" y="-20538"/>
            <a:ext cx="4570482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注文1 と 注文2</a:t>
            </a:r>
            <a:r>
              <a:rPr lang="en-US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  <a:r>
              <a:rPr lang="en-JP" sz="17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を 「ユーザ」で結合した表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83AABE2-1F17-97F3-6FC2-9DF2EB849518}"/>
              </a:ext>
            </a:extLst>
          </p:cNvPr>
          <p:cNvCxnSpPr>
            <a:cxnSpLocks/>
          </p:cNvCxnSpPr>
          <p:nvPr/>
        </p:nvCxnSpPr>
        <p:spPr>
          <a:xfrm>
            <a:off x="6110055" y="1738410"/>
            <a:ext cx="2922" cy="1722227"/>
          </a:xfrm>
          <a:prstGeom prst="bentConnector3">
            <a:avLst>
              <a:gd name="adj1" fmla="val 7923409"/>
            </a:avLst>
          </a:prstGeom>
          <a:ln w="3175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B8CB8C8F-984E-7434-1BD2-802CFCFAF8A6}"/>
              </a:ext>
            </a:extLst>
          </p:cNvPr>
          <p:cNvCxnSpPr>
            <a:cxnSpLocks/>
          </p:cNvCxnSpPr>
          <p:nvPr/>
        </p:nvCxnSpPr>
        <p:spPr>
          <a:xfrm flipH="1">
            <a:off x="6121931" y="1342746"/>
            <a:ext cx="828" cy="1692690"/>
          </a:xfrm>
          <a:prstGeom prst="bentConnector3">
            <a:avLst>
              <a:gd name="adj1" fmla="val -25829504"/>
            </a:avLst>
          </a:prstGeom>
          <a:ln w="31750">
            <a:solidFill>
              <a:srgbClr val="BA1C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4E0FDB-152D-CB27-258D-0FBC9F124CCF}"/>
              </a:ext>
            </a:extLst>
          </p:cNvPr>
          <p:cNvCxnSpPr/>
          <p:nvPr/>
        </p:nvCxnSpPr>
        <p:spPr>
          <a:xfrm>
            <a:off x="6336002" y="2422866"/>
            <a:ext cx="360040" cy="0"/>
          </a:xfrm>
          <a:prstGeom prst="straightConnector1">
            <a:avLst/>
          </a:prstGeom>
          <a:ln w="38100"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2E2AB17-5911-5C08-6B3F-F2B673EB2E36}"/>
              </a:ext>
            </a:extLst>
          </p:cNvPr>
          <p:cNvSpPr txBox="1"/>
          <p:nvPr/>
        </p:nvSpPr>
        <p:spPr>
          <a:xfrm>
            <a:off x="6727978" y="1915036"/>
            <a:ext cx="2236510" cy="1015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関係「注文」には</a:t>
            </a:r>
          </a:p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なかったレコード</a:t>
            </a:r>
          </a:p>
          <a:p>
            <a:pPr algn="l"/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が増えている</a:t>
            </a:r>
          </a:p>
        </p:txBody>
      </p:sp>
    </p:spTree>
    <p:extLst>
      <p:ext uri="{BB962C8B-B14F-4D97-AF65-F5344CB8AC3E}">
        <p14:creationId xmlns:p14="http://schemas.microsoft.com/office/powerpoint/2010/main" val="3729809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CA109-D94E-1C16-BE6E-499DA5C9C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167350"/>
              </p:ext>
            </p:extLst>
          </p:nvPr>
        </p:nvGraphicFramePr>
        <p:xfrm>
          <a:off x="1049293" y="843562"/>
          <a:ext cx="7045423" cy="3858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913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527043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96836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507489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  <a:gridCol w="1881615">
                  <a:extLst>
                    <a:ext uri="{9D8B030D-6E8A-4147-A177-3AD203B41FA5}">
                      <a16:colId xmlns:a16="http://schemas.microsoft.com/office/drawing/2014/main" val="4289330315"/>
                    </a:ext>
                  </a:extLst>
                </a:gridCol>
              </a:tblGrid>
              <a:tr h="482375"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学生ID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名前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学年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郵便番号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自宅住所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川澄 桜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4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450-xxxx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山畑 滝子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444-xxxx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岡崎市xxx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田辺 通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488-xxxx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S4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田辺 瑞穂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488-yyyy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尾張旭市xxx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S1000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北 千種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450-yyyy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名古屋市xxx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F49355-3653-8390-1AAE-34B4584CB1E6}"/>
              </a:ext>
            </a:extLst>
          </p:cNvPr>
          <p:cNvSpPr txBox="1"/>
          <p:nvPr/>
        </p:nvSpPr>
        <p:spPr>
          <a:xfrm rot="5400000">
            <a:off x="2684953" y="3608671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F7EC8-4785-C53D-807B-9C61E39D2959}"/>
              </a:ext>
            </a:extLst>
          </p:cNvPr>
          <p:cNvSpPr txBox="1"/>
          <p:nvPr/>
        </p:nvSpPr>
        <p:spPr>
          <a:xfrm>
            <a:off x="977281" y="381897"/>
            <a:ext cx="1107996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</a:p>
        </p:txBody>
      </p:sp>
    </p:spTree>
    <p:extLst>
      <p:ext uri="{BB962C8B-B14F-4D97-AF65-F5344CB8AC3E}">
        <p14:creationId xmlns:p14="http://schemas.microsoft.com/office/powerpoint/2010/main" val="34946940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3818A7-E9AC-8995-73BE-96B0C695C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85155"/>
              </p:ext>
            </p:extLst>
          </p:nvPr>
        </p:nvGraphicFramePr>
        <p:xfrm>
          <a:off x="175496" y="657157"/>
          <a:ext cx="8793014" cy="4421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4103309805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2214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4289330315"/>
                    </a:ext>
                  </a:extLst>
                </a:gridCol>
              </a:tblGrid>
              <a:tr h="482375"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連絡先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メーカー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営業担当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営業成績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kawa@...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ソファベッド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A社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岡崎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kawa@...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本棚(大) 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yamabata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yb@...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観葉植物（大）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春日井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anab@..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オフィスデスク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anab@..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西尾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north1000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kita@..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ロッカー大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70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919663-195B-4141-13B8-42AFC78E83B6}"/>
              </a:ext>
            </a:extLst>
          </p:cNvPr>
          <p:cNvSpPr txBox="1"/>
          <p:nvPr/>
        </p:nvSpPr>
        <p:spPr>
          <a:xfrm>
            <a:off x="107503" y="195491"/>
            <a:ext cx="1415772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営業記録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9C3B3-BA4E-4427-CC9B-95AFF6CA0BF3}"/>
              </a:ext>
            </a:extLst>
          </p:cNvPr>
          <p:cNvSpPr txBox="1"/>
          <p:nvPr/>
        </p:nvSpPr>
        <p:spPr>
          <a:xfrm rot="5400000">
            <a:off x="2175218" y="4620701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781536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3818A7-E9AC-8995-73BE-96B0C695C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16082"/>
              </p:ext>
            </p:extLst>
          </p:nvPr>
        </p:nvGraphicFramePr>
        <p:xfrm>
          <a:off x="175495" y="657156"/>
          <a:ext cx="7436654" cy="4421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4103309805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2214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</a:tblGrid>
              <a:tr h="482375"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連絡先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メーカー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営業担当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kawa@...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ソファベッド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A社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岡崎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kawa@...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本棚(大) 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yamabata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yb@...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観葉植物（大）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春日井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anab@..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オフィスデスク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anab@..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西尾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north1000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kita@..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ロッカー大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70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919663-195B-4141-13B8-42AFC78E83B6}"/>
              </a:ext>
            </a:extLst>
          </p:cNvPr>
          <p:cNvSpPr txBox="1"/>
          <p:nvPr/>
        </p:nvSpPr>
        <p:spPr>
          <a:xfrm>
            <a:off x="107503" y="195491"/>
            <a:ext cx="1415772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営業記録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9C3B3-BA4E-4427-CC9B-95AFF6CA0BF3}"/>
              </a:ext>
            </a:extLst>
          </p:cNvPr>
          <p:cNvSpPr txBox="1"/>
          <p:nvPr/>
        </p:nvSpPr>
        <p:spPr>
          <a:xfrm rot="5400000">
            <a:off x="2175218" y="4620701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8021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3818A7-E9AC-8995-73BE-96B0C695C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9282"/>
              </p:ext>
            </p:extLst>
          </p:nvPr>
        </p:nvGraphicFramePr>
        <p:xfrm>
          <a:off x="175494" y="657156"/>
          <a:ext cx="6080294" cy="4421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2214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</a:tblGrid>
              <a:tr h="482375"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メーカー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営業担当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ソファベッド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A社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岡崎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本棚(大) 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yamabata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観葉植物（大）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春日井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オフィスデスク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西尾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north1000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ロッカー大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70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919663-195B-4141-13B8-42AFC78E83B6}"/>
              </a:ext>
            </a:extLst>
          </p:cNvPr>
          <p:cNvSpPr txBox="1"/>
          <p:nvPr/>
        </p:nvSpPr>
        <p:spPr>
          <a:xfrm>
            <a:off x="107503" y="195491"/>
            <a:ext cx="1415772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営業記録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9C3B3-BA4E-4427-CC9B-95AFF6CA0BF3}"/>
              </a:ext>
            </a:extLst>
          </p:cNvPr>
          <p:cNvSpPr txBox="1"/>
          <p:nvPr/>
        </p:nvSpPr>
        <p:spPr>
          <a:xfrm rot="5400000">
            <a:off x="2175218" y="4620701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574514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3818A7-E9AC-8995-73BE-96B0C695C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412037"/>
              </p:ext>
            </p:extLst>
          </p:nvPr>
        </p:nvGraphicFramePr>
        <p:xfrm>
          <a:off x="175495" y="657155"/>
          <a:ext cx="5204106" cy="3858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325">
                  <a:extLst>
                    <a:ext uri="{9D8B030D-6E8A-4147-A177-3AD203B41FA5}">
                      <a16:colId xmlns:a16="http://schemas.microsoft.com/office/drawing/2014/main" val="125743691"/>
                    </a:ext>
                  </a:extLst>
                </a:gridCol>
                <a:gridCol w="2107421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4099287404"/>
                    </a:ext>
                  </a:extLst>
                </a:gridCol>
              </a:tblGrid>
              <a:tr h="482375"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ユーザ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営業担当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ソファベッド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岡崎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kawasumi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本棚(大) 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yamabata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観葉植物（大）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春日井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オフィスデスク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尾張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tanabee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西尾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57127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US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north1000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ロッカー大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豊田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919663-195B-4141-13B8-42AFC78E83B6}"/>
              </a:ext>
            </a:extLst>
          </p:cNvPr>
          <p:cNvSpPr txBox="1"/>
          <p:nvPr/>
        </p:nvSpPr>
        <p:spPr>
          <a:xfrm>
            <a:off x="107503" y="195491"/>
            <a:ext cx="1415772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営業記録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BA076C-B08D-CE30-4A69-9A56B217A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7281"/>
              </p:ext>
            </p:extLst>
          </p:nvPr>
        </p:nvGraphicFramePr>
        <p:xfrm>
          <a:off x="5828748" y="657156"/>
          <a:ext cx="3139758" cy="3296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335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1221423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</a:tblGrid>
              <a:tr h="482375"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メーカー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ソファベッド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A社</a:t>
                      </a:r>
                      <a:endParaRPr lang="en-JP" sz="2200" b="0" i="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本棚(大) 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B社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観葉植物（大）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オフィスデスク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D社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562740"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ロッカー大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sz="2200" b="0" i="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C社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082D0A4-115A-0658-0BD6-C8ACFFCA1761}"/>
              </a:ext>
            </a:extLst>
          </p:cNvPr>
          <p:cNvSpPr txBox="1"/>
          <p:nvPr/>
        </p:nvSpPr>
        <p:spPr>
          <a:xfrm>
            <a:off x="5719416" y="195491"/>
            <a:ext cx="800219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  <a:endParaRPr lang="en-JP" sz="23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</p:spTree>
    <p:extLst>
      <p:ext uri="{BB962C8B-B14F-4D97-AF65-F5344CB8AC3E}">
        <p14:creationId xmlns:p14="http://schemas.microsoft.com/office/powerpoint/2010/main" val="25048767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74FF7-2E0A-0DA7-5F64-A48CAFC20365}"/>
              </a:ext>
            </a:extLst>
          </p:cNvPr>
          <p:cNvSpPr txBox="1"/>
          <p:nvPr/>
        </p:nvSpPr>
        <p:spPr>
          <a:xfrm>
            <a:off x="1078750" y="165991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54B0C-AA89-4B58-9D45-AC8DC916A295}"/>
              </a:ext>
            </a:extLst>
          </p:cNvPr>
          <p:cNvSpPr txBox="1"/>
          <p:nvPr/>
        </p:nvSpPr>
        <p:spPr>
          <a:xfrm>
            <a:off x="899208" y="29155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762EB-2CBF-57FC-CD97-B3F1253E48CE}"/>
              </a:ext>
            </a:extLst>
          </p:cNvPr>
          <p:cNvSpPr txBox="1"/>
          <p:nvPr/>
        </p:nvSpPr>
        <p:spPr>
          <a:xfrm>
            <a:off x="3637886" y="379588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  <a:endParaRPr lang="en-JP" sz="3200" dirty="0">
              <a:solidFill>
                <a:srgbClr val="00205B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AB0E-0232-0BBA-9B35-D52C57B7DF58}"/>
              </a:ext>
            </a:extLst>
          </p:cNvPr>
          <p:cNvSpPr txBox="1"/>
          <p:nvPr/>
        </p:nvSpPr>
        <p:spPr>
          <a:xfrm>
            <a:off x="3923933" y="23139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B77D-F180-0199-4EFE-737572969B56}"/>
              </a:ext>
            </a:extLst>
          </p:cNvPr>
          <p:cNvSpPr txBox="1"/>
          <p:nvPr/>
        </p:nvSpPr>
        <p:spPr>
          <a:xfrm>
            <a:off x="6660238" y="231014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営業成績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AD2AB-9088-DDF2-F9C1-CC1406B60ECB}"/>
              </a:ext>
            </a:extLst>
          </p:cNvPr>
          <p:cNvSpPr txBox="1"/>
          <p:nvPr/>
        </p:nvSpPr>
        <p:spPr>
          <a:xfrm>
            <a:off x="3526793" y="82439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B8E601-63AB-66CA-C424-D6065D9A2109}"/>
              </a:ext>
            </a:extLst>
          </p:cNvPr>
          <p:cNvSpPr/>
          <p:nvPr/>
        </p:nvSpPr>
        <p:spPr>
          <a:xfrm>
            <a:off x="425681" y="1002826"/>
            <a:ext cx="2212277" cy="3168352"/>
          </a:xfrm>
          <a:prstGeom prst="ellipse">
            <a:avLst/>
          </a:prstGeom>
          <a:noFill/>
          <a:ln w="349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9D7463-9E8E-4437-DE8D-2985312D83BD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 flipV="1">
            <a:off x="1981560" y="1086005"/>
            <a:ext cx="1545232" cy="835525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5F4E39-5F2D-DD19-6ABE-6CFCA84233FE}"/>
              </a:ext>
            </a:extLst>
          </p:cNvPr>
          <p:cNvCxnSpPr>
            <a:cxnSpLocks/>
            <a:stCxn id="9" idx="6"/>
            <a:endCxn id="5" idx="1"/>
          </p:cNvCxnSpPr>
          <p:nvPr/>
        </p:nvCxnSpPr>
        <p:spPr>
          <a:xfrm flipV="1">
            <a:off x="2637958" y="2575556"/>
            <a:ext cx="1285975" cy="11447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366073-B38F-FC61-682A-FB45605429D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544889" y="2571751"/>
            <a:ext cx="1115348" cy="3805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F1CA4F-FE2C-94BD-429A-FC7294F028E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161092" y="3177158"/>
            <a:ext cx="1476794" cy="880338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579A6CC-BA2B-836D-50F7-D2B3038077E8}"/>
              </a:ext>
            </a:extLst>
          </p:cNvPr>
          <p:cNvSpPr txBox="1"/>
          <p:nvPr/>
        </p:nvSpPr>
        <p:spPr>
          <a:xfrm>
            <a:off x="5762561" y="2066892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CA404-E26F-6F7E-3A4C-DE18FBD83DFD}"/>
              </a:ext>
            </a:extLst>
          </p:cNvPr>
          <p:cNvSpPr txBox="1"/>
          <p:nvPr/>
        </p:nvSpPr>
        <p:spPr>
          <a:xfrm>
            <a:off x="2767747" y="3177165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BFE18-FF1D-DD06-E047-86C11C536CBD}"/>
              </a:ext>
            </a:extLst>
          </p:cNvPr>
          <p:cNvSpPr txBox="1"/>
          <p:nvPr/>
        </p:nvSpPr>
        <p:spPr>
          <a:xfrm>
            <a:off x="2457925" y="904400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9E6DF9-8D46-22B0-050B-B31C1B080765}"/>
              </a:ext>
            </a:extLst>
          </p:cNvPr>
          <p:cNvSpPr txBox="1"/>
          <p:nvPr/>
        </p:nvSpPr>
        <p:spPr>
          <a:xfrm>
            <a:off x="2927536" y="2064312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658306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86A1E-96F4-6A01-9755-D4289EF14BA4}"/>
              </a:ext>
            </a:extLst>
          </p:cNvPr>
          <p:cNvSpPr txBox="1"/>
          <p:nvPr/>
        </p:nvSpPr>
        <p:spPr>
          <a:xfrm>
            <a:off x="2940246" y="2475534"/>
            <a:ext cx="1223412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</a:t>
            </a:r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AA982-AE32-48B1-EC84-BDDD0379804D}"/>
              </a:ext>
            </a:extLst>
          </p:cNvPr>
          <p:cNvSpPr txBox="1"/>
          <p:nvPr/>
        </p:nvSpPr>
        <p:spPr>
          <a:xfrm>
            <a:off x="95877" y="2475534"/>
            <a:ext cx="15824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ユーザ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BE49F-8B2C-E80D-EF83-64D0C58E7A57}"/>
              </a:ext>
            </a:extLst>
          </p:cNvPr>
          <p:cNvSpPr txBox="1"/>
          <p:nvPr/>
        </p:nvSpPr>
        <p:spPr>
          <a:xfrm>
            <a:off x="1678364" y="2475534"/>
            <a:ext cx="12618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  <a:endParaRPr lang="en-JP" sz="3200" dirty="0">
              <a:solidFill>
                <a:srgbClr val="00205B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675B1-18E2-0D68-6EAC-60F9AF1AC8B1}"/>
              </a:ext>
            </a:extLst>
          </p:cNvPr>
          <p:cNvSpPr txBox="1"/>
          <p:nvPr/>
        </p:nvSpPr>
        <p:spPr>
          <a:xfrm>
            <a:off x="5784620" y="2475534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C6E9F-F1CE-D5DF-87A1-1ABDA2E4449E}"/>
              </a:ext>
            </a:extLst>
          </p:cNvPr>
          <p:cNvSpPr txBox="1"/>
          <p:nvPr/>
        </p:nvSpPr>
        <p:spPr>
          <a:xfrm>
            <a:off x="7405577" y="2472627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営業成績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02178-DEBB-A212-678A-1503C849C24F}"/>
              </a:ext>
            </a:extLst>
          </p:cNvPr>
          <p:cNvSpPr txBox="1"/>
          <p:nvPr/>
        </p:nvSpPr>
        <p:spPr>
          <a:xfrm>
            <a:off x="4163663" y="2475534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32BADE8-FE0A-EFB8-D876-9EF2BB14378C}"/>
              </a:ext>
            </a:extLst>
          </p:cNvPr>
          <p:cNvCxnSpPr>
            <a:stCxn id="3" idx="2"/>
            <a:endCxn id="4" idx="2"/>
          </p:cNvCxnSpPr>
          <p:nvPr/>
        </p:nvCxnSpPr>
        <p:spPr>
          <a:xfrm rot="16200000" flipH="1">
            <a:off x="1598212" y="2287661"/>
            <a:ext cx="12700" cy="1422187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2B2D435-F137-FB5D-6E2E-9A0422ABFE21}"/>
              </a:ext>
            </a:extLst>
          </p:cNvPr>
          <p:cNvCxnSpPr>
            <a:cxnSpLocks/>
            <a:stCxn id="5" idx="2"/>
            <a:endCxn id="6" idx="2"/>
          </p:cNvCxnSpPr>
          <p:nvPr/>
        </p:nvCxnSpPr>
        <p:spPr>
          <a:xfrm rot="16200000" flipH="1">
            <a:off x="7402402" y="2191450"/>
            <a:ext cx="6351" cy="1620957"/>
          </a:xfrm>
          <a:prstGeom prst="bentConnector3">
            <a:avLst>
              <a:gd name="adj1" fmla="val 3699433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BC559091-B6AE-E1FC-C258-B70BA0268E37}"/>
              </a:ext>
            </a:extLst>
          </p:cNvPr>
          <p:cNvCxnSpPr>
            <a:cxnSpLocks/>
            <a:stCxn id="3" idx="0"/>
            <a:endCxn id="2" idx="0"/>
          </p:cNvCxnSpPr>
          <p:nvPr/>
        </p:nvCxnSpPr>
        <p:spPr>
          <a:xfrm rot="5400000" flipH="1" flipV="1">
            <a:off x="2219535" y="1143119"/>
            <a:ext cx="12700" cy="2664833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non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624BAF5-CEE5-703C-4FE2-AC29D1742D58}"/>
              </a:ext>
            </a:extLst>
          </p:cNvPr>
          <p:cNvCxnSpPr>
            <a:cxnSpLocks/>
            <a:stCxn id="3" idx="0"/>
            <a:endCxn id="5" idx="0"/>
          </p:cNvCxnSpPr>
          <p:nvPr/>
        </p:nvCxnSpPr>
        <p:spPr>
          <a:xfrm rot="5400000" flipH="1" flipV="1">
            <a:off x="3741108" y="-378455"/>
            <a:ext cx="12700" cy="5707979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C5020FB0-38F4-F8D2-5416-8CD1A9B2230E}"/>
              </a:ext>
            </a:extLst>
          </p:cNvPr>
          <p:cNvCxnSpPr>
            <a:cxnSpLocks/>
            <a:stCxn id="2" idx="2"/>
            <a:endCxn id="7" idx="2"/>
          </p:cNvCxnSpPr>
          <p:nvPr/>
        </p:nvCxnSpPr>
        <p:spPr>
          <a:xfrm rot="16200000" flipH="1">
            <a:off x="4263046" y="2287660"/>
            <a:ext cx="12700" cy="1422189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B31D20-C77B-2700-DC87-1A435C7F3D3F}"/>
              </a:ext>
            </a:extLst>
          </p:cNvPr>
          <p:cNvSpPr txBox="1"/>
          <p:nvPr/>
        </p:nvSpPr>
        <p:spPr>
          <a:xfrm>
            <a:off x="3289297" y="1758737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E0211-CDB2-9A05-4615-F77374400ED6}"/>
              </a:ext>
            </a:extLst>
          </p:cNvPr>
          <p:cNvSpPr txBox="1"/>
          <p:nvPr/>
        </p:nvSpPr>
        <p:spPr>
          <a:xfrm>
            <a:off x="1338364" y="3222139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3E165-7B66-83EB-518D-091BBF07F4A3}"/>
              </a:ext>
            </a:extLst>
          </p:cNvPr>
          <p:cNvSpPr txBox="1"/>
          <p:nvPr/>
        </p:nvSpPr>
        <p:spPr>
          <a:xfrm>
            <a:off x="4023812" y="3222139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DB0201-7CEE-C19E-70D8-286DC2E9FCD9}"/>
              </a:ext>
            </a:extLst>
          </p:cNvPr>
          <p:cNvSpPr txBox="1"/>
          <p:nvPr/>
        </p:nvSpPr>
        <p:spPr>
          <a:xfrm>
            <a:off x="7180899" y="3222139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682538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A2EF553-9AA0-473A-021E-8EBA7E2687E4}"/>
              </a:ext>
            </a:extLst>
          </p:cNvPr>
          <p:cNvGrpSpPr/>
          <p:nvPr/>
        </p:nvGrpSpPr>
        <p:grpSpPr>
          <a:xfrm>
            <a:off x="1624521" y="114278"/>
            <a:ext cx="5721637" cy="2550021"/>
            <a:chOff x="406219" y="668752"/>
            <a:chExt cx="7907667" cy="352429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1174FF7-2E0A-0DA7-5F64-A48CAFC20365}"/>
                </a:ext>
              </a:extLst>
            </p:cNvPr>
            <p:cNvSpPr txBox="1"/>
            <p:nvPr/>
          </p:nvSpPr>
          <p:spPr>
            <a:xfrm>
              <a:off x="1059290" y="1504278"/>
              <a:ext cx="964165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0B54B0C-AA89-4B58-9D45-AC8DC916A295}"/>
                </a:ext>
              </a:extLst>
            </p:cNvPr>
            <p:cNvSpPr txBox="1"/>
            <p:nvPr/>
          </p:nvSpPr>
          <p:spPr>
            <a:xfrm>
              <a:off x="879753" y="2759908"/>
              <a:ext cx="1318637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ユーザ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F762EB-2CBF-57FC-CD97-B3F1253E48CE}"/>
                </a:ext>
              </a:extLst>
            </p:cNvPr>
            <p:cNvSpPr txBox="1"/>
            <p:nvPr/>
          </p:nvSpPr>
          <p:spPr>
            <a:xfrm>
              <a:off x="3618431" y="3640243"/>
              <a:ext cx="1318637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連絡先</a:t>
              </a:r>
              <a:endParaRPr lang="en-JP" sz="2399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DAB0E-0232-0BBA-9B35-D52C57B7DF58}"/>
                </a:ext>
              </a:extLst>
            </p:cNvPr>
            <p:cNvSpPr txBox="1"/>
            <p:nvPr/>
          </p:nvSpPr>
          <p:spPr>
            <a:xfrm>
              <a:off x="3904472" y="2158302"/>
              <a:ext cx="1673110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営業担当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25B77D-F180-0199-4EFE-737572969B56}"/>
                </a:ext>
              </a:extLst>
            </p:cNvPr>
            <p:cNvSpPr txBox="1"/>
            <p:nvPr/>
          </p:nvSpPr>
          <p:spPr>
            <a:xfrm>
              <a:off x="6640776" y="2154498"/>
              <a:ext cx="1673110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営業成績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AAD2AB-9088-DDF2-F9C1-CC1406B60ECB}"/>
                </a:ext>
              </a:extLst>
            </p:cNvPr>
            <p:cNvSpPr txBox="1"/>
            <p:nvPr/>
          </p:nvSpPr>
          <p:spPr>
            <a:xfrm>
              <a:off x="3507332" y="668752"/>
              <a:ext cx="1673110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メーカー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B8E601-63AB-66CA-C424-D6065D9A2109}"/>
                </a:ext>
              </a:extLst>
            </p:cNvPr>
            <p:cNvSpPr/>
            <p:nvPr/>
          </p:nvSpPr>
          <p:spPr>
            <a:xfrm>
              <a:off x="406219" y="847184"/>
              <a:ext cx="2212277" cy="3168352"/>
            </a:xfrm>
            <a:prstGeom prst="ellipse">
              <a:avLst/>
            </a:prstGeom>
            <a:noFill/>
            <a:ln w="34925">
              <a:solidFill>
                <a:srgbClr val="0020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E9D7463-9E8E-4437-DE8D-2985312D83BD}"/>
                </a:ext>
              </a:extLst>
            </p:cNvPr>
            <p:cNvCxnSpPr>
              <a:cxnSpLocks/>
              <a:stCxn id="2" idx="3"/>
              <a:endCxn id="7" idx="1"/>
            </p:cNvCxnSpPr>
            <p:nvPr/>
          </p:nvCxnSpPr>
          <p:spPr>
            <a:xfrm flipV="1">
              <a:off x="2023455" y="945152"/>
              <a:ext cx="1483878" cy="835526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95F4E39-5F2D-DD19-6ABE-6CFCA84233FE}"/>
                </a:ext>
              </a:extLst>
            </p:cNvPr>
            <p:cNvCxnSpPr>
              <a:cxnSpLocks/>
              <a:stCxn id="9" idx="6"/>
              <a:endCxn id="5" idx="1"/>
            </p:cNvCxnSpPr>
            <p:nvPr/>
          </p:nvCxnSpPr>
          <p:spPr>
            <a:xfrm>
              <a:off x="2618497" y="2431361"/>
              <a:ext cx="1285976" cy="3342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D366073-B38F-FC61-682A-FB45605429DD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 flipV="1">
              <a:off x="5577582" y="2430898"/>
              <a:ext cx="1063194" cy="3805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8F1CA4F-FE2C-94BD-429A-FC7294F028EF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2198389" y="3036308"/>
              <a:ext cx="1420041" cy="880336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79A6CC-BA2B-836D-50F7-D2B3038077E8}"/>
                </a:ext>
              </a:extLst>
            </p:cNvPr>
            <p:cNvSpPr txBox="1"/>
            <p:nvPr/>
          </p:nvSpPr>
          <p:spPr>
            <a:xfrm>
              <a:off x="5743104" y="1911242"/>
              <a:ext cx="766990" cy="5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0CA404-E26F-6F7E-3A4C-DE18FBD83DFD}"/>
                </a:ext>
              </a:extLst>
            </p:cNvPr>
            <p:cNvSpPr txBox="1"/>
            <p:nvPr/>
          </p:nvSpPr>
          <p:spPr>
            <a:xfrm>
              <a:off x="2748290" y="3021518"/>
              <a:ext cx="766990" cy="5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9BFE18-FF1D-DD06-E047-86C11C536CBD}"/>
                </a:ext>
              </a:extLst>
            </p:cNvPr>
            <p:cNvSpPr txBox="1"/>
            <p:nvPr/>
          </p:nvSpPr>
          <p:spPr>
            <a:xfrm>
              <a:off x="2351472" y="733669"/>
              <a:ext cx="766990" cy="5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9E6DF9-8D46-22B0-050B-B31C1B080765}"/>
                </a:ext>
              </a:extLst>
            </p:cNvPr>
            <p:cNvSpPr txBox="1"/>
            <p:nvPr/>
          </p:nvSpPr>
          <p:spPr>
            <a:xfrm>
              <a:off x="2908079" y="1908663"/>
              <a:ext cx="766990" cy="5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B3083E-369F-2FE4-C40B-BBF2D16953FD}"/>
              </a:ext>
            </a:extLst>
          </p:cNvPr>
          <p:cNvGrpSpPr/>
          <p:nvPr/>
        </p:nvGrpSpPr>
        <p:grpSpPr>
          <a:xfrm>
            <a:off x="244295" y="3528783"/>
            <a:ext cx="3630940" cy="695209"/>
            <a:chOff x="3904470" y="1865984"/>
            <a:chExt cx="4104924" cy="68835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EA67CF-C9FF-0CD0-0BC6-C2A1D81BE6C6}"/>
                </a:ext>
              </a:extLst>
            </p:cNvPr>
            <p:cNvSpPr txBox="1"/>
            <p:nvPr/>
          </p:nvSpPr>
          <p:spPr>
            <a:xfrm>
              <a:off x="3904470" y="2158302"/>
              <a:ext cx="1368618" cy="396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営業担当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E239C0-7C92-51AD-5588-A1B6D19C6A50}"/>
                </a:ext>
              </a:extLst>
            </p:cNvPr>
            <p:cNvSpPr txBox="1"/>
            <p:nvPr/>
          </p:nvSpPr>
          <p:spPr>
            <a:xfrm>
              <a:off x="6640776" y="2154497"/>
              <a:ext cx="1368618" cy="396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営業成績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95B052E-F8CA-B083-2559-0F020AE585AA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 flipV="1">
              <a:off x="5273089" y="2352516"/>
              <a:ext cx="1367687" cy="3805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701E5A6-7CD7-49D0-BBC8-97755BD6D880}"/>
                </a:ext>
              </a:extLst>
            </p:cNvPr>
            <p:cNvSpPr txBox="1"/>
            <p:nvPr/>
          </p:nvSpPr>
          <p:spPr>
            <a:xfrm>
              <a:off x="5725681" y="1865984"/>
              <a:ext cx="627405" cy="365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4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4C632BB-64DF-4CD6-6420-77D3480493B5}"/>
              </a:ext>
            </a:extLst>
          </p:cNvPr>
          <p:cNvGrpSpPr/>
          <p:nvPr/>
        </p:nvGrpSpPr>
        <p:grpSpPr>
          <a:xfrm>
            <a:off x="5116960" y="2571753"/>
            <a:ext cx="3741766" cy="2550021"/>
            <a:chOff x="406219" y="668752"/>
            <a:chExt cx="5171359" cy="352429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7C9AA2-D6E8-F2F6-840F-A0FA9D801E7B}"/>
                </a:ext>
              </a:extLst>
            </p:cNvPr>
            <p:cNvSpPr txBox="1"/>
            <p:nvPr/>
          </p:nvSpPr>
          <p:spPr>
            <a:xfrm>
              <a:off x="1059290" y="1504278"/>
              <a:ext cx="964165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D32301A-AEC8-70E5-CE72-0E4D373A4F8B}"/>
                </a:ext>
              </a:extLst>
            </p:cNvPr>
            <p:cNvSpPr txBox="1"/>
            <p:nvPr/>
          </p:nvSpPr>
          <p:spPr>
            <a:xfrm>
              <a:off x="879753" y="2759908"/>
              <a:ext cx="1318637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ユーザ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7779C2-60FE-0F9E-9E8F-18B651028C5C}"/>
                </a:ext>
              </a:extLst>
            </p:cNvPr>
            <p:cNvSpPr txBox="1"/>
            <p:nvPr/>
          </p:nvSpPr>
          <p:spPr>
            <a:xfrm>
              <a:off x="3618432" y="3640243"/>
              <a:ext cx="1318637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連絡先</a:t>
              </a:r>
              <a:endParaRPr lang="en-JP" sz="2399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2A3AC4-0EEF-187A-299C-E0EA2A394257}"/>
                </a:ext>
              </a:extLst>
            </p:cNvPr>
            <p:cNvSpPr txBox="1"/>
            <p:nvPr/>
          </p:nvSpPr>
          <p:spPr>
            <a:xfrm>
              <a:off x="3904468" y="2158302"/>
              <a:ext cx="1673110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営業担当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4DAF694-859F-6ED6-3399-BA8DB20C5E80}"/>
                </a:ext>
              </a:extLst>
            </p:cNvPr>
            <p:cNvSpPr txBox="1"/>
            <p:nvPr/>
          </p:nvSpPr>
          <p:spPr>
            <a:xfrm>
              <a:off x="3507332" y="668752"/>
              <a:ext cx="1673110" cy="552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999" dirty="0">
                  <a:solidFill>
                    <a:srgbClr val="00205B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メーカー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EFAE1C-C772-8A07-DD14-7B36B69EEA9D}"/>
                </a:ext>
              </a:extLst>
            </p:cNvPr>
            <p:cNvSpPr/>
            <p:nvPr/>
          </p:nvSpPr>
          <p:spPr>
            <a:xfrm>
              <a:off x="406219" y="847184"/>
              <a:ext cx="2212277" cy="3168352"/>
            </a:xfrm>
            <a:prstGeom prst="ellipse">
              <a:avLst/>
            </a:prstGeom>
            <a:noFill/>
            <a:ln w="34925">
              <a:solidFill>
                <a:srgbClr val="0020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F360322-1C47-B5DC-4D60-C3516DCEDC75}"/>
                </a:ext>
              </a:extLst>
            </p:cNvPr>
            <p:cNvCxnSpPr>
              <a:cxnSpLocks/>
              <a:stCxn id="35" idx="3"/>
              <a:endCxn id="40" idx="1"/>
            </p:cNvCxnSpPr>
            <p:nvPr/>
          </p:nvCxnSpPr>
          <p:spPr>
            <a:xfrm flipV="1">
              <a:off x="2023455" y="945152"/>
              <a:ext cx="1483878" cy="835526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6AD1BBE-F79A-89C8-1721-0ECD7F38B259}"/>
                </a:ext>
              </a:extLst>
            </p:cNvPr>
            <p:cNvCxnSpPr>
              <a:cxnSpLocks/>
              <a:stCxn id="41" idx="6"/>
              <a:endCxn id="38" idx="1"/>
            </p:cNvCxnSpPr>
            <p:nvPr/>
          </p:nvCxnSpPr>
          <p:spPr>
            <a:xfrm>
              <a:off x="2618497" y="2431361"/>
              <a:ext cx="1285972" cy="3342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44B9995-66B0-AD3B-B0A8-9E8A04949064}"/>
                </a:ext>
              </a:extLst>
            </p:cNvPr>
            <p:cNvCxnSpPr>
              <a:cxnSpLocks/>
              <a:stCxn id="36" idx="3"/>
              <a:endCxn id="37" idx="1"/>
            </p:cNvCxnSpPr>
            <p:nvPr/>
          </p:nvCxnSpPr>
          <p:spPr>
            <a:xfrm>
              <a:off x="2198389" y="3036308"/>
              <a:ext cx="1420043" cy="880336"/>
            </a:xfrm>
            <a:prstGeom prst="straightConnector1">
              <a:avLst/>
            </a:prstGeom>
            <a:ln w="34925">
              <a:solidFill>
                <a:srgbClr val="00205B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A1223F-F323-9CE6-F6F1-2C0DBD736C41}"/>
                </a:ext>
              </a:extLst>
            </p:cNvPr>
            <p:cNvSpPr txBox="1"/>
            <p:nvPr/>
          </p:nvSpPr>
          <p:spPr>
            <a:xfrm>
              <a:off x="2748290" y="3021518"/>
              <a:ext cx="766990" cy="5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C9EEDA3-3F95-22B1-1000-BC4AA4F8EF21}"/>
                </a:ext>
              </a:extLst>
            </p:cNvPr>
            <p:cNvSpPr txBox="1"/>
            <p:nvPr/>
          </p:nvSpPr>
          <p:spPr>
            <a:xfrm>
              <a:off x="2351472" y="733669"/>
              <a:ext cx="766990" cy="5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861D1EF-7AD7-80EA-A6FD-9410C7F11958}"/>
                </a:ext>
              </a:extLst>
            </p:cNvPr>
            <p:cNvSpPr txBox="1"/>
            <p:nvPr/>
          </p:nvSpPr>
          <p:spPr>
            <a:xfrm>
              <a:off x="2908079" y="1908663"/>
              <a:ext cx="766990" cy="5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799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FD</a:t>
              </a:r>
              <a:r>
                <a:rPr lang="en-JP" sz="1799" baseline="-250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58844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74FF7-2E0A-0DA7-5F64-A48CAFC20365}"/>
              </a:ext>
            </a:extLst>
          </p:cNvPr>
          <p:cNvSpPr txBox="1"/>
          <p:nvPr/>
        </p:nvSpPr>
        <p:spPr>
          <a:xfrm>
            <a:off x="1078750" y="165991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54B0C-AA89-4B58-9D45-AC8DC916A295}"/>
              </a:ext>
            </a:extLst>
          </p:cNvPr>
          <p:cNvSpPr txBox="1"/>
          <p:nvPr/>
        </p:nvSpPr>
        <p:spPr>
          <a:xfrm>
            <a:off x="899208" y="29155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AB0E-0232-0BBA-9B35-D52C57B7DF58}"/>
              </a:ext>
            </a:extLst>
          </p:cNvPr>
          <p:cNvSpPr txBox="1"/>
          <p:nvPr/>
        </p:nvSpPr>
        <p:spPr>
          <a:xfrm>
            <a:off x="3923933" y="23139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B77D-F180-0199-4EFE-737572969B56}"/>
              </a:ext>
            </a:extLst>
          </p:cNvPr>
          <p:cNvSpPr txBox="1"/>
          <p:nvPr/>
        </p:nvSpPr>
        <p:spPr>
          <a:xfrm>
            <a:off x="6660238" y="231014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営業成績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B8E601-63AB-66CA-C424-D6065D9A2109}"/>
              </a:ext>
            </a:extLst>
          </p:cNvPr>
          <p:cNvSpPr/>
          <p:nvPr/>
        </p:nvSpPr>
        <p:spPr>
          <a:xfrm>
            <a:off x="425681" y="1002826"/>
            <a:ext cx="2212277" cy="3168352"/>
          </a:xfrm>
          <a:prstGeom prst="ellipse">
            <a:avLst/>
          </a:prstGeom>
          <a:noFill/>
          <a:ln w="349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5F4E39-5F2D-DD19-6ABE-6CFCA84233FE}"/>
              </a:ext>
            </a:extLst>
          </p:cNvPr>
          <p:cNvCxnSpPr>
            <a:cxnSpLocks/>
            <a:stCxn id="9" idx="6"/>
            <a:endCxn id="5" idx="1"/>
          </p:cNvCxnSpPr>
          <p:nvPr/>
        </p:nvCxnSpPr>
        <p:spPr>
          <a:xfrm flipV="1">
            <a:off x="2637958" y="2575556"/>
            <a:ext cx="1285975" cy="11447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366073-B38F-FC61-682A-FB45605429D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5544889" y="2571751"/>
            <a:ext cx="1115348" cy="3805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579A6CC-BA2B-836D-50F7-D2B3038077E8}"/>
              </a:ext>
            </a:extLst>
          </p:cNvPr>
          <p:cNvSpPr txBox="1"/>
          <p:nvPr/>
        </p:nvSpPr>
        <p:spPr>
          <a:xfrm>
            <a:off x="5762561" y="2066892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9E6DF9-8D46-22B0-050B-B31C1B080765}"/>
              </a:ext>
            </a:extLst>
          </p:cNvPr>
          <p:cNvSpPr txBox="1"/>
          <p:nvPr/>
        </p:nvSpPr>
        <p:spPr>
          <a:xfrm>
            <a:off x="2927536" y="2064312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899580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DE2C-6641-91E3-B09B-B45ADCB2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62EC4-0E02-4836-F012-A058D71B2FDC}"/>
              </a:ext>
            </a:extLst>
          </p:cNvPr>
          <p:cNvSpPr txBox="1"/>
          <p:nvPr/>
        </p:nvSpPr>
        <p:spPr>
          <a:xfrm>
            <a:off x="2940246" y="2472625"/>
            <a:ext cx="1223412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</a:t>
            </a:r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89DBD-56CE-5459-D66F-B3FCFB961588}"/>
              </a:ext>
            </a:extLst>
          </p:cNvPr>
          <p:cNvSpPr txBox="1"/>
          <p:nvPr/>
        </p:nvSpPr>
        <p:spPr>
          <a:xfrm>
            <a:off x="1357762" y="2472627"/>
            <a:ext cx="15824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ユーザ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59EE3-346A-98FB-8D7E-DA97A16B8BDA}"/>
              </a:ext>
            </a:extLst>
          </p:cNvPr>
          <p:cNvSpPr txBox="1"/>
          <p:nvPr/>
        </p:nvSpPr>
        <p:spPr>
          <a:xfrm>
            <a:off x="4169865" y="2471173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EF215-71DB-2469-5B19-DA4627B0B267}"/>
              </a:ext>
            </a:extLst>
          </p:cNvPr>
          <p:cNvSpPr txBox="1"/>
          <p:nvPr/>
        </p:nvSpPr>
        <p:spPr>
          <a:xfrm>
            <a:off x="5790822" y="2471173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営業成績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78259563-2675-8AFE-D9F1-0B52BC6034C0}"/>
              </a:ext>
            </a:extLst>
          </p:cNvPr>
          <p:cNvCxnSpPr>
            <a:cxnSpLocks/>
            <a:stCxn id="5" idx="2"/>
            <a:endCxn id="6" idx="2"/>
          </p:cNvCxnSpPr>
          <p:nvPr/>
        </p:nvCxnSpPr>
        <p:spPr>
          <a:xfrm rot="16200000" flipH="1">
            <a:off x="5790822" y="2183914"/>
            <a:ext cx="12700" cy="1620957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01672765-F081-495C-A60E-7DD5A80CADEE}"/>
              </a:ext>
            </a:extLst>
          </p:cNvPr>
          <p:cNvCxnSpPr>
            <a:cxnSpLocks/>
            <a:stCxn id="3" idx="0"/>
            <a:endCxn id="2" idx="0"/>
          </p:cNvCxnSpPr>
          <p:nvPr/>
        </p:nvCxnSpPr>
        <p:spPr>
          <a:xfrm rot="5400000" flipH="1" flipV="1">
            <a:off x="2850477" y="1771152"/>
            <a:ext cx="2" cy="1402948"/>
          </a:xfrm>
          <a:prstGeom prst="bentConnector3">
            <a:avLst>
              <a:gd name="adj1" fmla="val 11430100000"/>
            </a:avLst>
          </a:prstGeom>
          <a:ln>
            <a:solidFill>
              <a:srgbClr val="00205B"/>
            </a:solidFill>
            <a:tailEnd type="non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2E8CAF7C-5847-2E6B-5210-00C6E34562E4}"/>
              </a:ext>
            </a:extLst>
          </p:cNvPr>
          <p:cNvCxnSpPr>
            <a:cxnSpLocks/>
            <a:stCxn id="3" idx="0"/>
            <a:endCxn id="5" idx="0"/>
          </p:cNvCxnSpPr>
          <p:nvPr/>
        </p:nvCxnSpPr>
        <p:spPr>
          <a:xfrm rot="5400000" flipH="1" flipV="1">
            <a:off x="3563947" y="1056230"/>
            <a:ext cx="1454" cy="2831340"/>
          </a:xfrm>
          <a:prstGeom prst="bentConnector3">
            <a:avLst>
              <a:gd name="adj1" fmla="val 15822146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552007-A03A-8FB3-2243-F981B8F8B2E3}"/>
              </a:ext>
            </a:extLst>
          </p:cNvPr>
          <p:cNvSpPr txBox="1"/>
          <p:nvPr/>
        </p:nvSpPr>
        <p:spPr>
          <a:xfrm>
            <a:off x="3289297" y="1758737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A988F0-6427-DEC5-BC4C-04B0C4CFC1B9}"/>
              </a:ext>
            </a:extLst>
          </p:cNvPr>
          <p:cNvSpPr txBox="1"/>
          <p:nvPr/>
        </p:nvSpPr>
        <p:spPr>
          <a:xfrm>
            <a:off x="5495677" y="3230913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980938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74FF7-2E0A-0DA7-5F64-A48CAFC20365}"/>
              </a:ext>
            </a:extLst>
          </p:cNvPr>
          <p:cNvSpPr txBox="1"/>
          <p:nvPr/>
        </p:nvSpPr>
        <p:spPr>
          <a:xfrm>
            <a:off x="981479" y="165611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54B0C-AA89-4B58-9D45-AC8DC916A295}"/>
              </a:ext>
            </a:extLst>
          </p:cNvPr>
          <p:cNvSpPr txBox="1"/>
          <p:nvPr/>
        </p:nvSpPr>
        <p:spPr>
          <a:xfrm>
            <a:off x="801937" y="291174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762EB-2CBF-57FC-CD97-B3F1253E48CE}"/>
              </a:ext>
            </a:extLst>
          </p:cNvPr>
          <p:cNvSpPr txBox="1"/>
          <p:nvPr/>
        </p:nvSpPr>
        <p:spPr>
          <a:xfrm>
            <a:off x="3540615" y="379208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  <a:endParaRPr lang="en-JP" sz="3200" dirty="0">
              <a:solidFill>
                <a:srgbClr val="00205B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AB0E-0232-0BBA-9B35-D52C57B7DF58}"/>
              </a:ext>
            </a:extLst>
          </p:cNvPr>
          <p:cNvSpPr txBox="1"/>
          <p:nvPr/>
        </p:nvSpPr>
        <p:spPr>
          <a:xfrm>
            <a:off x="3826662" y="231014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AD2AB-9088-DDF2-F9C1-CC1406B60ECB}"/>
              </a:ext>
            </a:extLst>
          </p:cNvPr>
          <p:cNvSpPr txBox="1"/>
          <p:nvPr/>
        </p:nvSpPr>
        <p:spPr>
          <a:xfrm>
            <a:off x="3429520" y="82058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B8E601-63AB-66CA-C424-D6065D9A2109}"/>
              </a:ext>
            </a:extLst>
          </p:cNvPr>
          <p:cNvSpPr/>
          <p:nvPr/>
        </p:nvSpPr>
        <p:spPr>
          <a:xfrm>
            <a:off x="328408" y="999021"/>
            <a:ext cx="2212277" cy="3168352"/>
          </a:xfrm>
          <a:prstGeom prst="ellipse">
            <a:avLst/>
          </a:prstGeom>
          <a:noFill/>
          <a:ln w="349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9D7463-9E8E-4437-DE8D-2985312D83BD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 flipV="1">
            <a:off x="1884289" y="1082199"/>
            <a:ext cx="1545230" cy="835526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5F4E39-5F2D-DD19-6ABE-6CFCA84233FE}"/>
              </a:ext>
            </a:extLst>
          </p:cNvPr>
          <p:cNvCxnSpPr>
            <a:cxnSpLocks/>
            <a:stCxn id="9" idx="6"/>
            <a:endCxn id="5" idx="1"/>
          </p:cNvCxnSpPr>
          <p:nvPr/>
        </p:nvCxnSpPr>
        <p:spPr>
          <a:xfrm flipV="1">
            <a:off x="2540685" y="2571751"/>
            <a:ext cx="1285977" cy="11447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F1CA4F-FE2C-94BD-429A-FC7294F028E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063821" y="3173354"/>
            <a:ext cx="1476794" cy="880337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60CA404-E26F-6F7E-3A4C-DE18FBD83DFD}"/>
              </a:ext>
            </a:extLst>
          </p:cNvPr>
          <p:cNvSpPr txBox="1"/>
          <p:nvPr/>
        </p:nvSpPr>
        <p:spPr>
          <a:xfrm>
            <a:off x="2670475" y="3173360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BFE18-FF1D-DD06-E047-86C11C536CBD}"/>
              </a:ext>
            </a:extLst>
          </p:cNvPr>
          <p:cNvSpPr txBox="1"/>
          <p:nvPr/>
        </p:nvSpPr>
        <p:spPr>
          <a:xfrm>
            <a:off x="2360653" y="900595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9E6DF9-8D46-22B0-050B-B31C1B080765}"/>
              </a:ext>
            </a:extLst>
          </p:cNvPr>
          <p:cNvSpPr txBox="1"/>
          <p:nvPr/>
        </p:nvSpPr>
        <p:spPr>
          <a:xfrm>
            <a:off x="2830264" y="2060507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286637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5D42-D42A-7BFA-1532-BA23871A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B76D79-2847-1CAF-86B0-A33DDDF81FA8}"/>
              </a:ext>
            </a:extLst>
          </p:cNvPr>
          <p:cNvSpPr txBox="1"/>
          <p:nvPr/>
        </p:nvSpPr>
        <p:spPr>
          <a:xfrm>
            <a:off x="3970149" y="2346653"/>
            <a:ext cx="1223412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</a:t>
            </a:r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942E6-5160-49B7-FF3C-AF153EF28527}"/>
              </a:ext>
            </a:extLst>
          </p:cNvPr>
          <p:cNvSpPr txBox="1"/>
          <p:nvPr/>
        </p:nvSpPr>
        <p:spPr>
          <a:xfrm>
            <a:off x="1125780" y="2346653"/>
            <a:ext cx="15824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ユーザ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20833-228F-3B33-3C9A-A1C319991EB0}"/>
              </a:ext>
            </a:extLst>
          </p:cNvPr>
          <p:cNvSpPr txBox="1"/>
          <p:nvPr/>
        </p:nvSpPr>
        <p:spPr>
          <a:xfrm>
            <a:off x="2708267" y="2346653"/>
            <a:ext cx="12618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  <a:endParaRPr lang="en-JP" sz="3200" dirty="0">
              <a:solidFill>
                <a:srgbClr val="00205B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2177C-5FF5-6C4F-DF6D-C2B120C66577}"/>
              </a:ext>
            </a:extLst>
          </p:cNvPr>
          <p:cNvSpPr txBox="1"/>
          <p:nvPr/>
        </p:nvSpPr>
        <p:spPr>
          <a:xfrm>
            <a:off x="6814523" y="2346653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071B8-BE93-B529-70B1-DAC3DF96A12A}"/>
              </a:ext>
            </a:extLst>
          </p:cNvPr>
          <p:cNvSpPr txBox="1"/>
          <p:nvPr/>
        </p:nvSpPr>
        <p:spPr>
          <a:xfrm>
            <a:off x="5193566" y="2346653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0483AC7-3281-29E2-1A44-9CC313E36E37}"/>
              </a:ext>
            </a:extLst>
          </p:cNvPr>
          <p:cNvCxnSpPr>
            <a:stCxn id="3" idx="2"/>
            <a:endCxn id="4" idx="2"/>
          </p:cNvCxnSpPr>
          <p:nvPr/>
        </p:nvCxnSpPr>
        <p:spPr>
          <a:xfrm rot="16200000" flipH="1">
            <a:off x="2628115" y="2158780"/>
            <a:ext cx="12700" cy="1422187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E5F62A86-8FDC-0D4D-14FF-B9F4F4DC291F}"/>
              </a:ext>
            </a:extLst>
          </p:cNvPr>
          <p:cNvCxnSpPr>
            <a:cxnSpLocks/>
            <a:stCxn id="3" idx="0"/>
            <a:endCxn id="2" idx="0"/>
          </p:cNvCxnSpPr>
          <p:nvPr/>
        </p:nvCxnSpPr>
        <p:spPr>
          <a:xfrm rot="5400000" flipH="1" flipV="1">
            <a:off x="3249438" y="1014238"/>
            <a:ext cx="12700" cy="2664833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non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DA467E7D-6192-4460-5F51-E71FCCB102D5}"/>
              </a:ext>
            </a:extLst>
          </p:cNvPr>
          <p:cNvCxnSpPr>
            <a:cxnSpLocks/>
            <a:stCxn id="3" idx="0"/>
            <a:endCxn id="5" idx="0"/>
          </p:cNvCxnSpPr>
          <p:nvPr/>
        </p:nvCxnSpPr>
        <p:spPr>
          <a:xfrm rot="5400000" flipH="1" flipV="1">
            <a:off x="4771011" y="-507336"/>
            <a:ext cx="12700" cy="5707979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ED6A8543-4357-C30F-B3EC-A6D990501C05}"/>
              </a:ext>
            </a:extLst>
          </p:cNvPr>
          <p:cNvCxnSpPr>
            <a:cxnSpLocks/>
            <a:stCxn id="2" idx="2"/>
            <a:endCxn id="7" idx="2"/>
          </p:cNvCxnSpPr>
          <p:nvPr/>
        </p:nvCxnSpPr>
        <p:spPr>
          <a:xfrm rot="16200000" flipH="1">
            <a:off x="5292949" y="2158779"/>
            <a:ext cx="12700" cy="1422189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2372958-D5DB-ADA9-35C9-B274E64A8A57}"/>
              </a:ext>
            </a:extLst>
          </p:cNvPr>
          <p:cNvSpPr txBox="1"/>
          <p:nvPr/>
        </p:nvSpPr>
        <p:spPr>
          <a:xfrm>
            <a:off x="4317822" y="1643234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4F838-8C77-2B3A-E757-CB851049E126}"/>
              </a:ext>
            </a:extLst>
          </p:cNvPr>
          <p:cNvSpPr txBox="1"/>
          <p:nvPr/>
        </p:nvSpPr>
        <p:spPr>
          <a:xfrm>
            <a:off x="2366889" y="3106636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A1A8A-29F0-9790-9E67-192B0976E4B0}"/>
              </a:ext>
            </a:extLst>
          </p:cNvPr>
          <p:cNvSpPr txBox="1"/>
          <p:nvPr/>
        </p:nvSpPr>
        <p:spPr>
          <a:xfrm>
            <a:off x="5052337" y="3106636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664490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74FF7-2E0A-0DA7-5F64-A48CAFC20365}"/>
              </a:ext>
            </a:extLst>
          </p:cNvPr>
          <p:cNvSpPr txBox="1"/>
          <p:nvPr/>
        </p:nvSpPr>
        <p:spPr>
          <a:xfrm>
            <a:off x="981479" y="165611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54B0C-AA89-4B58-9D45-AC8DC916A295}"/>
              </a:ext>
            </a:extLst>
          </p:cNvPr>
          <p:cNvSpPr txBox="1"/>
          <p:nvPr/>
        </p:nvSpPr>
        <p:spPr>
          <a:xfrm>
            <a:off x="801937" y="291174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AB0E-0232-0BBA-9B35-D52C57B7DF58}"/>
              </a:ext>
            </a:extLst>
          </p:cNvPr>
          <p:cNvSpPr txBox="1"/>
          <p:nvPr/>
        </p:nvSpPr>
        <p:spPr>
          <a:xfrm>
            <a:off x="3826662" y="231014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B8E601-63AB-66CA-C424-D6065D9A2109}"/>
              </a:ext>
            </a:extLst>
          </p:cNvPr>
          <p:cNvSpPr/>
          <p:nvPr/>
        </p:nvSpPr>
        <p:spPr>
          <a:xfrm>
            <a:off x="328408" y="999021"/>
            <a:ext cx="2212277" cy="3168352"/>
          </a:xfrm>
          <a:prstGeom prst="ellipse">
            <a:avLst/>
          </a:prstGeom>
          <a:noFill/>
          <a:ln w="349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5F4E39-5F2D-DD19-6ABE-6CFCA84233FE}"/>
              </a:ext>
            </a:extLst>
          </p:cNvPr>
          <p:cNvCxnSpPr>
            <a:cxnSpLocks/>
            <a:stCxn id="9" idx="6"/>
            <a:endCxn id="5" idx="1"/>
          </p:cNvCxnSpPr>
          <p:nvPr/>
        </p:nvCxnSpPr>
        <p:spPr>
          <a:xfrm flipV="1">
            <a:off x="2540685" y="2571751"/>
            <a:ext cx="1285977" cy="11447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E6DF9-8D46-22B0-050B-B31C1B080765}"/>
              </a:ext>
            </a:extLst>
          </p:cNvPr>
          <p:cNvSpPr txBox="1"/>
          <p:nvPr/>
        </p:nvSpPr>
        <p:spPr>
          <a:xfrm>
            <a:off x="2830264" y="2060507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80648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4540-E1A7-5DEA-6F74-7BD34F96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BA6AC0-70B5-C551-318B-44A98011B4F4}"/>
              </a:ext>
            </a:extLst>
          </p:cNvPr>
          <p:cNvSpPr txBox="1"/>
          <p:nvPr/>
        </p:nvSpPr>
        <p:spPr>
          <a:xfrm>
            <a:off x="2708264" y="2346653"/>
            <a:ext cx="1223412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</a:t>
            </a:r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56A1E-2CBE-8073-DB31-8F4C9721D45F}"/>
              </a:ext>
            </a:extLst>
          </p:cNvPr>
          <p:cNvSpPr txBox="1"/>
          <p:nvPr/>
        </p:nvSpPr>
        <p:spPr>
          <a:xfrm>
            <a:off x="1125780" y="2346653"/>
            <a:ext cx="15824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ユーザ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81A50-5966-A1C1-E251-8F6F92FE7961}"/>
              </a:ext>
            </a:extLst>
          </p:cNvPr>
          <p:cNvSpPr txBox="1"/>
          <p:nvPr/>
        </p:nvSpPr>
        <p:spPr>
          <a:xfrm>
            <a:off x="3931676" y="2346653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8E8E44EA-4381-78BD-6490-00EB36AAA629}"/>
              </a:ext>
            </a:extLst>
          </p:cNvPr>
          <p:cNvCxnSpPr>
            <a:cxnSpLocks/>
            <a:stCxn id="3" idx="0"/>
            <a:endCxn id="2" idx="0"/>
          </p:cNvCxnSpPr>
          <p:nvPr/>
        </p:nvCxnSpPr>
        <p:spPr>
          <a:xfrm rot="5400000" flipH="1" flipV="1">
            <a:off x="2618496" y="1645179"/>
            <a:ext cx="12700" cy="1402948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non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4B80A12-7FA9-D2DB-E2AC-AA4599196B4F}"/>
              </a:ext>
            </a:extLst>
          </p:cNvPr>
          <p:cNvCxnSpPr>
            <a:cxnSpLocks/>
            <a:stCxn id="3" idx="0"/>
            <a:endCxn id="5" idx="0"/>
          </p:cNvCxnSpPr>
          <p:nvPr/>
        </p:nvCxnSpPr>
        <p:spPr>
          <a:xfrm rot="5400000" flipH="1" flipV="1">
            <a:off x="3329588" y="934087"/>
            <a:ext cx="12700" cy="2825133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7D71A9-E046-69D9-6BAE-411A2A5C73B1}"/>
              </a:ext>
            </a:extLst>
          </p:cNvPr>
          <p:cNvSpPr txBox="1"/>
          <p:nvPr/>
        </p:nvSpPr>
        <p:spPr>
          <a:xfrm>
            <a:off x="2979973" y="1635198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04404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74FF7-2E0A-0DA7-5F64-A48CAFC20365}"/>
              </a:ext>
            </a:extLst>
          </p:cNvPr>
          <p:cNvSpPr txBox="1"/>
          <p:nvPr/>
        </p:nvSpPr>
        <p:spPr>
          <a:xfrm>
            <a:off x="1078750" y="165991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54B0C-AA89-4B58-9D45-AC8DC916A295}"/>
              </a:ext>
            </a:extLst>
          </p:cNvPr>
          <p:cNvSpPr txBox="1"/>
          <p:nvPr/>
        </p:nvSpPr>
        <p:spPr>
          <a:xfrm>
            <a:off x="899208" y="29155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762EB-2CBF-57FC-CD97-B3F1253E48CE}"/>
              </a:ext>
            </a:extLst>
          </p:cNvPr>
          <p:cNvSpPr txBox="1"/>
          <p:nvPr/>
        </p:nvSpPr>
        <p:spPr>
          <a:xfrm>
            <a:off x="3995936" y="339792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  <a:endParaRPr lang="en-JP" sz="3200" dirty="0">
              <a:solidFill>
                <a:srgbClr val="00205B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AB0E-0232-0BBA-9B35-D52C57B7DF58}"/>
              </a:ext>
            </a:extLst>
          </p:cNvPr>
          <p:cNvSpPr txBox="1"/>
          <p:nvPr/>
        </p:nvSpPr>
        <p:spPr>
          <a:xfrm>
            <a:off x="3995942" y="23139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B77D-F180-0199-4EFE-737572969B56}"/>
              </a:ext>
            </a:extLst>
          </p:cNvPr>
          <p:cNvSpPr txBox="1"/>
          <p:nvPr/>
        </p:nvSpPr>
        <p:spPr>
          <a:xfrm>
            <a:off x="6663618" y="231966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営業成績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B8E601-63AB-66CA-C424-D6065D9A2109}"/>
              </a:ext>
            </a:extLst>
          </p:cNvPr>
          <p:cNvSpPr/>
          <p:nvPr/>
        </p:nvSpPr>
        <p:spPr>
          <a:xfrm>
            <a:off x="425681" y="1002826"/>
            <a:ext cx="2212277" cy="3168352"/>
          </a:xfrm>
          <a:prstGeom prst="ellipse">
            <a:avLst/>
          </a:prstGeom>
          <a:noFill/>
          <a:ln w="349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5F4E39-5F2D-DD19-6ABE-6CFCA84233FE}"/>
              </a:ext>
            </a:extLst>
          </p:cNvPr>
          <p:cNvCxnSpPr>
            <a:cxnSpLocks/>
            <a:stCxn id="9" idx="6"/>
            <a:endCxn id="5" idx="1"/>
          </p:cNvCxnSpPr>
          <p:nvPr/>
        </p:nvCxnSpPr>
        <p:spPr>
          <a:xfrm flipV="1">
            <a:off x="2637957" y="2575556"/>
            <a:ext cx="1357984" cy="11447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366073-B38F-FC61-682A-FB45605429D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616899" y="2575556"/>
            <a:ext cx="1046719" cy="5723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F1CA4F-FE2C-94BD-429A-FC7294F028E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161093" y="3177159"/>
            <a:ext cx="1834845" cy="441533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AC399E-8571-472E-034E-C90078453899}"/>
              </a:ext>
            </a:extLst>
          </p:cNvPr>
          <p:cNvCxnSpPr>
            <a:cxnSpLocks/>
            <a:endCxn id="2" idx="3"/>
          </p:cNvCxnSpPr>
          <p:nvPr/>
        </p:nvCxnSpPr>
        <p:spPr>
          <a:xfrm flipH="1" flipV="1">
            <a:off x="1981560" y="1921530"/>
            <a:ext cx="2014378" cy="441533"/>
          </a:xfrm>
          <a:prstGeom prst="straightConnector1">
            <a:avLst/>
          </a:prstGeom>
          <a:ln w="34925"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1DF03BF-EE81-DDEE-45F4-330EB27E681D}"/>
              </a:ext>
            </a:extLst>
          </p:cNvPr>
          <p:cNvSpPr txBox="1"/>
          <p:nvPr/>
        </p:nvSpPr>
        <p:spPr>
          <a:xfrm>
            <a:off x="5800255" y="2083118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2AD4C-8395-AE0F-B8A7-84B104FC9056}"/>
              </a:ext>
            </a:extLst>
          </p:cNvPr>
          <p:cNvSpPr txBox="1"/>
          <p:nvPr/>
        </p:nvSpPr>
        <p:spPr>
          <a:xfrm>
            <a:off x="2788231" y="3442318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FAD264-1EE3-7BD0-C565-709440ECEE1D}"/>
              </a:ext>
            </a:extLst>
          </p:cNvPr>
          <p:cNvSpPr txBox="1"/>
          <p:nvPr/>
        </p:nvSpPr>
        <p:spPr>
          <a:xfrm>
            <a:off x="2966014" y="2602533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003D6F-2531-FD78-565D-79DB56593072}"/>
              </a:ext>
            </a:extLst>
          </p:cNvPr>
          <p:cNvSpPr txBox="1"/>
          <p:nvPr/>
        </p:nvSpPr>
        <p:spPr>
          <a:xfrm>
            <a:off x="2915480" y="1699218"/>
            <a:ext cx="70884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5</a:t>
            </a:r>
            <a:endParaRPr lang="en-JP" sz="2399" baseline="-25000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34E567-658C-5182-408F-E891790226D2}"/>
              </a:ext>
            </a:extLst>
          </p:cNvPr>
          <p:cNvSpPr txBox="1"/>
          <p:nvPr/>
        </p:nvSpPr>
        <p:spPr>
          <a:xfrm>
            <a:off x="3526793" y="75350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24F22E-9931-5A24-7DDF-13D95CA63614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1981562" y="1015115"/>
            <a:ext cx="1545231" cy="835529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7945FAE-2F7A-D394-5A4B-BD42EEF95B4C}"/>
              </a:ext>
            </a:extLst>
          </p:cNvPr>
          <p:cNvSpPr txBox="1"/>
          <p:nvPr/>
        </p:nvSpPr>
        <p:spPr>
          <a:xfrm>
            <a:off x="2457925" y="833510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459681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35A47-D905-4174-61A5-D8C5566A8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CACE9A-8A03-DECC-4C6C-C30D667D7725}"/>
              </a:ext>
            </a:extLst>
          </p:cNvPr>
          <p:cNvSpPr txBox="1"/>
          <p:nvPr/>
        </p:nvSpPr>
        <p:spPr>
          <a:xfrm>
            <a:off x="2940246" y="2475534"/>
            <a:ext cx="1223412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</a:t>
            </a:r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C43B6-878B-8F69-9827-A686FBFE2BE4}"/>
              </a:ext>
            </a:extLst>
          </p:cNvPr>
          <p:cNvSpPr txBox="1"/>
          <p:nvPr/>
        </p:nvSpPr>
        <p:spPr>
          <a:xfrm>
            <a:off x="95877" y="2475534"/>
            <a:ext cx="15824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ユーザ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9EB0D-9295-4C39-6948-70A062441F6F}"/>
              </a:ext>
            </a:extLst>
          </p:cNvPr>
          <p:cNvSpPr txBox="1"/>
          <p:nvPr/>
        </p:nvSpPr>
        <p:spPr>
          <a:xfrm>
            <a:off x="1678364" y="2475534"/>
            <a:ext cx="12618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連絡先</a:t>
            </a:r>
            <a:endParaRPr lang="en-JP" sz="3200" dirty="0">
              <a:solidFill>
                <a:srgbClr val="00205B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3DA09-E68C-A50C-B65F-446820A43803}"/>
              </a:ext>
            </a:extLst>
          </p:cNvPr>
          <p:cNvSpPr txBox="1"/>
          <p:nvPr/>
        </p:nvSpPr>
        <p:spPr>
          <a:xfrm>
            <a:off x="5784620" y="2475534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7602B-81B6-643C-E543-A51202B140B4}"/>
              </a:ext>
            </a:extLst>
          </p:cNvPr>
          <p:cNvSpPr txBox="1"/>
          <p:nvPr/>
        </p:nvSpPr>
        <p:spPr>
          <a:xfrm>
            <a:off x="7399039" y="2472628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営業成績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ACBE8-5813-D43C-DFA5-8AB93E772DE1}"/>
              </a:ext>
            </a:extLst>
          </p:cNvPr>
          <p:cNvSpPr txBox="1"/>
          <p:nvPr/>
        </p:nvSpPr>
        <p:spPr>
          <a:xfrm>
            <a:off x="4163663" y="2475534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メーカー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8CC3C8-BA5D-67D2-3157-28302184EF4C}"/>
              </a:ext>
            </a:extLst>
          </p:cNvPr>
          <p:cNvCxnSpPr>
            <a:stCxn id="3" idx="2"/>
            <a:endCxn id="4" idx="2"/>
          </p:cNvCxnSpPr>
          <p:nvPr/>
        </p:nvCxnSpPr>
        <p:spPr>
          <a:xfrm rot="16200000" flipH="1">
            <a:off x="1598212" y="2287661"/>
            <a:ext cx="12700" cy="1422187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AEE60383-A3A3-3070-3295-B05DB3D7681C}"/>
              </a:ext>
            </a:extLst>
          </p:cNvPr>
          <p:cNvCxnSpPr>
            <a:cxnSpLocks/>
            <a:stCxn id="5" idx="2"/>
            <a:endCxn id="6" idx="2"/>
          </p:cNvCxnSpPr>
          <p:nvPr/>
        </p:nvCxnSpPr>
        <p:spPr>
          <a:xfrm rot="5400000" flipH="1" flipV="1">
            <a:off x="7400855" y="2190091"/>
            <a:ext cx="2906" cy="1614419"/>
          </a:xfrm>
          <a:prstGeom prst="bentConnector3">
            <a:avLst>
              <a:gd name="adj1" fmla="val -7866483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0905FC8E-25C9-A347-B70C-D13E2A7AAB74}"/>
              </a:ext>
            </a:extLst>
          </p:cNvPr>
          <p:cNvCxnSpPr>
            <a:cxnSpLocks/>
            <a:stCxn id="3" idx="0"/>
            <a:endCxn id="2" idx="0"/>
          </p:cNvCxnSpPr>
          <p:nvPr/>
        </p:nvCxnSpPr>
        <p:spPr>
          <a:xfrm rot="5400000" flipH="1" flipV="1">
            <a:off x="2219535" y="1143119"/>
            <a:ext cx="12700" cy="2664833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non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CCD4696D-182D-EF0F-A59D-47BE8F2BCEA5}"/>
              </a:ext>
            </a:extLst>
          </p:cNvPr>
          <p:cNvCxnSpPr>
            <a:cxnSpLocks/>
            <a:stCxn id="3" idx="0"/>
            <a:endCxn id="5" idx="0"/>
          </p:cNvCxnSpPr>
          <p:nvPr/>
        </p:nvCxnSpPr>
        <p:spPr>
          <a:xfrm rot="5400000" flipH="1" flipV="1">
            <a:off x="3741108" y="-378455"/>
            <a:ext cx="12700" cy="5707979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DEE79D85-FFEE-148D-872A-F68DA8B28296}"/>
              </a:ext>
            </a:extLst>
          </p:cNvPr>
          <p:cNvCxnSpPr>
            <a:cxnSpLocks/>
            <a:stCxn id="2" idx="2"/>
            <a:endCxn id="7" idx="2"/>
          </p:cNvCxnSpPr>
          <p:nvPr/>
        </p:nvCxnSpPr>
        <p:spPr>
          <a:xfrm rot="16200000" flipH="1">
            <a:off x="4263046" y="2287660"/>
            <a:ext cx="12700" cy="1422189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D1DD9A-BA8A-A32E-7689-3AC48F7C07E9}"/>
              </a:ext>
            </a:extLst>
          </p:cNvPr>
          <p:cNvSpPr txBox="1"/>
          <p:nvPr/>
        </p:nvSpPr>
        <p:spPr>
          <a:xfrm>
            <a:off x="3289297" y="1758737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D2DFD6-674D-3269-E021-DA86CD5E51FA}"/>
              </a:ext>
            </a:extLst>
          </p:cNvPr>
          <p:cNvSpPr txBox="1"/>
          <p:nvPr/>
        </p:nvSpPr>
        <p:spPr>
          <a:xfrm>
            <a:off x="1338364" y="3222139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4A1D7-7B72-372D-06DE-BD3C3B25173D}"/>
              </a:ext>
            </a:extLst>
          </p:cNvPr>
          <p:cNvSpPr txBox="1"/>
          <p:nvPr/>
        </p:nvSpPr>
        <p:spPr>
          <a:xfrm>
            <a:off x="4023812" y="3222139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CAE997-1755-241D-6E08-2253F7B7B6FB}"/>
              </a:ext>
            </a:extLst>
          </p:cNvPr>
          <p:cNvSpPr txBox="1"/>
          <p:nvPr/>
        </p:nvSpPr>
        <p:spPr>
          <a:xfrm>
            <a:off x="7180899" y="3222139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4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6B145B14-C675-B091-91DD-3F8BB458D414}"/>
              </a:ext>
            </a:extLst>
          </p:cNvPr>
          <p:cNvCxnSpPr>
            <a:cxnSpLocks/>
            <a:stCxn id="34" idx="2"/>
            <a:endCxn id="29" idx="2"/>
          </p:cNvCxnSpPr>
          <p:nvPr/>
        </p:nvCxnSpPr>
        <p:spPr>
          <a:xfrm rot="5400000" flipH="1">
            <a:off x="4899732" y="1465109"/>
            <a:ext cx="19179" cy="3073771"/>
          </a:xfrm>
          <a:prstGeom prst="bentConnector3">
            <a:avLst>
              <a:gd name="adj1" fmla="val -4504234"/>
            </a:avLst>
          </a:prstGeom>
          <a:ln>
            <a:solidFill>
              <a:srgbClr val="BA1C47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9C0905B-32A7-18FA-3F4C-A3BB669C5107}"/>
              </a:ext>
            </a:extLst>
          </p:cNvPr>
          <p:cNvSpPr/>
          <p:nvPr/>
        </p:nvSpPr>
        <p:spPr>
          <a:xfrm>
            <a:off x="3332461" y="2857650"/>
            <a:ext cx="79950" cy="1347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335153-4F6F-70FE-A15D-A32EA95F83E6}"/>
              </a:ext>
            </a:extLst>
          </p:cNvPr>
          <p:cNvSpPr txBox="1"/>
          <p:nvPr/>
        </p:nvSpPr>
        <p:spPr>
          <a:xfrm>
            <a:off x="4640494" y="3900710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99C033-7143-8877-527A-0ECF02DEB4ED}"/>
              </a:ext>
            </a:extLst>
          </p:cNvPr>
          <p:cNvSpPr/>
          <p:nvPr/>
        </p:nvSpPr>
        <p:spPr>
          <a:xfrm>
            <a:off x="6335774" y="2838471"/>
            <a:ext cx="220865" cy="1731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625406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74FF7-2E0A-0DA7-5F64-A48CAFC20365}"/>
              </a:ext>
            </a:extLst>
          </p:cNvPr>
          <p:cNvSpPr txBox="1"/>
          <p:nvPr/>
        </p:nvSpPr>
        <p:spPr>
          <a:xfrm>
            <a:off x="1078750" y="165991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54B0C-AA89-4B58-9D45-AC8DC916A295}"/>
              </a:ext>
            </a:extLst>
          </p:cNvPr>
          <p:cNvSpPr txBox="1"/>
          <p:nvPr/>
        </p:nvSpPr>
        <p:spPr>
          <a:xfrm>
            <a:off x="899208" y="291554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ユーザ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AB0E-0232-0BBA-9B35-D52C57B7DF58}"/>
              </a:ext>
            </a:extLst>
          </p:cNvPr>
          <p:cNvSpPr txBox="1"/>
          <p:nvPr/>
        </p:nvSpPr>
        <p:spPr>
          <a:xfrm>
            <a:off x="3995942" y="23139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B8E601-63AB-66CA-C424-D6065D9A2109}"/>
              </a:ext>
            </a:extLst>
          </p:cNvPr>
          <p:cNvSpPr/>
          <p:nvPr/>
        </p:nvSpPr>
        <p:spPr>
          <a:xfrm>
            <a:off x="425681" y="1002826"/>
            <a:ext cx="2212277" cy="3168352"/>
          </a:xfrm>
          <a:prstGeom prst="ellipse">
            <a:avLst/>
          </a:prstGeom>
          <a:noFill/>
          <a:ln w="349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5F4E39-5F2D-DD19-6ABE-6CFCA84233FE}"/>
              </a:ext>
            </a:extLst>
          </p:cNvPr>
          <p:cNvCxnSpPr>
            <a:cxnSpLocks/>
            <a:stCxn id="9" idx="6"/>
            <a:endCxn id="5" idx="1"/>
          </p:cNvCxnSpPr>
          <p:nvPr/>
        </p:nvCxnSpPr>
        <p:spPr>
          <a:xfrm flipV="1">
            <a:off x="2637957" y="2575556"/>
            <a:ext cx="1357984" cy="11447"/>
          </a:xfrm>
          <a:prstGeom prst="straightConnector1">
            <a:avLst/>
          </a:prstGeom>
          <a:ln w="34925">
            <a:solidFill>
              <a:srgbClr val="00205B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AC399E-8571-472E-034E-C90078453899}"/>
              </a:ext>
            </a:extLst>
          </p:cNvPr>
          <p:cNvCxnSpPr>
            <a:cxnSpLocks/>
            <a:endCxn id="2" idx="3"/>
          </p:cNvCxnSpPr>
          <p:nvPr/>
        </p:nvCxnSpPr>
        <p:spPr>
          <a:xfrm flipH="1" flipV="1">
            <a:off x="1981560" y="1921530"/>
            <a:ext cx="2014378" cy="441533"/>
          </a:xfrm>
          <a:prstGeom prst="straightConnector1">
            <a:avLst/>
          </a:prstGeom>
          <a:ln w="34925"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BFAD264-1EE3-7BD0-C565-709440ECEE1D}"/>
              </a:ext>
            </a:extLst>
          </p:cNvPr>
          <p:cNvSpPr txBox="1"/>
          <p:nvPr/>
        </p:nvSpPr>
        <p:spPr>
          <a:xfrm>
            <a:off x="2966014" y="2602533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003D6F-2531-FD78-565D-79DB56593072}"/>
              </a:ext>
            </a:extLst>
          </p:cNvPr>
          <p:cNvSpPr txBox="1"/>
          <p:nvPr/>
        </p:nvSpPr>
        <p:spPr>
          <a:xfrm>
            <a:off x="2915480" y="1699218"/>
            <a:ext cx="708848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19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5</a:t>
            </a:r>
            <a:endParaRPr lang="en-JP" sz="2399" baseline="-25000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</p:spTree>
    <p:extLst>
      <p:ext uri="{BB962C8B-B14F-4D97-AF65-F5344CB8AC3E}">
        <p14:creationId xmlns:p14="http://schemas.microsoft.com/office/powerpoint/2010/main" val="7721599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EAE7-7BEF-DEFD-71BA-2AEC7334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AB60C-37C0-8892-4DD7-2820AC5F8E54}"/>
              </a:ext>
            </a:extLst>
          </p:cNvPr>
          <p:cNvSpPr txBox="1"/>
          <p:nvPr/>
        </p:nvSpPr>
        <p:spPr>
          <a:xfrm>
            <a:off x="2940246" y="2475534"/>
            <a:ext cx="1223412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</a:t>
            </a:r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03655-D871-B7FE-7C73-3C6837C8D1EE}"/>
              </a:ext>
            </a:extLst>
          </p:cNvPr>
          <p:cNvSpPr txBox="1"/>
          <p:nvPr/>
        </p:nvSpPr>
        <p:spPr>
          <a:xfrm>
            <a:off x="1357762" y="2475534"/>
            <a:ext cx="1582484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ユーザ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AF3EE-7BB6-C586-BA4F-DEFFE850D430}"/>
              </a:ext>
            </a:extLst>
          </p:cNvPr>
          <p:cNvSpPr txBox="1"/>
          <p:nvPr/>
        </p:nvSpPr>
        <p:spPr>
          <a:xfrm>
            <a:off x="4169865" y="2475534"/>
            <a:ext cx="1620957" cy="523220"/>
          </a:xfrm>
          <a:prstGeom prst="rect">
            <a:avLst/>
          </a:prstGeom>
          <a:noFill/>
          <a:ln w="15875">
            <a:solidFill>
              <a:srgbClr val="00205B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営業担当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57A4C506-0413-46BB-D8E0-896B2EF1AFBD}"/>
              </a:ext>
            </a:extLst>
          </p:cNvPr>
          <p:cNvCxnSpPr>
            <a:cxnSpLocks/>
            <a:stCxn id="3" idx="0"/>
            <a:endCxn id="2" idx="0"/>
          </p:cNvCxnSpPr>
          <p:nvPr/>
        </p:nvCxnSpPr>
        <p:spPr>
          <a:xfrm rot="5400000" flipH="1" flipV="1">
            <a:off x="2850478" y="1774060"/>
            <a:ext cx="12700" cy="1402948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non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FFDAA08-F531-AB57-176D-C763AE3321A3}"/>
              </a:ext>
            </a:extLst>
          </p:cNvPr>
          <p:cNvCxnSpPr>
            <a:cxnSpLocks/>
            <a:stCxn id="3" idx="0"/>
            <a:endCxn id="5" idx="0"/>
          </p:cNvCxnSpPr>
          <p:nvPr/>
        </p:nvCxnSpPr>
        <p:spPr>
          <a:xfrm rot="5400000" flipH="1" flipV="1">
            <a:off x="3564674" y="1059864"/>
            <a:ext cx="12700" cy="2831340"/>
          </a:xfrm>
          <a:prstGeom prst="bentConnector3">
            <a:avLst>
              <a:gd name="adj1" fmla="val 1800000"/>
            </a:avLst>
          </a:prstGeom>
          <a:ln>
            <a:solidFill>
              <a:srgbClr val="00205B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5119B0-7E69-C3D7-31F5-6FFFCCE04952}"/>
              </a:ext>
            </a:extLst>
          </p:cNvPr>
          <p:cNvSpPr txBox="1"/>
          <p:nvPr/>
        </p:nvSpPr>
        <p:spPr>
          <a:xfrm>
            <a:off x="3289297" y="1758737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1F998837-7C80-34F5-804B-ED5A1DD9545C}"/>
              </a:ext>
            </a:extLst>
          </p:cNvPr>
          <p:cNvCxnSpPr>
            <a:cxnSpLocks/>
            <a:stCxn id="5" idx="2"/>
            <a:endCxn id="2" idx="2"/>
          </p:cNvCxnSpPr>
          <p:nvPr/>
        </p:nvCxnSpPr>
        <p:spPr>
          <a:xfrm rot="5400000">
            <a:off x="4266148" y="2284558"/>
            <a:ext cx="12700" cy="1428392"/>
          </a:xfrm>
          <a:prstGeom prst="bentConnector3">
            <a:avLst>
              <a:gd name="adj1" fmla="val 2254740"/>
            </a:avLst>
          </a:prstGeom>
          <a:ln>
            <a:solidFill>
              <a:srgbClr val="BA1C47"/>
            </a:solidFill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025E645-4FCD-6AFF-02CA-895C4F25F8E9}"/>
              </a:ext>
            </a:extLst>
          </p:cNvPr>
          <p:cNvSpPr/>
          <p:nvPr/>
        </p:nvSpPr>
        <p:spPr>
          <a:xfrm>
            <a:off x="3332461" y="2857650"/>
            <a:ext cx="79950" cy="1347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3A8DB7-643B-A8F1-9A54-D497C3EE90C5}"/>
              </a:ext>
            </a:extLst>
          </p:cNvPr>
          <p:cNvSpPr txBox="1"/>
          <p:nvPr/>
        </p:nvSpPr>
        <p:spPr>
          <a:xfrm>
            <a:off x="3984461" y="3284854"/>
            <a:ext cx="679994" cy="461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3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FD</a:t>
            </a:r>
            <a:r>
              <a:rPr lang="en-JP" sz="2399" baseline="-250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AF0FB4-510B-0BD1-8289-03668F4FF268}"/>
              </a:ext>
            </a:extLst>
          </p:cNvPr>
          <p:cNvSpPr/>
          <p:nvPr/>
        </p:nvSpPr>
        <p:spPr>
          <a:xfrm>
            <a:off x="6335774" y="2838471"/>
            <a:ext cx="220865" cy="1731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15709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52B7319-193D-E42B-CDB3-FF69D215F007}"/>
              </a:ext>
            </a:extLst>
          </p:cNvPr>
          <p:cNvSpPr/>
          <p:nvPr/>
        </p:nvSpPr>
        <p:spPr>
          <a:xfrm>
            <a:off x="2542614" y="613721"/>
            <a:ext cx="4058777" cy="4055557"/>
          </a:xfrm>
          <a:prstGeom prst="ellipse">
            <a:avLst/>
          </a:prstGeom>
          <a:solidFill>
            <a:srgbClr val="00205B">
              <a:alpha val="14126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8B2E1E-B48E-DDE8-AB34-8F13CC8AC8AB}"/>
              </a:ext>
            </a:extLst>
          </p:cNvPr>
          <p:cNvSpPr/>
          <p:nvPr/>
        </p:nvSpPr>
        <p:spPr>
          <a:xfrm>
            <a:off x="3020998" y="1096800"/>
            <a:ext cx="3103734" cy="3101273"/>
          </a:xfrm>
          <a:prstGeom prst="ellipse">
            <a:avLst/>
          </a:prstGeom>
          <a:solidFill>
            <a:schemeClr val="bg1"/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AA9C23-9B8E-F57F-6A15-5095CF99B32D}"/>
              </a:ext>
            </a:extLst>
          </p:cNvPr>
          <p:cNvSpPr/>
          <p:nvPr/>
        </p:nvSpPr>
        <p:spPr>
          <a:xfrm>
            <a:off x="3295093" y="1365599"/>
            <a:ext cx="2553824" cy="2551800"/>
          </a:xfrm>
          <a:prstGeom prst="ellipse">
            <a:avLst/>
          </a:prstGeom>
          <a:solidFill>
            <a:srgbClr val="BA1C47">
              <a:alpha val="31970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EB8E8E-7C86-19EF-A128-4182A3F11A81}"/>
              </a:ext>
            </a:extLst>
          </p:cNvPr>
          <p:cNvSpPr/>
          <p:nvPr/>
        </p:nvSpPr>
        <p:spPr>
          <a:xfrm>
            <a:off x="3751184" y="1821339"/>
            <a:ext cx="1641630" cy="1640329"/>
          </a:xfrm>
          <a:prstGeom prst="ellipse">
            <a:avLst/>
          </a:prstGeom>
          <a:solidFill>
            <a:srgbClr val="BA1C47">
              <a:alpha val="60000"/>
            </a:srgb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48C9DD-B33F-5070-4083-9B943CE0307E}"/>
              </a:ext>
            </a:extLst>
          </p:cNvPr>
          <p:cNvSpPr/>
          <p:nvPr/>
        </p:nvSpPr>
        <p:spPr>
          <a:xfrm>
            <a:off x="4020316" y="2090253"/>
            <a:ext cx="1103366" cy="1102491"/>
          </a:xfrm>
          <a:prstGeom prst="ellipse">
            <a:avLst/>
          </a:prstGeom>
          <a:solidFill>
            <a:schemeClr val="bg1"/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C49017-B790-14F1-6A78-BD2EFA101A01}"/>
              </a:ext>
            </a:extLst>
          </p:cNvPr>
          <p:cNvSpPr/>
          <p:nvPr/>
        </p:nvSpPr>
        <p:spPr>
          <a:xfrm>
            <a:off x="4275877" y="2291272"/>
            <a:ext cx="592255" cy="591786"/>
          </a:xfrm>
          <a:prstGeom prst="ellipse">
            <a:avLst/>
          </a:prstGeom>
          <a:solidFill>
            <a:schemeClr val="tx1">
              <a:lumMod val="75000"/>
              <a:lumOff val="25000"/>
              <a:alpha val="52817"/>
            </a:schemeClr>
          </a:solidFill>
          <a:ln w="349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19350-31E2-89E9-F695-939AF42B4386}"/>
              </a:ext>
            </a:extLst>
          </p:cNvPr>
          <p:cNvSpPr txBox="1"/>
          <p:nvPr/>
        </p:nvSpPr>
        <p:spPr>
          <a:xfrm>
            <a:off x="3966706" y="192833"/>
            <a:ext cx="121058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00205B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非正規形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623F6-D008-8A2E-7E0F-070BECE59F96}"/>
              </a:ext>
            </a:extLst>
          </p:cNvPr>
          <p:cNvSpPr txBox="1"/>
          <p:nvPr/>
        </p:nvSpPr>
        <p:spPr>
          <a:xfrm>
            <a:off x="3895371" y="675907"/>
            <a:ext cx="135325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00205B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第1正規形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3CBAF-BC33-9875-A10A-8F4BDF55B207}"/>
              </a:ext>
            </a:extLst>
          </p:cNvPr>
          <p:cNvSpPr txBox="1"/>
          <p:nvPr/>
        </p:nvSpPr>
        <p:spPr>
          <a:xfrm>
            <a:off x="4004470" y="108492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第2正規形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1AD37-17AC-41E8-F155-576CB3FD75C3}"/>
              </a:ext>
            </a:extLst>
          </p:cNvPr>
          <p:cNvSpPr txBox="1"/>
          <p:nvPr/>
        </p:nvSpPr>
        <p:spPr>
          <a:xfrm>
            <a:off x="3911473" y="1432400"/>
            <a:ext cx="135325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第3正規形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8E8DF-C5A1-F854-AEA5-D3B32FC9F30C}"/>
              </a:ext>
            </a:extLst>
          </p:cNvPr>
          <p:cNvSpPr txBox="1"/>
          <p:nvPr/>
        </p:nvSpPr>
        <p:spPr>
          <a:xfrm>
            <a:off x="5626426" y="1586549"/>
            <a:ext cx="2749471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ボイス・コッド正規形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F346F-9460-FD1E-7099-1A8A69296E1F}"/>
              </a:ext>
            </a:extLst>
          </p:cNvPr>
          <p:cNvSpPr txBox="1"/>
          <p:nvPr/>
        </p:nvSpPr>
        <p:spPr>
          <a:xfrm>
            <a:off x="5989840" y="2336267"/>
            <a:ext cx="123623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00205B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第4正規形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34339-5C1E-0839-0DDC-FAB7D094F152}"/>
              </a:ext>
            </a:extLst>
          </p:cNvPr>
          <p:cNvSpPr txBox="1"/>
          <p:nvPr/>
        </p:nvSpPr>
        <p:spPr>
          <a:xfrm>
            <a:off x="5336995" y="3261608"/>
            <a:ext cx="1236236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00205B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第5正規形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93AB2E-2713-97E9-694E-4E81E017F7BA}"/>
              </a:ext>
            </a:extLst>
          </p:cNvPr>
          <p:cNvCxnSpPr/>
          <p:nvPr/>
        </p:nvCxnSpPr>
        <p:spPr>
          <a:xfrm>
            <a:off x="4573578" y="2591496"/>
            <a:ext cx="804712" cy="735711"/>
          </a:xfrm>
          <a:prstGeom prst="straightConnector1">
            <a:avLst/>
          </a:prstGeom>
          <a:ln>
            <a:solidFill>
              <a:srgbClr val="00205B"/>
            </a:solidFill>
            <a:headEnd type="oval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FB816A-7768-5A11-3107-340BEF03FBD4}"/>
              </a:ext>
            </a:extLst>
          </p:cNvPr>
          <p:cNvCxnSpPr>
            <a:cxnSpLocks/>
          </p:cNvCxnSpPr>
          <p:nvPr/>
        </p:nvCxnSpPr>
        <p:spPr>
          <a:xfrm flipV="1">
            <a:off x="5038340" y="1821333"/>
            <a:ext cx="610035" cy="326690"/>
          </a:xfrm>
          <a:prstGeom prst="straightConnector1">
            <a:avLst/>
          </a:prstGeom>
          <a:ln>
            <a:solidFill>
              <a:srgbClr val="BA1C47"/>
            </a:solidFill>
            <a:headEnd type="oval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75C197-D02E-E9F8-43F9-0CBC7167FBD3}"/>
              </a:ext>
            </a:extLst>
          </p:cNvPr>
          <p:cNvCxnSpPr>
            <a:cxnSpLocks/>
          </p:cNvCxnSpPr>
          <p:nvPr/>
        </p:nvCxnSpPr>
        <p:spPr>
          <a:xfrm flipV="1">
            <a:off x="4959656" y="2536965"/>
            <a:ext cx="1001050" cy="3961"/>
          </a:xfrm>
          <a:prstGeom prst="straightConnector1">
            <a:avLst/>
          </a:prstGeom>
          <a:ln>
            <a:solidFill>
              <a:srgbClr val="00205B"/>
            </a:solidFill>
            <a:headEnd type="oval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9616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20688-148F-7B86-4043-6A1E107BC02F}"/>
              </a:ext>
            </a:extLst>
          </p:cNvPr>
          <p:cNvSpPr txBox="1"/>
          <p:nvPr/>
        </p:nvSpPr>
        <p:spPr>
          <a:xfrm>
            <a:off x="333661" y="1193337"/>
            <a:ext cx="1595309" cy="769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1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概念</a:t>
            </a:r>
          </a:p>
          <a:p>
            <a:pPr algn="ctr"/>
            <a:r>
              <a:rPr lang="en-JP" sz="21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モデリング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115DC6D-CAE3-A006-3A2F-7FAA68A14F57}"/>
              </a:ext>
            </a:extLst>
          </p:cNvPr>
          <p:cNvSpPr/>
          <p:nvPr/>
        </p:nvSpPr>
        <p:spPr>
          <a:xfrm>
            <a:off x="2027511" y="1461933"/>
            <a:ext cx="2601820" cy="1281273"/>
          </a:xfrm>
          <a:prstGeom prst="roundRect">
            <a:avLst/>
          </a:prstGeom>
          <a:noFill/>
          <a:ln w="73025">
            <a:solidFill>
              <a:srgbClr val="BA1C47">
                <a:alpha val="39832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284DB-6195-5AC6-669F-4F059BD8AB61}"/>
              </a:ext>
            </a:extLst>
          </p:cNvPr>
          <p:cNvSpPr txBox="1"/>
          <p:nvPr/>
        </p:nvSpPr>
        <p:spPr>
          <a:xfrm>
            <a:off x="2338405" y="1840953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2B3348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実体関連図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5C3F38-4501-26CF-1B8B-DD93720B37D5}"/>
              </a:ext>
            </a:extLst>
          </p:cNvPr>
          <p:cNvSpPr/>
          <p:nvPr/>
        </p:nvSpPr>
        <p:spPr>
          <a:xfrm>
            <a:off x="6505608" y="1461933"/>
            <a:ext cx="2601820" cy="1281273"/>
          </a:xfrm>
          <a:prstGeom prst="roundRect">
            <a:avLst/>
          </a:prstGeom>
          <a:solidFill>
            <a:srgbClr val="BA1C47">
              <a:alpha val="20000"/>
            </a:srgbClr>
          </a:solidFill>
          <a:ln w="635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25FEC-7B9B-2402-17E0-BE8B12E52127}"/>
              </a:ext>
            </a:extLst>
          </p:cNvPr>
          <p:cNvSpPr txBox="1"/>
          <p:nvPr/>
        </p:nvSpPr>
        <p:spPr>
          <a:xfrm>
            <a:off x="6702686" y="1701164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800" dirty="0">
                <a:solidFill>
                  <a:srgbClr val="2B3348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関係スキーマ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CD735-2906-D888-0BD1-72D8DB6EF5B8}"/>
              </a:ext>
            </a:extLst>
          </p:cNvPr>
          <p:cNvSpPr txBox="1"/>
          <p:nvPr/>
        </p:nvSpPr>
        <p:spPr>
          <a:xfrm>
            <a:off x="6878214" y="2152935"/>
            <a:ext cx="185339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(3NF or BCNF)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865FDF0-ECF1-0844-03F5-279103731B68}"/>
              </a:ext>
            </a:extLst>
          </p:cNvPr>
          <p:cNvSpPr/>
          <p:nvPr/>
        </p:nvSpPr>
        <p:spPr>
          <a:xfrm>
            <a:off x="2027511" y="3551337"/>
            <a:ext cx="2601820" cy="1281273"/>
          </a:xfrm>
          <a:prstGeom prst="roundRect">
            <a:avLst/>
          </a:prstGeom>
          <a:noFill/>
          <a:ln w="73025">
            <a:solidFill>
              <a:srgbClr val="0070C0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0FD0-39A8-5C61-2827-20A4C0A810F7}"/>
              </a:ext>
            </a:extLst>
          </p:cNvPr>
          <p:cNvSpPr txBox="1"/>
          <p:nvPr/>
        </p:nvSpPr>
        <p:spPr>
          <a:xfrm>
            <a:off x="2307772" y="3714920"/>
            <a:ext cx="20521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800" dirty="0">
                <a:solidFill>
                  <a:srgbClr val="2B3348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FD</a:t>
            </a:r>
          </a:p>
          <a:p>
            <a:pPr algn="ctr"/>
            <a:r>
              <a:rPr lang="en-JP" sz="2800" dirty="0">
                <a:solidFill>
                  <a:srgbClr val="2B3348"/>
                </a:solidFill>
                <a:latin typeface="IPAPGothic" panose="020B0500000000000000" pitchFamily="34" charset="-128"/>
                <a:ea typeface="IPAPGothic" panose="020B0500000000000000" pitchFamily="34" charset="-128"/>
                <a:cs typeface="IPAPGothic"/>
              </a:rPr>
              <a:t>ダイアグラム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89B3D9-6FBB-997F-037D-A17CB3992E99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4629326" y="2102565"/>
            <a:ext cx="1876278" cy="0"/>
          </a:xfrm>
          <a:prstGeom prst="straightConnector1">
            <a:avLst/>
          </a:prstGeom>
          <a:ln w="76200">
            <a:solidFill>
              <a:srgbClr val="BA1C47"/>
            </a:solidFill>
            <a:headEnd type="none" w="lg" len="lg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DF2C4A-AB2D-5FCD-934F-88111459DF42}"/>
              </a:ext>
            </a:extLst>
          </p:cNvPr>
          <p:cNvSpPr txBox="1"/>
          <p:nvPr/>
        </p:nvSpPr>
        <p:spPr>
          <a:xfrm>
            <a:off x="4628752" y="1238049"/>
            <a:ext cx="1877437" cy="769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1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スキーマ変換</a:t>
            </a:r>
          </a:p>
          <a:p>
            <a:r>
              <a:rPr lang="en-JP" sz="21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</a:t>
            </a:r>
            <a:r>
              <a:rPr lang="en-US" sz="21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   </a:t>
            </a:r>
            <a:r>
              <a:rPr lang="en-JP" sz="21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+ 正規化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9D2D596-BF8C-537C-8F64-B3FF73316413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flipV="1">
            <a:off x="4629327" y="2743202"/>
            <a:ext cx="3177188" cy="1448769"/>
          </a:xfrm>
          <a:prstGeom prst="bentConnector2">
            <a:avLst/>
          </a:prstGeom>
          <a:ln w="63500">
            <a:solidFill>
              <a:schemeClr val="accent1">
                <a:alpha val="53846"/>
              </a:schemeClr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75006B01-F74E-B043-8605-9F313CE2C0BF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629330" y="2102566"/>
            <a:ext cx="837556" cy="2089406"/>
          </a:xfrm>
          <a:prstGeom prst="bentConnector2">
            <a:avLst/>
          </a:prstGeom>
          <a:ln w="63500">
            <a:solidFill>
              <a:schemeClr val="accent1">
                <a:alpha val="53846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E870EA-6251-1B68-E6C6-A9E68920196D}"/>
              </a:ext>
            </a:extLst>
          </p:cNvPr>
          <p:cNvSpPr txBox="1"/>
          <p:nvPr/>
        </p:nvSpPr>
        <p:spPr>
          <a:xfrm>
            <a:off x="5780142" y="4326069"/>
            <a:ext cx="2159567" cy="769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21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関係スキーマを</a:t>
            </a:r>
          </a:p>
          <a:p>
            <a:pPr algn="ctr"/>
            <a:r>
              <a:rPr lang="en-JP" sz="2199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直接求める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4B33D20-79C9-D264-CDD2-4E59C4406F60}"/>
              </a:ext>
            </a:extLst>
          </p:cNvPr>
          <p:cNvCxnSpPr>
            <a:cxnSpLocks/>
          </p:cNvCxnSpPr>
          <p:nvPr/>
        </p:nvCxnSpPr>
        <p:spPr>
          <a:xfrm>
            <a:off x="151230" y="2126391"/>
            <a:ext cx="1876278" cy="0"/>
          </a:xfrm>
          <a:prstGeom prst="straightConnector1">
            <a:avLst/>
          </a:prstGeom>
          <a:ln w="76200">
            <a:solidFill>
              <a:srgbClr val="BA1C47"/>
            </a:solidFill>
            <a:headEnd type="none" w="lg" len="lg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12D092E-03BC-1037-775A-EA5D22D986E2}"/>
              </a:ext>
            </a:extLst>
          </p:cNvPr>
          <p:cNvCxnSpPr>
            <a:cxnSpLocks/>
            <a:stCxn id="3" idx="0"/>
            <a:endCxn id="8" idx="0"/>
          </p:cNvCxnSpPr>
          <p:nvPr/>
        </p:nvCxnSpPr>
        <p:spPr>
          <a:xfrm rot="5400000" flipH="1" flipV="1">
            <a:off x="5567465" y="-777121"/>
            <a:ext cx="12700" cy="4478097"/>
          </a:xfrm>
          <a:prstGeom prst="bentConnector3">
            <a:avLst>
              <a:gd name="adj1" fmla="val 6696000"/>
            </a:avLst>
          </a:prstGeom>
          <a:ln w="63500">
            <a:solidFill>
              <a:srgbClr val="BA1C47">
                <a:alpha val="54000"/>
              </a:srgbClr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8BA3228-56FF-98DA-2413-96C79080DF3E}"/>
              </a:ext>
            </a:extLst>
          </p:cNvPr>
          <p:cNvSpPr txBox="1"/>
          <p:nvPr/>
        </p:nvSpPr>
        <p:spPr>
          <a:xfrm>
            <a:off x="4528168" y="182097"/>
            <a:ext cx="1877437" cy="430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1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スキーマ変換</a:t>
            </a:r>
          </a:p>
        </p:txBody>
      </p:sp>
    </p:spTree>
    <p:extLst>
      <p:ext uri="{BB962C8B-B14F-4D97-AF65-F5344CB8AC3E}">
        <p14:creationId xmlns:p14="http://schemas.microsoft.com/office/powerpoint/2010/main" val="23634555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5F7BE92-B370-3FCC-7AF6-4607CB282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38" y="-38100"/>
            <a:ext cx="3195142" cy="244461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4C42E0CD-7F7D-F9B7-D83F-7F0C6A2BFF69}"/>
              </a:ext>
            </a:extLst>
          </p:cNvPr>
          <p:cNvSpPr/>
          <p:nvPr/>
        </p:nvSpPr>
        <p:spPr>
          <a:xfrm>
            <a:off x="7281" y="2381025"/>
            <a:ext cx="9136725" cy="2715429"/>
          </a:xfrm>
          <a:prstGeom prst="rect">
            <a:avLst/>
          </a:prstGeom>
          <a:solidFill>
            <a:srgbClr val="BA1C47">
              <a:alpha val="201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83E6C-C238-AB8D-0129-92C2C92665CE}"/>
              </a:ext>
            </a:extLst>
          </p:cNvPr>
          <p:cNvSpPr/>
          <p:nvPr/>
        </p:nvSpPr>
        <p:spPr>
          <a:xfrm>
            <a:off x="115798" y="2529179"/>
            <a:ext cx="2881404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64577-EC09-BC32-59A4-8E0AA0497630}"/>
              </a:ext>
            </a:extLst>
          </p:cNvPr>
          <p:cNvSpPr txBox="1"/>
          <p:nvPr/>
        </p:nvSpPr>
        <p:spPr>
          <a:xfrm>
            <a:off x="308140" y="3087976"/>
            <a:ext cx="195117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PA001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CA2F3-7700-374A-1A5F-6A424F4C447F}"/>
              </a:ext>
            </a:extLst>
          </p:cNvPr>
          <p:cNvSpPr txBox="1"/>
          <p:nvPr/>
        </p:nvSpPr>
        <p:spPr>
          <a:xfrm>
            <a:off x="308136" y="3519776"/>
            <a:ext cx="24929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はーいお茶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DCB89-3EE1-E0F8-1EAE-05586BFDE577}"/>
              </a:ext>
            </a:extLst>
          </p:cNvPr>
          <p:cNvSpPr txBox="1"/>
          <p:nvPr/>
        </p:nvSpPr>
        <p:spPr>
          <a:xfrm>
            <a:off x="308134" y="3951457"/>
            <a:ext cx="16385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130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0EAEF-73CB-5773-5E79-D57957DCA68E}"/>
              </a:ext>
            </a:extLst>
          </p:cNvPr>
          <p:cNvSpPr txBox="1"/>
          <p:nvPr/>
        </p:nvSpPr>
        <p:spPr>
          <a:xfrm>
            <a:off x="308136" y="4383138"/>
            <a:ext cx="255390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 u="sng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2018/10/25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6B35D-DB86-B3A7-1C45-E767FD27C27F}"/>
              </a:ext>
            </a:extLst>
          </p:cNvPr>
          <p:cNvSpPr txBox="1"/>
          <p:nvPr/>
        </p:nvSpPr>
        <p:spPr>
          <a:xfrm>
            <a:off x="308135" y="2668876"/>
            <a:ext cx="135325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アドレス1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85BF5-4E6E-CAB5-8127-8E5E7E5882B5}"/>
              </a:ext>
            </a:extLst>
          </p:cNvPr>
          <p:cNvSpPr/>
          <p:nvPr/>
        </p:nvSpPr>
        <p:spPr>
          <a:xfrm>
            <a:off x="2993469" y="2529180"/>
            <a:ext cx="2881404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53B89-2DFA-126E-8210-B4D9966116AA}"/>
              </a:ext>
            </a:extLst>
          </p:cNvPr>
          <p:cNvSpPr txBox="1"/>
          <p:nvPr/>
        </p:nvSpPr>
        <p:spPr>
          <a:xfrm>
            <a:off x="3185811" y="3087977"/>
            <a:ext cx="195117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PA002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E352E-876D-446E-C13A-8186E5254F8F}"/>
              </a:ext>
            </a:extLst>
          </p:cNvPr>
          <p:cNvSpPr txBox="1"/>
          <p:nvPr/>
        </p:nvSpPr>
        <p:spPr>
          <a:xfrm>
            <a:off x="3185806" y="3519777"/>
            <a:ext cx="24929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きのこの里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C039C-EA24-EAAB-D8F6-2C989C881E44}"/>
              </a:ext>
            </a:extLst>
          </p:cNvPr>
          <p:cNvSpPr txBox="1"/>
          <p:nvPr/>
        </p:nvSpPr>
        <p:spPr>
          <a:xfrm>
            <a:off x="3185806" y="3951458"/>
            <a:ext cx="16385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230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F9737-1C74-DE7B-9B3E-3148CF35B97B}"/>
              </a:ext>
            </a:extLst>
          </p:cNvPr>
          <p:cNvSpPr txBox="1"/>
          <p:nvPr/>
        </p:nvSpPr>
        <p:spPr>
          <a:xfrm>
            <a:off x="3185806" y="4383139"/>
            <a:ext cx="255390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 u="sng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2018/11/17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892D9-428B-5B82-E4AF-DA6C946476D0}"/>
              </a:ext>
            </a:extLst>
          </p:cNvPr>
          <p:cNvSpPr txBox="1"/>
          <p:nvPr/>
        </p:nvSpPr>
        <p:spPr>
          <a:xfrm>
            <a:off x="3185806" y="2668877"/>
            <a:ext cx="135325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アドレス2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9A8E8-5FDE-65E1-87CC-D9B26D76B8F9}"/>
              </a:ext>
            </a:extLst>
          </p:cNvPr>
          <p:cNvSpPr/>
          <p:nvPr/>
        </p:nvSpPr>
        <p:spPr>
          <a:xfrm>
            <a:off x="6146805" y="2529180"/>
            <a:ext cx="2881404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AC0613-71D4-603A-09BD-ED0B224B1E08}"/>
              </a:ext>
            </a:extLst>
          </p:cNvPr>
          <p:cNvSpPr txBox="1"/>
          <p:nvPr/>
        </p:nvSpPr>
        <p:spPr>
          <a:xfrm>
            <a:off x="6339148" y="3087977"/>
            <a:ext cx="1949573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PZ015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6AA00B-1C35-6767-A497-D14BFA23A342}"/>
              </a:ext>
            </a:extLst>
          </p:cNvPr>
          <p:cNvSpPr txBox="1"/>
          <p:nvPr/>
        </p:nvSpPr>
        <p:spPr>
          <a:xfrm>
            <a:off x="6339144" y="3519777"/>
            <a:ext cx="24929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滝子の里山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91CB0-A3A9-2E38-DD2A-8747A69230CA}"/>
              </a:ext>
            </a:extLst>
          </p:cNvPr>
          <p:cNvSpPr txBox="1"/>
          <p:nvPr/>
        </p:nvSpPr>
        <p:spPr>
          <a:xfrm>
            <a:off x="6339142" y="3951458"/>
            <a:ext cx="16385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360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80BC1A-E0E9-5FF9-714B-6B7FA390A386}"/>
              </a:ext>
            </a:extLst>
          </p:cNvPr>
          <p:cNvSpPr txBox="1"/>
          <p:nvPr/>
        </p:nvSpPr>
        <p:spPr>
          <a:xfrm>
            <a:off x="6339143" y="4383139"/>
            <a:ext cx="255390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 u="sng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2023/07/07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795989-1071-5BBD-F13E-4AF167E02C91}"/>
              </a:ext>
            </a:extLst>
          </p:cNvPr>
          <p:cNvSpPr txBox="1"/>
          <p:nvPr/>
        </p:nvSpPr>
        <p:spPr>
          <a:xfrm>
            <a:off x="6339147" y="2668877"/>
            <a:ext cx="192392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アドレス10000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E30F55-BC97-42AE-6D5D-24393BCF616A}"/>
              </a:ext>
            </a:extLst>
          </p:cNvPr>
          <p:cNvSpPr/>
          <p:nvPr/>
        </p:nvSpPr>
        <p:spPr>
          <a:xfrm>
            <a:off x="5874876" y="2529180"/>
            <a:ext cx="268197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800E3-138E-514B-8EC1-9F5C9B42C23E}"/>
              </a:ext>
            </a:extLst>
          </p:cNvPr>
          <p:cNvSpPr txBox="1"/>
          <p:nvPr/>
        </p:nvSpPr>
        <p:spPr>
          <a:xfrm>
            <a:off x="5788397" y="3569240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385503-A351-11B9-06B0-56CEF238E397}"/>
              </a:ext>
            </a:extLst>
          </p:cNvPr>
          <p:cNvSpPr txBox="1"/>
          <p:nvPr/>
        </p:nvSpPr>
        <p:spPr>
          <a:xfrm>
            <a:off x="6078644" y="868912"/>
            <a:ext cx="277511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HDD</a:t>
            </a:r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のような記憶装置</a:t>
            </a:r>
            <a:endParaRPr lang="en-US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6" name="Block Arc 25">
            <a:extLst>
              <a:ext uri="{FF2B5EF4-FFF2-40B4-BE49-F238E27FC236}">
                <a16:creationId xmlns:a16="http://schemas.microsoft.com/office/drawing/2014/main" id="{4A596700-B0C5-7CF0-4E7E-3B61C6D86DD2}"/>
              </a:ext>
            </a:extLst>
          </p:cNvPr>
          <p:cNvSpPr/>
          <p:nvPr/>
        </p:nvSpPr>
        <p:spPr>
          <a:xfrm rot="207093">
            <a:off x="4456558" y="885163"/>
            <a:ext cx="554437" cy="482600"/>
          </a:xfrm>
          <a:prstGeom prst="blockArc">
            <a:avLst>
              <a:gd name="adj1" fmla="val 18882945"/>
              <a:gd name="adj2" fmla="val 0"/>
              <a:gd name="adj3" fmla="val 25000"/>
            </a:avLst>
          </a:prstGeom>
          <a:solidFill>
            <a:srgbClr val="BA1C47">
              <a:alpha val="580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>
              <a:solidFill>
                <a:schemeClr val="tx1"/>
              </a:solidFill>
            </a:endParaRPr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28E5AE9B-A514-F3CB-A39F-C7B95AD4602D}"/>
              </a:ext>
            </a:extLst>
          </p:cNvPr>
          <p:cNvSpPr/>
          <p:nvPr/>
        </p:nvSpPr>
        <p:spPr>
          <a:xfrm rot="19984622">
            <a:off x="5179502" y="1003166"/>
            <a:ext cx="272981" cy="1549104"/>
          </a:xfrm>
          <a:prstGeom prst="triangle">
            <a:avLst/>
          </a:prstGeom>
          <a:solidFill>
            <a:srgbClr val="F3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8896FF-4964-D42F-9B04-6EFF049A53A5}"/>
              </a:ext>
            </a:extLst>
          </p:cNvPr>
          <p:cNvSpPr/>
          <p:nvPr/>
        </p:nvSpPr>
        <p:spPr>
          <a:xfrm>
            <a:off x="2259315" y="4749185"/>
            <a:ext cx="7073295" cy="400111"/>
          </a:xfrm>
          <a:prstGeom prst="roundRect">
            <a:avLst>
              <a:gd name="adj" fmla="val 50000"/>
            </a:avLst>
          </a:prstGeom>
          <a:solidFill>
            <a:srgbClr val="BA1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744D5B-D8E0-B1E2-2407-134714DA9A13}"/>
              </a:ext>
            </a:extLst>
          </p:cNvPr>
          <p:cNvSpPr txBox="1"/>
          <p:nvPr/>
        </p:nvSpPr>
        <p:spPr>
          <a:xfrm>
            <a:off x="2411712" y="4770418"/>
            <a:ext cx="6948190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chemeClr val="bg1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各レコードは分割され記憶装置の特定の場所に格納される</a:t>
            </a: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819EB099-21DC-238A-F2DA-692E36C99E84}"/>
              </a:ext>
            </a:extLst>
          </p:cNvPr>
          <p:cNvSpPr/>
          <p:nvPr/>
        </p:nvSpPr>
        <p:spPr>
          <a:xfrm rot="3215005">
            <a:off x="4479890" y="882431"/>
            <a:ext cx="554437" cy="482600"/>
          </a:xfrm>
          <a:prstGeom prst="blockArc">
            <a:avLst>
              <a:gd name="adj1" fmla="val 18882945"/>
              <a:gd name="adj2" fmla="val 0"/>
              <a:gd name="adj3" fmla="val 25000"/>
            </a:avLst>
          </a:prstGeom>
          <a:solidFill>
            <a:srgbClr val="BA1C47">
              <a:alpha val="580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>
              <a:solidFill>
                <a:schemeClr val="tx1"/>
              </a:solidFill>
            </a:endParaRPr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E88B6571-FA59-E065-6A2A-3028C68690B8}"/>
              </a:ext>
            </a:extLst>
          </p:cNvPr>
          <p:cNvSpPr/>
          <p:nvPr/>
        </p:nvSpPr>
        <p:spPr>
          <a:xfrm rot="5943891">
            <a:off x="4484809" y="904145"/>
            <a:ext cx="554437" cy="482600"/>
          </a:xfrm>
          <a:prstGeom prst="blockArc">
            <a:avLst>
              <a:gd name="adj1" fmla="val 18882945"/>
              <a:gd name="adj2" fmla="val 0"/>
              <a:gd name="adj3" fmla="val 25000"/>
            </a:avLst>
          </a:prstGeom>
          <a:solidFill>
            <a:srgbClr val="BA1C47">
              <a:alpha val="580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>
              <a:solidFill>
                <a:schemeClr val="tx1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06CD782-588A-5B31-4A90-3E01C2D63E95}"/>
              </a:ext>
            </a:extLst>
          </p:cNvPr>
          <p:cNvSpPr/>
          <p:nvPr/>
        </p:nvSpPr>
        <p:spPr>
          <a:xfrm rot="4295855">
            <a:off x="4369346" y="864165"/>
            <a:ext cx="464352" cy="433131"/>
          </a:xfrm>
          <a:prstGeom prst="arc">
            <a:avLst/>
          </a:prstGeom>
          <a:ln w="19050">
            <a:solidFill>
              <a:srgbClr val="BA1C47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729349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5F7BE92-B370-3FCC-7AF6-4607CB282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38" y="-38100"/>
            <a:ext cx="3195142" cy="244461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4C42E0CD-7F7D-F9B7-D83F-7F0C6A2BFF69}"/>
              </a:ext>
            </a:extLst>
          </p:cNvPr>
          <p:cNvSpPr/>
          <p:nvPr/>
        </p:nvSpPr>
        <p:spPr>
          <a:xfrm>
            <a:off x="7281" y="2381025"/>
            <a:ext cx="9136725" cy="2715429"/>
          </a:xfrm>
          <a:prstGeom prst="rect">
            <a:avLst/>
          </a:prstGeom>
          <a:solidFill>
            <a:srgbClr val="BA1C47">
              <a:alpha val="201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83E6C-C238-AB8D-0129-92C2C92665CE}"/>
              </a:ext>
            </a:extLst>
          </p:cNvPr>
          <p:cNvSpPr/>
          <p:nvPr/>
        </p:nvSpPr>
        <p:spPr>
          <a:xfrm>
            <a:off x="115798" y="2529179"/>
            <a:ext cx="2881404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64577-EC09-BC32-59A4-8E0AA0497630}"/>
              </a:ext>
            </a:extLst>
          </p:cNvPr>
          <p:cNvSpPr txBox="1"/>
          <p:nvPr/>
        </p:nvSpPr>
        <p:spPr>
          <a:xfrm>
            <a:off x="308140" y="3087976"/>
            <a:ext cx="195117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PA001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CA2F3-7700-374A-1A5F-6A424F4C447F}"/>
              </a:ext>
            </a:extLst>
          </p:cNvPr>
          <p:cNvSpPr txBox="1"/>
          <p:nvPr/>
        </p:nvSpPr>
        <p:spPr>
          <a:xfrm>
            <a:off x="308136" y="3519776"/>
            <a:ext cx="24929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はーいお茶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DCB89-3EE1-E0F8-1EAE-05586BFDE577}"/>
              </a:ext>
            </a:extLst>
          </p:cNvPr>
          <p:cNvSpPr txBox="1"/>
          <p:nvPr/>
        </p:nvSpPr>
        <p:spPr>
          <a:xfrm>
            <a:off x="308134" y="3951457"/>
            <a:ext cx="16385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130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0EAEF-73CB-5773-5E79-D57957DCA68E}"/>
              </a:ext>
            </a:extLst>
          </p:cNvPr>
          <p:cNvSpPr txBox="1"/>
          <p:nvPr/>
        </p:nvSpPr>
        <p:spPr>
          <a:xfrm>
            <a:off x="308136" y="4383138"/>
            <a:ext cx="255390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 u="sng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2018/10/25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6B35D-DB86-B3A7-1C45-E767FD27C27F}"/>
              </a:ext>
            </a:extLst>
          </p:cNvPr>
          <p:cNvSpPr txBox="1"/>
          <p:nvPr/>
        </p:nvSpPr>
        <p:spPr>
          <a:xfrm>
            <a:off x="308135" y="2668876"/>
            <a:ext cx="135325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アドレス1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85BF5-4E6E-CAB5-8127-8E5E7E5882B5}"/>
              </a:ext>
            </a:extLst>
          </p:cNvPr>
          <p:cNvSpPr/>
          <p:nvPr/>
        </p:nvSpPr>
        <p:spPr>
          <a:xfrm>
            <a:off x="2993469" y="2529180"/>
            <a:ext cx="2881404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53B89-2DFA-126E-8210-B4D9966116AA}"/>
              </a:ext>
            </a:extLst>
          </p:cNvPr>
          <p:cNvSpPr txBox="1"/>
          <p:nvPr/>
        </p:nvSpPr>
        <p:spPr>
          <a:xfrm>
            <a:off x="3185811" y="3087977"/>
            <a:ext cx="195117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PA002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E352E-876D-446E-C13A-8186E5254F8F}"/>
              </a:ext>
            </a:extLst>
          </p:cNvPr>
          <p:cNvSpPr txBox="1"/>
          <p:nvPr/>
        </p:nvSpPr>
        <p:spPr>
          <a:xfrm>
            <a:off x="3185806" y="3519777"/>
            <a:ext cx="24929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きのこの里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C039C-EA24-EAAB-D8F6-2C989C881E44}"/>
              </a:ext>
            </a:extLst>
          </p:cNvPr>
          <p:cNvSpPr txBox="1"/>
          <p:nvPr/>
        </p:nvSpPr>
        <p:spPr>
          <a:xfrm>
            <a:off x="3185806" y="3951458"/>
            <a:ext cx="16385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230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F9737-1C74-DE7B-9B3E-3148CF35B97B}"/>
              </a:ext>
            </a:extLst>
          </p:cNvPr>
          <p:cNvSpPr txBox="1"/>
          <p:nvPr/>
        </p:nvSpPr>
        <p:spPr>
          <a:xfrm>
            <a:off x="3185806" y="4383139"/>
            <a:ext cx="255390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 u="sng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2018/11/17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892D9-428B-5B82-E4AF-DA6C946476D0}"/>
              </a:ext>
            </a:extLst>
          </p:cNvPr>
          <p:cNvSpPr txBox="1"/>
          <p:nvPr/>
        </p:nvSpPr>
        <p:spPr>
          <a:xfrm>
            <a:off x="3185806" y="2668877"/>
            <a:ext cx="135325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アドレス2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9A8E8-5FDE-65E1-87CC-D9B26D76B8F9}"/>
              </a:ext>
            </a:extLst>
          </p:cNvPr>
          <p:cNvSpPr/>
          <p:nvPr/>
        </p:nvSpPr>
        <p:spPr>
          <a:xfrm>
            <a:off x="6146805" y="2529180"/>
            <a:ext cx="2881404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AC0613-71D4-603A-09BD-ED0B224B1E08}"/>
              </a:ext>
            </a:extLst>
          </p:cNvPr>
          <p:cNvSpPr txBox="1"/>
          <p:nvPr/>
        </p:nvSpPr>
        <p:spPr>
          <a:xfrm>
            <a:off x="6339148" y="3087977"/>
            <a:ext cx="1949573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商品ID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PZ015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6AA00B-1C35-6767-A497-D14BFA23A342}"/>
              </a:ext>
            </a:extLst>
          </p:cNvPr>
          <p:cNvSpPr txBox="1"/>
          <p:nvPr/>
        </p:nvSpPr>
        <p:spPr>
          <a:xfrm>
            <a:off x="6339144" y="3519777"/>
            <a:ext cx="24929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商品名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滝子の里山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91CB0-A3A9-2E38-DD2A-8747A69230CA}"/>
              </a:ext>
            </a:extLst>
          </p:cNvPr>
          <p:cNvSpPr txBox="1"/>
          <p:nvPr/>
        </p:nvSpPr>
        <p:spPr>
          <a:xfrm>
            <a:off x="6339142" y="3951458"/>
            <a:ext cx="16385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JP" sz="1999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360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80BC1A-E0E9-5FF9-714B-6B7FA390A386}"/>
              </a:ext>
            </a:extLst>
          </p:cNvPr>
          <p:cNvSpPr txBox="1"/>
          <p:nvPr/>
        </p:nvSpPr>
        <p:spPr>
          <a:xfrm>
            <a:off x="6339143" y="4383139"/>
            <a:ext cx="255390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99" u="sng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登録日</a:t>
            </a:r>
            <a:r>
              <a:rPr lang="ja-JP" altLang="en-US" sz="1999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　</a:t>
            </a:r>
            <a:r>
              <a:rPr lang="en-US" altLang="ja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2023/07/07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795989-1071-5BBD-F13E-4AF167E02C91}"/>
              </a:ext>
            </a:extLst>
          </p:cNvPr>
          <p:cNvSpPr txBox="1"/>
          <p:nvPr/>
        </p:nvSpPr>
        <p:spPr>
          <a:xfrm>
            <a:off x="6339147" y="2668877"/>
            <a:ext cx="192392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アドレス10000</a:t>
            </a:r>
            <a:endParaRPr lang="en-JP" sz="1999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E30F55-BC97-42AE-6D5D-24393BCF616A}"/>
              </a:ext>
            </a:extLst>
          </p:cNvPr>
          <p:cNvSpPr/>
          <p:nvPr/>
        </p:nvSpPr>
        <p:spPr>
          <a:xfrm>
            <a:off x="5874876" y="2529180"/>
            <a:ext cx="268197" cy="2402227"/>
          </a:xfrm>
          <a:prstGeom prst="rect">
            <a:avLst/>
          </a:prstGeom>
          <a:solidFill>
            <a:schemeClr val="bg1"/>
          </a:solidFill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800E3-138E-514B-8EC1-9F5C9B42C23E}"/>
              </a:ext>
            </a:extLst>
          </p:cNvPr>
          <p:cNvSpPr txBox="1"/>
          <p:nvPr/>
        </p:nvSpPr>
        <p:spPr>
          <a:xfrm>
            <a:off x="5788397" y="3569240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385503-A351-11B9-06B0-56CEF238E397}"/>
              </a:ext>
            </a:extLst>
          </p:cNvPr>
          <p:cNvSpPr txBox="1"/>
          <p:nvPr/>
        </p:nvSpPr>
        <p:spPr>
          <a:xfrm>
            <a:off x="6078644" y="868912"/>
            <a:ext cx="277511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HDD</a:t>
            </a:r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のような記憶装置</a:t>
            </a:r>
            <a:endParaRPr lang="en-US" sz="1999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28E5AE9B-A514-F3CB-A39F-C7B95AD4602D}"/>
              </a:ext>
            </a:extLst>
          </p:cNvPr>
          <p:cNvSpPr/>
          <p:nvPr/>
        </p:nvSpPr>
        <p:spPr>
          <a:xfrm rot="19984622">
            <a:off x="5179502" y="1003166"/>
            <a:ext cx="272981" cy="1549104"/>
          </a:xfrm>
          <a:prstGeom prst="triangle">
            <a:avLst/>
          </a:prstGeom>
          <a:solidFill>
            <a:srgbClr val="F3D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9" name="Block Arc 28">
            <a:extLst>
              <a:ext uri="{FF2B5EF4-FFF2-40B4-BE49-F238E27FC236}">
                <a16:creationId xmlns:a16="http://schemas.microsoft.com/office/drawing/2014/main" id="{1525E7D6-52EB-29F5-D144-6ED3DA69536D}"/>
              </a:ext>
            </a:extLst>
          </p:cNvPr>
          <p:cNvSpPr/>
          <p:nvPr/>
        </p:nvSpPr>
        <p:spPr>
          <a:xfrm rot="207093">
            <a:off x="4456558" y="885163"/>
            <a:ext cx="554437" cy="482600"/>
          </a:xfrm>
          <a:prstGeom prst="blockArc">
            <a:avLst>
              <a:gd name="adj1" fmla="val 18882945"/>
              <a:gd name="adj2" fmla="val 0"/>
              <a:gd name="adj3" fmla="val 25000"/>
            </a:avLst>
          </a:prstGeom>
          <a:solidFill>
            <a:srgbClr val="BA1C47">
              <a:alpha val="580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>
              <a:solidFill>
                <a:schemeClr val="tx1"/>
              </a:solidFill>
            </a:endParaRPr>
          </a:p>
        </p:txBody>
      </p:sp>
      <p:sp>
        <p:nvSpPr>
          <p:cNvPr id="30" name="Block Arc 29">
            <a:extLst>
              <a:ext uri="{FF2B5EF4-FFF2-40B4-BE49-F238E27FC236}">
                <a16:creationId xmlns:a16="http://schemas.microsoft.com/office/drawing/2014/main" id="{EB27D5DE-7792-CB6E-6405-D3E8EC3C9D2E}"/>
              </a:ext>
            </a:extLst>
          </p:cNvPr>
          <p:cNvSpPr/>
          <p:nvPr/>
        </p:nvSpPr>
        <p:spPr>
          <a:xfrm rot="3215005">
            <a:off x="4479890" y="882431"/>
            <a:ext cx="554437" cy="482600"/>
          </a:xfrm>
          <a:prstGeom prst="blockArc">
            <a:avLst>
              <a:gd name="adj1" fmla="val 18882945"/>
              <a:gd name="adj2" fmla="val 0"/>
              <a:gd name="adj3" fmla="val 25000"/>
            </a:avLst>
          </a:prstGeom>
          <a:solidFill>
            <a:srgbClr val="BA1C47">
              <a:alpha val="580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>
              <a:solidFill>
                <a:schemeClr val="tx1"/>
              </a:solidFill>
            </a:endParaRPr>
          </a:p>
        </p:txBody>
      </p:sp>
      <p:sp>
        <p:nvSpPr>
          <p:cNvPr id="31" name="Block Arc 30">
            <a:extLst>
              <a:ext uri="{FF2B5EF4-FFF2-40B4-BE49-F238E27FC236}">
                <a16:creationId xmlns:a16="http://schemas.microsoft.com/office/drawing/2014/main" id="{DAF941CA-3FBE-D534-024B-7AED037CA69E}"/>
              </a:ext>
            </a:extLst>
          </p:cNvPr>
          <p:cNvSpPr/>
          <p:nvPr/>
        </p:nvSpPr>
        <p:spPr>
          <a:xfrm rot="5943891">
            <a:off x="4484809" y="904145"/>
            <a:ext cx="554437" cy="482600"/>
          </a:xfrm>
          <a:prstGeom prst="blockArc">
            <a:avLst>
              <a:gd name="adj1" fmla="val 18882945"/>
              <a:gd name="adj2" fmla="val 0"/>
              <a:gd name="adj3" fmla="val 25000"/>
            </a:avLst>
          </a:prstGeom>
          <a:solidFill>
            <a:srgbClr val="BA1C47">
              <a:alpha val="580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 dirty="0">
              <a:solidFill>
                <a:schemeClr val="tx1"/>
              </a:solidFill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56E97F74-D88B-3446-3AAF-3E8DF757D198}"/>
              </a:ext>
            </a:extLst>
          </p:cNvPr>
          <p:cNvSpPr/>
          <p:nvPr/>
        </p:nvSpPr>
        <p:spPr>
          <a:xfrm rot="4295855">
            <a:off x="4369346" y="864165"/>
            <a:ext cx="464352" cy="433131"/>
          </a:xfrm>
          <a:prstGeom prst="arc">
            <a:avLst/>
          </a:prstGeom>
          <a:ln w="19050">
            <a:solidFill>
              <a:srgbClr val="BA1C47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335416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6E5239-0C8C-8096-682A-104A8BDB7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057535"/>
              </p:ext>
            </p:extLst>
          </p:nvPr>
        </p:nvGraphicFramePr>
        <p:xfrm>
          <a:off x="115243" y="435022"/>
          <a:ext cx="4560255" cy="326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385">
                  <a:extLst>
                    <a:ext uri="{9D8B030D-6E8A-4147-A177-3AD203B41FA5}">
                      <a16:colId xmlns:a16="http://schemas.microsoft.com/office/drawing/2014/main" val="3952751086"/>
                    </a:ext>
                  </a:extLst>
                </a:gridCol>
                <a:gridCol w="1389698">
                  <a:extLst>
                    <a:ext uri="{9D8B030D-6E8A-4147-A177-3AD203B41FA5}">
                      <a16:colId xmlns:a16="http://schemas.microsoft.com/office/drawing/2014/main" val="637503006"/>
                    </a:ext>
                  </a:extLst>
                </a:gridCol>
                <a:gridCol w="665799">
                  <a:extLst>
                    <a:ext uri="{9D8B030D-6E8A-4147-A177-3AD203B41FA5}">
                      <a16:colId xmlns:a16="http://schemas.microsoft.com/office/drawing/2014/main" val="3612789214"/>
                    </a:ext>
                  </a:extLst>
                </a:gridCol>
                <a:gridCol w="1583373">
                  <a:extLst>
                    <a:ext uri="{9D8B030D-6E8A-4147-A177-3AD203B41FA5}">
                      <a16:colId xmlns:a16="http://schemas.microsoft.com/office/drawing/2014/main" val="3002757581"/>
                    </a:ext>
                  </a:extLst>
                </a:gridCol>
              </a:tblGrid>
              <a:tr h="405255"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商品ID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商品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単価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solidFill>
                            <a:schemeClr val="bg1"/>
                          </a:solidFill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登録日</a:t>
                      </a:r>
                    </a:p>
                  </a:txBody>
                  <a:tcPr marL="68580" marR="68580" marT="34291" marB="342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211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PA001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はーいお茶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130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2018/10/25</a:t>
                      </a:r>
                    </a:p>
                  </a:txBody>
                  <a:tcPr marL="68580" marR="68580" marT="34291" marB="34291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6798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PA002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きのこの里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2018/11/17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10813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PB050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2019/12/25</a:t>
                      </a: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3733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PC008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タケノコの山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2019/12/28</a:t>
                      </a:r>
                    </a:p>
                  </a:txBody>
                  <a:tcPr marL="68580" marR="68580" marT="34291" marB="34291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189008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…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…</a:t>
                      </a:r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1800" dirty="0">
                        <a:latin typeface="IPAPGothic" panose="020B0500000000000000" pitchFamily="34" charset="-128"/>
                        <a:ea typeface="IPAPGothic" panose="020B05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34291" marB="3429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64845"/>
                  </a:ext>
                </a:extLst>
              </a:tr>
              <a:tr h="477118"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PZ015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滝子の里山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sz="1800" dirty="0">
                          <a:latin typeface="IPAPGothic" panose="020B0500000000000000" pitchFamily="34" charset="-128"/>
                          <a:ea typeface="IPAPGothic" panose="020B0500000000000000" pitchFamily="34" charset="-128"/>
                          <a:cs typeface="Arial" panose="020B0604020202020204" pitchFamily="34" charset="0"/>
                        </a:rPr>
                        <a:t>2023/07/07</a:t>
                      </a:r>
                    </a:p>
                  </a:txBody>
                  <a:tcPr marL="68580" marR="68580" marT="34291" marB="34291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473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821D69-FF72-0D69-B208-D50680065D14}"/>
              </a:ext>
            </a:extLst>
          </p:cNvPr>
          <p:cNvSpPr txBox="1"/>
          <p:nvPr/>
        </p:nvSpPr>
        <p:spPr>
          <a:xfrm>
            <a:off x="115247" y="2"/>
            <a:ext cx="172354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関係「商品」</a:t>
            </a:r>
          </a:p>
        </p:txBody>
      </p:sp>
    </p:spTree>
    <p:extLst>
      <p:ext uri="{BB962C8B-B14F-4D97-AF65-F5344CB8AC3E}">
        <p14:creationId xmlns:p14="http://schemas.microsoft.com/office/powerpoint/2010/main" val="14425183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36FDB98-7A11-4926-FF24-835511BAD42F}"/>
              </a:ext>
            </a:extLst>
          </p:cNvPr>
          <p:cNvSpPr/>
          <p:nvPr/>
        </p:nvSpPr>
        <p:spPr>
          <a:xfrm>
            <a:off x="285481" y="252504"/>
            <a:ext cx="734876" cy="382928"/>
          </a:xfrm>
          <a:prstGeom prst="rect">
            <a:avLst/>
          </a:prstGeom>
          <a:solidFill>
            <a:srgbClr val="00205B">
              <a:alpha val="120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A5C466-E4F5-F24C-FD77-188BCBD8724B}"/>
              </a:ext>
            </a:extLst>
          </p:cNvPr>
          <p:cNvSpPr/>
          <p:nvPr/>
        </p:nvSpPr>
        <p:spPr>
          <a:xfrm>
            <a:off x="4882569" y="298435"/>
            <a:ext cx="1357486" cy="382928"/>
          </a:xfrm>
          <a:prstGeom prst="rect">
            <a:avLst/>
          </a:prstGeom>
          <a:solidFill>
            <a:srgbClr val="00205B">
              <a:alpha val="120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1B459-6C0F-C7FC-F26F-789CEBE7B175}"/>
              </a:ext>
            </a:extLst>
          </p:cNvPr>
          <p:cNvSpPr/>
          <p:nvPr/>
        </p:nvSpPr>
        <p:spPr>
          <a:xfrm>
            <a:off x="322734" y="697655"/>
            <a:ext cx="4046071" cy="4244697"/>
          </a:xfrm>
          <a:prstGeom prst="rect">
            <a:avLst/>
          </a:prstGeom>
          <a:noFill/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888F8-2F64-34DA-3533-29C4597CEE1B}"/>
              </a:ext>
            </a:extLst>
          </p:cNvPr>
          <p:cNvSpPr txBox="1"/>
          <p:nvPr/>
        </p:nvSpPr>
        <p:spPr>
          <a:xfrm>
            <a:off x="322734" y="247783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索引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8E51-87E3-D610-E870-545C2F833E32}"/>
              </a:ext>
            </a:extLst>
          </p:cNvPr>
          <p:cNvSpPr txBox="1"/>
          <p:nvPr/>
        </p:nvSpPr>
        <p:spPr>
          <a:xfrm>
            <a:off x="514791" y="827429"/>
            <a:ext cx="870751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[ア行]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929F0-932F-2CDA-0F6F-C1FB8BF89F97}"/>
              </a:ext>
            </a:extLst>
          </p:cNvPr>
          <p:cNvSpPr txBox="1"/>
          <p:nvPr/>
        </p:nvSpPr>
        <p:spPr>
          <a:xfrm>
            <a:off x="523762" y="1627650"/>
            <a:ext cx="287290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一貫性制約		47,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DC5DD-0402-3C48-889F-EE5D8F3B9B00}"/>
              </a:ext>
            </a:extLst>
          </p:cNvPr>
          <p:cNvSpPr txBox="1"/>
          <p:nvPr/>
        </p:nvSpPr>
        <p:spPr>
          <a:xfrm>
            <a:off x="523762" y="1227540"/>
            <a:ext cx="245932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異状			220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8F3B7-C7A2-43AB-D241-E8BAA0E788F6}"/>
              </a:ext>
            </a:extLst>
          </p:cNvPr>
          <p:cNvSpPr txBox="1"/>
          <p:nvPr/>
        </p:nvSpPr>
        <p:spPr>
          <a:xfrm>
            <a:off x="523767" y="2027760"/>
            <a:ext cx="314380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インスタンス	11, 22, 33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E7FCB-3D5B-4CDA-3538-B2B4CA171A79}"/>
              </a:ext>
            </a:extLst>
          </p:cNvPr>
          <p:cNvSpPr txBox="1"/>
          <p:nvPr/>
        </p:nvSpPr>
        <p:spPr>
          <a:xfrm rot="5400000">
            <a:off x="523762" y="2427933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8373D-B779-CA6B-8E1A-DD004A19B353}"/>
              </a:ext>
            </a:extLst>
          </p:cNvPr>
          <p:cNvSpPr txBox="1"/>
          <p:nvPr/>
        </p:nvSpPr>
        <p:spPr>
          <a:xfrm>
            <a:off x="523768" y="2857236"/>
            <a:ext cx="870751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[カ行]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CCD64-9971-A17A-0997-C231003D8924}"/>
              </a:ext>
            </a:extLst>
          </p:cNvPr>
          <p:cNvSpPr txBox="1"/>
          <p:nvPr/>
        </p:nvSpPr>
        <p:spPr>
          <a:xfrm>
            <a:off x="544285" y="3670702"/>
            <a:ext cx="185499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外部キー	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914C84-0091-32A1-847B-D278BB0E1C02}"/>
              </a:ext>
            </a:extLst>
          </p:cNvPr>
          <p:cNvSpPr txBox="1"/>
          <p:nvPr/>
        </p:nvSpPr>
        <p:spPr>
          <a:xfrm>
            <a:off x="544285" y="3270592"/>
            <a:ext cx="2031325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外部結合	100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ADF713-1E81-89A1-6D3C-9777D94D1100}"/>
              </a:ext>
            </a:extLst>
          </p:cNvPr>
          <p:cNvSpPr txBox="1"/>
          <p:nvPr/>
        </p:nvSpPr>
        <p:spPr>
          <a:xfrm>
            <a:off x="544280" y="4070812"/>
            <a:ext cx="222048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関係	22, 44, 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8AE4C6-2E35-FD3F-666A-E224FEEC1383}"/>
              </a:ext>
            </a:extLst>
          </p:cNvPr>
          <p:cNvSpPr txBox="1"/>
          <p:nvPr/>
        </p:nvSpPr>
        <p:spPr>
          <a:xfrm rot="5400000">
            <a:off x="544280" y="4470986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F79D97-8798-5542-16F9-C42D1F901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231" y="753276"/>
            <a:ext cx="3982501" cy="4189072"/>
          </a:xfrm>
          <a:prstGeom prst="rect">
            <a:avLst/>
          </a:prstGeom>
          <a:ln>
            <a:solidFill>
              <a:srgbClr val="00205B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3A589F-56F9-D85E-2044-9E0C180B45B1}"/>
              </a:ext>
            </a:extLst>
          </p:cNvPr>
          <p:cNvSpPr txBox="1"/>
          <p:nvPr/>
        </p:nvSpPr>
        <p:spPr>
          <a:xfrm>
            <a:off x="4892226" y="297542"/>
            <a:ext cx="1693046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100ページ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F01AA-F650-406D-D027-87723B08095C}"/>
              </a:ext>
            </a:extLst>
          </p:cNvPr>
          <p:cNvSpPr/>
          <p:nvPr/>
        </p:nvSpPr>
        <p:spPr>
          <a:xfrm>
            <a:off x="2801549" y="1643163"/>
            <a:ext cx="500452" cy="382928"/>
          </a:xfrm>
          <a:prstGeom prst="rect">
            <a:avLst/>
          </a:prstGeom>
          <a:solidFill>
            <a:srgbClr val="BA1C47">
              <a:alpha val="120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28C8C0-E158-03B8-D200-E5C566C2345F}"/>
              </a:ext>
            </a:extLst>
          </p:cNvPr>
          <p:cNvCxnSpPr>
            <a:stCxn id="5" idx="3"/>
          </p:cNvCxnSpPr>
          <p:nvPr/>
        </p:nvCxnSpPr>
        <p:spPr>
          <a:xfrm>
            <a:off x="3396664" y="1827640"/>
            <a:ext cx="1391236" cy="13864"/>
          </a:xfrm>
          <a:prstGeom prst="straightConnector1">
            <a:avLst/>
          </a:prstGeom>
          <a:ln w="57150">
            <a:solidFill>
              <a:srgbClr val="BA1C47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0784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36FDB98-7A11-4926-FF24-835511BAD42F}"/>
              </a:ext>
            </a:extLst>
          </p:cNvPr>
          <p:cNvSpPr/>
          <p:nvPr/>
        </p:nvSpPr>
        <p:spPr>
          <a:xfrm>
            <a:off x="285484" y="252504"/>
            <a:ext cx="2479279" cy="382928"/>
          </a:xfrm>
          <a:prstGeom prst="rect">
            <a:avLst/>
          </a:prstGeom>
          <a:solidFill>
            <a:srgbClr val="00205B">
              <a:alpha val="120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1B459-6C0F-C7FC-F26F-789CEBE7B175}"/>
              </a:ext>
            </a:extLst>
          </p:cNvPr>
          <p:cNvSpPr/>
          <p:nvPr/>
        </p:nvSpPr>
        <p:spPr>
          <a:xfrm>
            <a:off x="322735" y="697652"/>
            <a:ext cx="3563471" cy="3494258"/>
          </a:xfrm>
          <a:prstGeom prst="rect">
            <a:avLst/>
          </a:prstGeom>
          <a:noFill/>
          <a:ln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888F8-2F64-34DA-3533-29C4597CEE1B}"/>
              </a:ext>
            </a:extLst>
          </p:cNvPr>
          <p:cNvSpPr txBox="1"/>
          <p:nvPr/>
        </p:nvSpPr>
        <p:spPr>
          <a:xfrm>
            <a:off x="322729" y="247783"/>
            <a:ext cx="2492990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属性「単価」の索引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8E51-87E3-D610-E870-545C2F833E32}"/>
              </a:ext>
            </a:extLst>
          </p:cNvPr>
          <p:cNvSpPr txBox="1"/>
          <p:nvPr/>
        </p:nvSpPr>
        <p:spPr>
          <a:xfrm>
            <a:off x="514792" y="827429"/>
            <a:ext cx="697627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単価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0603B4-853E-E6E0-4BE2-A821E9610380}"/>
              </a:ext>
            </a:extLst>
          </p:cNvPr>
          <p:cNvSpPr txBox="1"/>
          <p:nvPr/>
        </p:nvSpPr>
        <p:spPr>
          <a:xfrm>
            <a:off x="514786" y="1357318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E549B4-92CA-8F4B-B7C0-853C9C3ECE86}"/>
              </a:ext>
            </a:extLst>
          </p:cNvPr>
          <p:cNvSpPr txBox="1"/>
          <p:nvPr/>
        </p:nvSpPr>
        <p:spPr>
          <a:xfrm>
            <a:off x="1731257" y="827430"/>
            <a:ext cx="1980029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記憶装置の場所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DCF90B-23EB-5E97-5626-EBACFB2DC4DC}"/>
              </a:ext>
            </a:extLst>
          </p:cNvPr>
          <p:cNvSpPr txBox="1"/>
          <p:nvPr/>
        </p:nvSpPr>
        <p:spPr>
          <a:xfrm>
            <a:off x="1731253" y="1357319"/>
            <a:ext cx="723900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4FBA46-9214-66F7-37AB-C637FF42951A}"/>
              </a:ext>
            </a:extLst>
          </p:cNvPr>
          <p:cNvSpPr txBox="1"/>
          <p:nvPr/>
        </p:nvSpPr>
        <p:spPr>
          <a:xfrm>
            <a:off x="514786" y="1807187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1E81B-C7EC-0DB3-0987-6481932BE081}"/>
              </a:ext>
            </a:extLst>
          </p:cNvPr>
          <p:cNvSpPr txBox="1"/>
          <p:nvPr/>
        </p:nvSpPr>
        <p:spPr>
          <a:xfrm>
            <a:off x="1731258" y="1807186"/>
            <a:ext cx="1284411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3, 10, 54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C1A8E9-7017-E8FB-723A-FF3CE8AFD89F}"/>
              </a:ext>
            </a:extLst>
          </p:cNvPr>
          <p:cNvSpPr txBox="1"/>
          <p:nvPr/>
        </p:nvSpPr>
        <p:spPr>
          <a:xfrm>
            <a:off x="514786" y="2257056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170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E66D6B-8D30-D302-C257-9EFBC300DFBB}"/>
              </a:ext>
            </a:extLst>
          </p:cNvPr>
          <p:cNvSpPr txBox="1"/>
          <p:nvPr/>
        </p:nvSpPr>
        <p:spPr>
          <a:xfrm>
            <a:off x="1731258" y="2257057"/>
            <a:ext cx="1284411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50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D13229-B39A-BE21-B160-F7DC6257E9D6}"/>
              </a:ext>
            </a:extLst>
          </p:cNvPr>
          <p:cNvSpPr txBox="1"/>
          <p:nvPr/>
        </p:nvSpPr>
        <p:spPr>
          <a:xfrm>
            <a:off x="514786" y="2702700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60783F-91B7-7DF6-FC0D-0692ED6FEEB9}"/>
              </a:ext>
            </a:extLst>
          </p:cNvPr>
          <p:cNvSpPr txBox="1"/>
          <p:nvPr/>
        </p:nvSpPr>
        <p:spPr>
          <a:xfrm>
            <a:off x="1731258" y="2702701"/>
            <a:ext cx="1284411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8, 6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943FFF-3287-6E80-AADD-36F2BA7600B8}"/>
              </a:ext>
            </a:extLst>
          </p:cNvPr>
          <p:cNvSpPr txBox="1"/>
          <p:nvPr/>
        </p:nvSpPr>
        <p:spPr>
          <a:xfrm>
            <a:off x="514786" y="3148344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7CCA9B-FB86-96B8-2C1C-58A36686D67B}"/>
              </a:ext>
            </a:extLst>
          </p:cNvPr>
          <p:cNvSpPr txBox="1"/>
          <p:nvPr/>
        </p:nvSpPr>
        <p:spPr>
          <a:xfrm>
            <a:off x="1731258" y="3148345"/>
            <a:ext cx="1284411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92B758-CBBE-1545-9038-B27D403A8254}"/>
              </a:ext>
            </a:extLst>
          </p:cNvPr>
          <p:cNvSpPr txBox="1"/>
          <p:nvPr/>
        </p:nvSpPr>
        <p:spPr>
          <a:xfrm rot="5400000">
            <a:off x="600547" y="3599766"/>
            <a:ext cx="441146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…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8C0412D-DE9F-BD3C-BABF-C6394F84CD80}"/>
              </a:ext>
            </a:extLst>
          </p:cNvPr>
          <p:cNvGrpSpPr/>
          <p:nvPr/>
        </p:nvGrpSpPr>
        <p:grpSpPr>
          <a:xfrm>
            <a:off x="3619465" y="523704"/>
            <a:ext cx="7073954" cy="4266929"/>
            <a:chOff x="813850" y="-308296"/>
            <a:chExt cx="9136725" cy="551117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A012887-4713-A393-A6C0-B98EBE678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8614" y="68326"/>
              <a:ext cx="3195142" cy="2444616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9CB2E8E-0848-90FC-775E-C84A304ED95E}"/>
                </a:ext>
              </a:extLst>
            </p:cNvPr>
            <p:cNvSpPr/>
            <p:nvPr/>
          </p:nvSpPr>
          <p:spPr>
            <a:xfrm>
              <a:off x="813850" y="2487445"/>
              <a:ext cx="9136725" cy="2715429"/>
            </a:xfrm>
            <a:prstGeom prst="rect">
              <a:avLst/>
            </a:prstGeom>
            <a:solidFill>
              <a:srgbClr val="00205B">
                <a:alpha val="20157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00E3E48-C10C-BA4F-2EA8-576F2A88F7CA}"/>
                </a:ext>
              </a:extLst>
            </p:cNvPr>
            <p:cNvSpPr/>
            <p:nvPr/>
          </p:nvSpPr>
          <p:spPr>
            <a:xfrm>
              <a:off x="922370" y="2635600"/>
              <a:ext cx="2881405" cy="240222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03428C9-4309-FBD4-CEBE-7BC7766F71E2}"/>
                </a:ext>
              </a:extLst>
            </p:cNvPr>
            <p:cNvSpPr txBox="1"/>
            <p:nvPr/>
          </p:nvSpPr>
          <p:spPr>
            <a:xfrm>
              <a:off x="1114710" y="3194399"/>
              <a:ext cx="2064643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商品ID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PA001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65A939F-44F0-C405-487F-4B1EF636FC6C}"/>
                </a:ext>
              </a:extLst>
            </p:cNvPr>
            <p:cNvSpPr txBox="1"/>
            <p:nvPr/>
          </p:nvSpPr>
          <p:spPr>
            <a:xfrm>
              <a:off x="1114710" y="3626200"/>
              <a:ext cx="2623661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商品名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はーいお茶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424EB51-859F-661C-2F45-CADBCC744C5E}"/>
                </a:ext>
              </a:extLst>
            </p:cNvPr>
            <p:cNvSpPr txBox="1"/>
            <p:nvPr/>
          </p:nvSpPr>
          <p:spPr>
            <a:xfrm>
              <a:off x="1114710" y="4057881"/>
              <a:ext cx="1739585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単価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130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50FDAE9-BB18-A305-4019-256B53F2A9C3}"/>
                </a:ext>
              </a:extLst>
            </p:cNvPr>
            <p:cNvSpPr txBox="1"/>
            <p:nvPr/>
          </p:nvSpPr>
          <p:spPr>
            <a:xfrm>
              <a:off x="1114710" y="4489561"/>
              <a:ext cx="2681633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600" u="sng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登録日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2018/10/25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97C3908-1951-9AE3-606C-A5159B802E59}"/>
                </a:ext>
              </a:extLst>
            </p:cNvPr>
            <p:cNvSpPr txBox="1"/>
            <p:nvPr/>
          </p:nvSpPr>
          <p:spPr>
            <a:xfrm>
              <a:off x="1114710" y="2775298"/>
              <a:ext cx="1445582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アドレス1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42BD29B-BC7C-C745-3922-FFC5EE0F871A}"/>
                </a:ext>
              </a:extLst>
            </p:cNvPr>
            <p:cNvSpPr/>
            <p:nvPr/>
          </p:nvSpPr>
          <p:spPr>
            <a:xfrm>
              <a:off x="3800040" y="2635600"/>
              <a:ext cx="2881405" cy="240222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5EDEEEE-AEF9-A76A-F06D-DD93625306BB}"/>
                </a:ext>
              </a:extLst>
            </p:cNvPr>
            <p:cNvSpPr txBox="1"/>
            <p:nvPr/>
          </p:nvSpPr>
          <p:spPr>
            <a:xfrm>
              <a:off x="3992378" y="3194399"/>
              <a:ext cx="2064643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商品ID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PA002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712D245-17B7-8C1F-FE27-2E99EABCA469}"/>
                </a:ext>
              </a:extLst>
            </p:cNvPr>
            <p:cNvSpPr txBox="1"/>
            <p:nvPr/>
          </p:nvSpPr>
          <p:spPr>
            <a:xfrm>
              <a:off x="3992378" y="3626200"/>
              <a:ext cx="2623661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商品名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きのこの里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7370EE0-891A-A3C5-03D8-966299068DB5}"/>
                </a:ext>
              </a:extLst>
            </p:cNvPr>
            <p:cNvSpPr txBox="1"/>
            <p:nvPr/>
          </p:nvSpPr>
          <p:spPr>
            <a:xfrm>
              <a:off x="3992378" y="4057881"/>
              <a:ext cx="1739585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単価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230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7637534-C6FB-8F53-ACB6-4F0751FB71FA}"/>
                </a:ext>
              </a:extLst>
            </p:cNvPr>
            <p:cNvSpPr txBox="1"/>
            <p:nvPr/>
          </p:nvSpPr>
          <p:spPr>
            <a:xfrm>
              <a:off x="3992378" y="4489561"/>
              <a:ext cx="2681633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600" u="sng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登録日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2018/11/17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B307601-66FB-1B84-788E-346F4F4196B4}"/>
                </a:ext>
              </a:extLst>
            </p:cNvPr>
            <p:cNvSpPr txBox="1"/>
            <p:nvPr/>
          </p:nvSpPr>
          <p:spPr>
            <a:xfrm>
              <a:off x="3959220" y="2775298"/>
              <a:ext cx="1625710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bg1"/>
                  </a:solidFill>
                  <a:highlight>
                    <a:srgbClr val="BA1C47"/>
                  </a:highlight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アドレス2   </a:t>
              </a:r>
              <a:endParaRPr lang="en-JP" sz="1600" dirty="0" err="1">
                <a:solidFill>
                  <a:schemeClr val="bg1"/>
                </a:solidFill>
                <a:highlight>
                  <a:srgbClr val="BA1C47"/>
                </a:highlight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BF1C1B3-DAAE-A777-FF71-960F61C9C002}"/>
                </a:ext>
              </a:extLst>
            </p:cNvPr>
            <p:cNvSpPr/>
            <p:nvPr/>
          </p:nvSpPr>
          <p:spPr>
            <a:xfrm>
              <a:off x="6953377" y="2635600"/>
              <a:ext cx="2881405" cy="240222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C78A9DC-71D3-348C-A8FC-5712B6CF3B1C}"/>
                </a:ext>
              </a:extLst>
            </p:cNvPr>
            <p:cNvSpPr txBox="1"/>
            <p:nvPr/>
          </p:nvSpPr>
          <p:spPr>
            <a:xfrm>
              <a:off x="7145717" y="3194399"/>
              <a:ext cx="2062573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商品ID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PZ015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2BCCD57-6C94-0CE8-A1DD-CC4F3E5040CA}"/>
                </a:ext>
              </a:extLst>
            </p:cNvPr>
            <p:cNvSpPr txBox="1"/>
            <p:nvPr/>
          </p:nvSpPr>
          <p:spPr>
            <a:xfrm>
              <a:off x="7145717" y="3626200"/>
              <a:ext cx="2623661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商品名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滝子の里山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00ABE4-459E-C29E-D74D-E9D26D61A325}"/>
                </a:ext>
              </a:extLst>
            </p:cNvPr>
            <p:cNvSpPr txBox="1"/>
            <p:nvPr/>
          </p:nvSpPr>
          <p:spPr>
            <a:xfrm>
              <a:off x="7145718" y="4057881"/>
              <a:ext cx="1739585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JP" sz="1600" u="sng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単価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360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341119-2B0A-AD50-3B77-B3D88CC32B03}"/>
                </a:ext>
              </a:extLst>
            </p:cNvPr>
            <p:cNvSpPr txBox="1"/>
            <p:nvPr/>
          </p:nvSpPr>
          <p:spPr>
            <a:xfrm>
              <a:off x="7145718" y="4489561"/>
              <a:ext cx="2681633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600" u="sng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登録日</a:t>
              </a:r>
              <a:r>
                <a:rPr lang="ja-JP" altLang="en-US" sz="160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　</a:t>
              </a:r>
              <a:r>
                <a:rPr lang="en-US" altLang="ja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2023/07/07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73A3B8-CD9D-167F-AA45-B3ACA29ED6F0}"/>
                </a:ext>
              </a:extLst>
            </p:cNvPr>
            <p:cNvSpPr txBox="1"/>
            <p:nvPr/>
          </p:nvSpPr>
          <p:spPr>
            <a:xfrm>
              <a:off x="7145717" y="2775298"/>
              <a:ext cx="2033587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アドレス10000</a:t>
              </a:r>
              <a:endParaRPr lang="en-JP" sz="1600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7EDD131-59EF-BBC9-2995-3EAA94446808}"/>
                </a:ext>
              </a:extLst>
            </p:cNvPr>
            <p:cNvSpPr/>
            <p:nvPr/>
          </p:nvSpPr>
          <p:spPr>
            <a:xfrm>
              <a:off x="6681445" y="2635600"/>
              <a:ext cx="268197" cy="240222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A889E29-D795-B303-C517-CC4C4BE2FE5B}"/>
                </a:ext>
              </a:extLst>
            </p:cNvPr>
            <p:cNvSpPr txBox="1"/>
            <p:nvPr/>
          </p:nvSpPr>
          <p:spPr>
            <a:xfrm>
              <a:off x="6594971" y="3675663"/>
              <a:ext cx="503531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…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6805BBB-1D72-D114-0EED-B5ECB56A156F}"/>
                </a:ext>
              </a:extLst>
            </p:cNvPr>
            <p:cNvSpPr txBox="1"/>
            <p:nvPr/>
          </p:nvSpPr>
          <p:spPr>
            <a:xfrm>
              <a:off x="3924414" y="-308296"/>
              <a:ext cx="2915594" cy="43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HDD</a:t>
              </a:r>
              <a:r>
                <a:rPr lang="en-JP" sz="1600" dirty="0">
                  <a:solidFill>
                    <a:srgbClr val="2B3348"/>
                  </a:solidFill>
                  <a:latin typeface="Noto Sans CJK JP Regular" panose="020B0500000000000000" pitchFamily="34" charset="-128"/>
                  <a:ea typeface="Noto Sans CJK JP Regular" panose="020B0500000000000000" pitchFamily="34" charset="-128"/>
                  <a:cs typeface="IPAPGothic"/>
                </a:rPr>
                <a:t>のような記憶装置</a:t>
              </a:r>
              <a:endParaRPr lang="en-US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endParaRPr>
            </a:p>
          </p:txBody>
        </p:sp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5F5BF85A-60CF-C760-C2A2-01CDEE60C38D}"/>
                </a:ext>
              </a:extLst>
            </p:cNvPr>
            <p:cNvSpPr/>
            <p:nvPr/>
          </p:nvSpPr>
          <p:spPr>
            <a:xfrm rot="207093">
              <a:off x="5263127" y="991588"/>
              <a:ext cx="554437" cy="482600"/>
            </a:xfrm>
            <a:prstGeom prst="blockArc">
              <a:avLst>
                <a:gd name="adj1" fmla="val 18882945"/>
                <a:gd name="adj2" fmla="val 0"/>
                <a:gd name="adj3" fmla="val 25000"/>
              </a:avLst>
            </a:prstGeom>
            <a:solidFill>
              <a:srgbClr val="BA1C47">
                <a:alpha val="5803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dirty="0">
                <a:solidFill>
                  <a:schemeClr val="tx1"/>
                </a:solidFill>
              </a:endParaRPr>
            </a:p>
          </p:txBody>
        </p:sp>
        <p:sp>
          <p:nvSpPr>
            <p:cNvPr id="59" name="Triangle 58">
              <a:extLst>
                <a:ext uri="{FF2B5EF4-FFF2-40B4-BE49-F238E27FC236}">
                  <a16:creationId xmlns:a16="http://schemas.microsoft.com/office/drawing/2014/main" id="{EF02A983-BF2A-ECE6-4196-D460A6DE332A}"/>
                </a:ext>
              </a:extLst>
            </p:cNvPr>
            <p:cNvSpPr/>
            <p:nvPr/>
          </p:nvSpPr>
          <p:spPr>
            <a:xfrm rot="19984622">
              <a:off x="5986072" y="1109587"/>
              <a:ext cx="272981" cy="1549105"/>
            </a:xfrm>
            <a:prstGeom prst="triangle">
              <a:avLst/>
            </a:prstGeom>
            <a:solidFill>
              <a:srgbClr val="D3D8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795FE655-773C-B8CC-7B99-B36BF4A042F2}"/>
              </a:ext>
            </a:extLst>
          </p:cNvPr>
          <p:cNvSpPr/>
          <p:nvPr/>
        </p:nvSpPr>
        <p:spPr>
          <a:xfrm>
            <a:off x="1641881" y="3146812"/>
            <a:ext cx="500452" cy="382928"/>
          </a:xfrm>
          <a:prstGeom prst="rect">
            <a:avLst/>
          </a:prstGeom>
          <a:solidFill>
            <a:srgbClr val="BA1C47">
              <a:alpha val="120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D58683B-6F0B-CE9C-BB33-0FC99D6763E7}"/>
              </a:ext>
            </a:extLst>
          </p:cNvPr>
          <p:cNvCxnSpPr>
            <a:cxnSpLocks/>
            <a:stCxn id="61" idx="2"/>
            <a:endCxn id="64" idx="2"/>
          </p:cNvCxnSpPr>
          <p:nvPr/>
        </p:nvCxnSpPr>
        <p:spPr>
          <a:xfrm rot="16200000" flipH="1">
            <a:off x="3902959" y="1518891"/>
            <a:ext cx="1133102" cy="5154809"/>
          </a:xfrm>
          <a:prstGeom prst="bentConnector3">
            <a:avLst>
              <a:gd name="adj1" fmla="val 126900"/>
            </a:avLst>
          </a:prstGeom>
          <a:ln w="50800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77742B89-19B4-C8EC-6975-E1AD55E836DE}"/>
              </a:ext>
            </a:extLst>
          </p:cNvPr>
          <p:cNvSpPr/>
          <p:nvPr/>
        </p:nvSpPr>
        <p:spPr>
          <a:xfrm>
            <a:off x="5928606" y="2802963"/>
            <a:ext cx="2236618" cy="1859883"/>
          </a:xfrm>
          <a:prstGeom prst="rect">
            <a:avLst/>
          </a:prstGeom>
          <a:noFill/>
          <a:ln w="104775">
            <a:solidFill>
              <a:srgbClr val="BA1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69FF541-94F3-4FF4-2617-33665C717AB6}"/>
              </a:ext>
            </a:extLst>
          </p:cNvPr>
          <p:cNvSpPr/>
          <p:nvPr/>
        </p:nvSpPr>
        <p:spPr>
          <a:xfrm>
            <a:off x="563780" y="3146812"/>
            <a:ext cx="500452" cy="382928"/>
          </a:xfrm>
          <a:prstGeom prst="rect">
            <a:avLst/>
          </a:prstGeom>
          <a:solidFill>
            <a:srgbClr val="BA1C47">
              <a:alpha val="120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2999398-A126-7251-3618-285FAE911B3B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1057938" y="3338276"/>
            <a:ext cx="583942" cy="14784"/>
          </a:xfrm>
          <a:prstGeom prst="straightConnector1">
            <a:avLst/>
          </a:prstGeom>
          <a:ln w="47625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4567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DFF8CA-E625-E185-4868-D6B4F2BFED1D}"/>
              </a:ext>
            </a:extLst>
          </p:cNvPr>
          <p:cNvSpPr/>
          <p:nvPr/>
        </p:nvSpPr>
        <p:spPr>
          <a:xfrm>
            <a:off x="2410920" y="660198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5D8E3-4264-9386-B3D1-457F9B30D44D}"/>
              </a:ext>
            </a:extLst>
          </p:cNvPr>
          <p:cNvSpPr/>
          <p:nvPr/>
        </p:nvSpPr>
        <p:spPr>
          <a:xfrm>
            <a:off x="3033219" y="660198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0E1AA7-78C9-1944-2031-303A5D2AE1B4}"/>
              </a:ext>
            </a:extLst>
          </p:cNvPr>
          <p:cNvSpPr/>
          <p:nvPr/>
        </p:nvSpPr>
        <p:spPr>
          <a:xfrm>
            <a:off x="3655518" y="660198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F27121-6EEA-4980-3FB7-999EA6771343}"/>
              </a:ext>
            </a:extLst>
          </p:cNvPr>
          <p:cNvSpPr/>
          <p:nvPr/>
        </p:nvSpPr>
        <p:spPr>
          <a:xfrm>
            <a:off x="4277819" y="660198"/>
            <a:ext cx="622300" cy="622300"/>
          </a:xfrm>
          <a:prstGeom prst="rect">
            <a:avLst/>
          </a:prstGeom>
          <a:solidFill>
            <a:srgbClr val="BA1C47">
              <a:alpha val="19611"/>
            </a:srgbClr>
          </a:solidFill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EE3F0-23E2-FA25-E27B-B328EC5A3C55}"/>
              </a:ext>
            </a:extLst>
          </p:cNvPr>
          <p:cNvSpPr/>
          <p:nvPr/>
        </p:nvSpPr>
        <p:spPr>
          <a:xfrm>
            <a:off x="4900119" y="660198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693AD-7156-19E5-32FE-7D14F5E5E1FD}"/>
              </a:ext>
            </a:extLst>
          </p:cNvPr>
          <p:cNvSpPr/>
          <p:nvPr/>
        </p:nvSpPr>
        <p:spPr>
          <a:xfrm>
            <a:off x="5522418" y="660198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31171B-9551-8838-F0C6-0F7601EE7EF4}"/>
              </a:ext>
            </a:extLst>
          </p:cNvPr>
          <p:cNvSpPr txBox="1"/>
          <p:nvPr/>
        </p:nvSpPr>
        <p:spPr>
          <a:xfrm>
            <a:off x="2410918" y="771295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C004A-8BE5-9383-B052-202C9A0D4EF5}"/>
              </a:ext>
            </a:extLst>
          </p:cNvPr>
          <p:cNvSpPr txBox="1"/>
          <p:nvPr/>
        </p:nvSpPr>
        <p:spPr>
          <a:xfrm>
            <a:off x="3023587" y="771295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054479-7EA5-C023-91BA-54C6A65688F8}"/>
              </a:ext>
            </a:extLst>
          </p:cNvPr>
          <p:cNvSpPr txBox="1"/>
          <p:nvPr/>
        </p:nvSpPr>
        <p:spPr>
          <a:xfrm>
            <a:off x="3660334" y="771295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170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897C9F-7FF3-AD2C-CD90-D41DCCF561B6}"/>
              </a:ext>
            </a:extLst>
          </p:cNvPr>
          <p:cNvSpPr txBox="1"/>
          <p:nvPr/>
        </p:nvSpPr>
        <p:spPr>
          <a:xfrm>
            <a:off x="4297510" y="771295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230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FC0F42-3DCC-8B73-E788-ABD75096C053}"/>
              </a:ext>
            </a:extLst>
          </p:cNvPr>
          <p:cNvSpPr txBox="1"/>
          <p:nvPr/>
        </p:nvSpPr>
        <p:spPr>
          <a:xfrm>
            <a:off x="4921970" y="771295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270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BDD5A-1F6E-91DF-ECEB-57F61B69AE5A}"/>
              </a:ext>
            </a:extLst>
          </p:cNvPr>
          <p:cNvSpPr txBox="1"/>
          <p:nvPr/>
        </p:nvSpPr>
        <p:spPr>
          <a:xfrm>
            <a:off x="5532050" y="771295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874F54-4ED9-7F8B-9BF3-E82563B713AC}"/>
              </a:ext>
            </a:extLst>
          </p:cNvPr>
          <p:cNvSpPr txBox="1"/>
          <p:nvPr/>
        </p:nvSpPr>
        <p:spPr>
          <a:xfrm>
            <a:off x="2433913" y="260090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C9E215-A13C-8E62-AB6F-AD370F2E51C7}"/>
              </a:ext>
            </a:extLst>
          </p:cNvPr>
          <p:cNvSpPr txBox="1"/>
          <p:nvPr/>
        </p:nvSpPr>
        <p:spPr>
          <a:xfrm>
            <a:off x="3044442" y="260090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24A247-E420-357C-3055-44142719076E}"/>
              </a:ext>
            </a:extLst>
          </p:cNvPr>
          <p:cNvSpPr txBox="1"/>
          <p:nvPr/>
        </p:nvSpPr>
        <p:spPr>
          <a:xfrm>
            <a:off x="3662541" y="252596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AC17C8-8C27-7BDF-529B-6BF716981524}"/>
              </a:ext>
            </a:extLst>
          </p:cNvPr>
          <p:cNvSpPr txBox="1"/>
          <p:nvPr/>
        </p:nvSpPr>
        <p:spPr>
          <a:xfrm>
            <a:off x="5532049" y="252596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0246D0-E8D6-A7CF-7E0D-C3F56DE4B482}"/>
              </a:ext>
            </a:extLst>
          </p:cNvPr>
          <p:cNvSpPr txBox="1"/>
          <p:nvPr/>
        </p:nvSpPr>
        <p:spPr>
          <a:xfrm>
            <a:off x="4280642" y="252596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E1CA4A-3909-A9A7-DBFB-FD0D465E91AD}"/>
              </a:ext>
            </a:extLst>
          </p:cNvPr>
          <p:cNvSpPr txBox="1"/>
          <p:nvPr/>
        </p:nvSpPr>
        <p:spPr>
          <a:xfrm>
            <a:off x="4913950" y="252596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32F21F8-C8D5-BD18-A9DE-6538743DB9DA}"/>
              </a:ext>
            </a:extLst>
          </p:cNvPr>
          <p:cNvSpPr/>
          <p:nvPr/>
        </p:nvSpPr>
        <p:spPr>
          <a:xfrm>
            <a:off x="6142983" y="660198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8D2C0-99C6-D389-9430-0BF9DACDA5FC}"/>
              </a:ext>
            </a:extLst>
          </p:cNvPr>
          <p:cNvSpPr txBox="1"/>
          <p:nvPr/>
        </p:nvSpPr>
        <p:spPr>
          <a:xfrm>
            <a:off x="6152615" y="771295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360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93B1C4-5036-8CB4-0D59-B1EFB8905332}"/>
              </a:ext>
            </a:extLst>
          </p:cNvPr>
          <p:cNvSpPr txBox="1"/>
          <p:nvPr/>
        </p:nvSpPr>
        <p:spPr>
          <a:xfrm>
            <a:off x="6150150" y="252596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062495-32B4-62F2-7CFB-D2E721392FBE}"/>
              </a:ext>
            </a:extLst>
          </p:cNvPr>
          <p:cNvSpPr/>
          <p:nvPr/>
        </p:nvSpPr>
        <p:spPr>
          <a:xfrm>
            <a:off x="1304064" y="2260601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8BB5BD6-9807-0B3B-681C-80F3C6BEE7A7}"/>
              </a:ext>
            </a:extLst>
          </p:cNvPr>
          <p:cNvSpPr/>
          <p:nvPr/>
        </p:nvSpPr>
        <p:spPr>
          <a:xfrm>
            <a:off x="1926365" y="2260601"/>
            <a:ext cx="622300" cy="622300"/>
          </a:xfrm>
          <a:prstGeom prst="rect">
            <a:avLst/>
          </a:prstGeom>
          <a:solidFill>
            <a:srgbClr val="BA1C47">
              <a:alpha val="20105"/>
            </a:srgbClr>
          </a:solidFill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3BEDAC-A474-E538-1DE0-E6422139A105}"/>
              </a:ext>
            </a:extLst>
          </p:cNvPr>
          <p:cNvSpPr/>
          <p:nvPr/>
        </p:nvSpPr>
        <p:spPr>
          <a:xfrm>
            <a:off x="2548665" y="2260601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F11959-D021-A355-CE60-1E66E8EF4801}"/>
              </a:ext>
            </a:extLst>
          </p:cNvPr>
          <p:cNvSpPr txBox="1"/>
          <p:nvPr/>
        </p:nvSpPr>
        <p:spPr>
          <a:xfrm>
            <a:off x="1304065" y="2371698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6EEC46-499B-794B-67C5-661CDB2BF99E}"/>
              </a:ext>
            </a:extLst>
          </p:cNvPr>
          <p:cNvSpPr txBox="1"/>
          <p:nvPr/>
        </p:nvSpPr>
        <p:spPr>
          <a:xfrm>
            <a:off x="1916733" y="2371698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3B65AC-139C-9C0B-EB34-423E37FDD4CA}"/>
              </a:ext>
            </a:extLst>
          </p:cNvPr>
          <p:cNvSpPr txBox="1"/>
          <p:nvPr/>
        </p:nvSpPr>
        <p:spPr>
          <a:xfrm>
            <a:off x="2553480" y="2371698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170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BDF8B9-C901-E5EE-74B5-F1C7051C59E3}"/>
              </a:ext>
            </a:extLst>
          </p:cNvPr>
          <p:cNvSpPr txBox="1"/>
          <p:nvPr/>
        </p:nvSpPr>
        <p:spPr>
          <a:xfrm>
            <a:off x="1290472" y="1860494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48A5D2-5842-D825-6E4F-35B1DC0A6EF7}"/>
              </a:ext>
            </a:extLst>
          </p:cNvPr>
          <p:cNvSpPr txBox="1"/>
          <p:nvPr/>
        </p:nvSpPr>
        <p:spPr>
          <a:xfrm>
            <a:off x="1921940" y="1860494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28ADCA-F116-C98B-3ACE-5494C71A2AF7}"/>
              </a:ext>
            </a:extLst>
          </p:cNvPr>
          <p:cNvSpPr txBox="1"/>
          <p:nvPr/>
        </p:nvSpPr>
        <p:spPr>
          <a:xfrm>
            <a:off x="2550101" y="1860494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C93802E-F83A-B7E2-E844-BE8B27C52FDC}"/>
              </a:ext>
            </a:extLst>
          </p:cNvPr>
          <p:cNvSpPr/>
          <p:nvPr/>
        </p:nvSpPr>
        <p:spPr>
          <a:xfrm>
            <a:off x="6018008" y="2268093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F20483-3DEE-3305-A6D0-7E979E792FE9}"/>
              </a:ext>
            </a:extLst>
          </p:cNvPr>
          <p:cNvSpPr/>
          <p:nvPr/>
        </p:nvSpPr>
        <p:spPr>
          <a:xfrm>
            <a:off x="6640308" y="2268093"/>
            <a:ext cx="622300" cy="622300"/>
          </a:xfrm>
          <a:prstGeom prst="rect">
            <a:avLst/>
          </a:prstGeom>
          <a:solidFill>
            <a:srgbClr val="BA1C47">
              <a:alpha val="20105"/>
            </a:srgbClr>
          </a:solidFill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939840C-19FE-D2F5-4FAF-C09A5663BE1F}"/>
              </a:ext>
            </a:extLst>
          </p:cNvPr>
          <p:cNvSpPr txBox="1"/>
          <p:nvPr/>
        </p:nvSpPr>
        <p:spPr>
          <a:xfrm>
            <a:off x="6039859" y="2379191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270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1E4E06-CA8A-1BD6-56F6-85DE576680AF}"/>
              </a:ext>
            </a:extLst>
          </p:cNvPr>
          <p:cNvSpPr txBox="1"/>
          <p:nvPr/>
        </p:nvSpPr>
        <p:spPr>
          <a:xfrm>
            <a:off x="6649939" y="2379191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300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2A6252-20A1-E135-2E9C-ADA6DD62433B}"/>
              </a:ext>
            </a:extLst>
          </p:cNvPr>
          <p:cNvSpPr txBox="1"/>
          <p:nvPr/>
        </p:nvSpPr>
        <p:spPr>
          <a:xfrm>
            <a:off x="6647847" y="1860494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7308F0-32C5-0545-6670-DA5E7397F1A8}"/>
              </a:ext>
            </a:extLst>
          </p:cNvPr>
          <p:cNvSpPr txBox="1"/>
          <p:nvPr/>
        </p:nvSpPr>
        <p:spPr>
          <a:xfrm>
            <a:off x="6028854" y="1860494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1DFBF8-097B-7A10-608F-67C37A0EDCCA}"/>
              </a:ext>
            </a:extLst>
          </p:cNvPr>
          <p:cNvSpPr/>
          <p:nvPr/>
        </p:nvSpPr>
        <p:spPr>
          <a:xfrm>
            <a:off x="7260870" y="2268093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006AB07-99F3-8850-8F39-BC9B06E95D4A}"/>
              </a:ext>
            </a:extLst>
          </p:cNvPr>
          <p:cNvSpPr txBox="1"/>
          <p:nvPr/>
        </p:nvSpPr>
        <p:spPr>
          <a:xfrm>
            <a:off x="7270503" y="2379191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360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32294A-CAB2-B564-4C2B-1784E70BFDE7}"/>
              </a:ext>
            </a:extLst>
          </p:cNvPr>
          <p:cNvSpPr txBox="1"/>
          <p:nvPr/>
        </p:nvSpPr>
        <p:spPr>
          <a:xfrm>
            <a:off x="7260871" y="1867987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7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D2AE3B1-9060-247A-29BA-9BA37EFB04A4}"/>
              </a:ext>
            </a:extLst>
          </p:cNvPr>
          <p:cNvSpPr/>
          <p:nvPr/>
        </p:nvSpPr>
        <p:spPr>
          <a:xfrm>
            <a:off x="850509" y="3892980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DBCB91-5A40-2A12-6820-E3CAFCB7ADB5}"/>
              </a:ext>
            </a:extLst>
          </p:cNvPr>
          <p:cNvSpPr txBox="1"/>
          <p:nvPr/>
        </p:nvSpPr>
        <p:spPr>
          <a:xfrm>
            <a:off x="850509" y="4004077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6AE229-7E97-454F-10EA-22A8FB665523}"/>
              </a:ext>
            </a:extLst>
          </p:cNvPr>
          <p:cNvSpPr txBox="1"/>
          <p:nvPr/>
        </p:nvSpPr>
        <p:spPr>
          <a:xfrm>
            <a:off x="836082" y="3492871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310AD0-53E9-BB99-27FF-05ABDB94F5C9}"/>
              </a:ext>
            </a:extLst>
          </p:cNvPr>
          <p:cNvSpPr/>
          <p:nvPr/>
        </p:nvSpPr>
        <p:spPr>
          <a:xfrm>
            <a:off x="3015855" y="3892980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E41662-4E65-403F-6980-36809CFA7F74}"/>
              </a:ext>
            </a:extLst>
          </p:cNvPr>
          <p:cNvSpPr txBox="1"/>
          <p:nvPr/>
        </p:nvSpPr>
        <p:spPr>
          <a:xfrm>
            <a:off x="3020671" y="4004078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170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C17E2F-735D-FCDF-715E-23FA98FCC4A7}"/>
              </a:ext>
            </a:extLst>
          </p:cNvPr>
          <p:cNvSpPr txBox="1"/>
          <p:nvPr/>
        </p:nvSpPr>
        <p:spPr>
          <a:xfrm>
            <a:off x="3017034" y="3485379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3FD3324-6495-F86B-93C5-158A849B00F0}"/>
              </a:ext>
            </a:extLst>
          </p:cNvPr>
          <p:cNvSpPr/>
          <p:nvPr/>
        </p:nvSpPr>
        <p:spPr>
          <a:xfrm>
            <a:off x="5521722" y="3892980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F6FA814-5F85-881C-C1D5-B54A17B867B4}"/>
              </a:ext>
            </a:extLst>
          </p:cNvPr>
          <p:cNvSpPr txBox="1"/>
          <p:nvPr/>
        </p:nvSpPr>
        <p:spPr>
          <a:xfrm>
            <a:off x="5543574" y="4004078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270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458900-517F-39DE-CC7C-F32D425B0EEF}"/>
              </a:ext>
            </a:extLst>
          </p:cNvPr>
          <p:cNvSpPr txBox="1"/>
          <p:nvPr/>
        </p:nvSpPr>
        <p:spPr>
          <a:xfrm>
            <a:off x="5521721" y="3485379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4BE7B98-D327-153F-573D-7BEB3CF845D1}"/>
              </a:ext>
            </a:extLst>
          </p:cNvPr>
          <p:cNvSpPr/>
          <p:nvPr/>
        </p:nvSpPr>
        <p:spPr>
          <a:xfrm>
            <a:off x="7725534" y="3892980"/>
            <a:ext cx="622300" cy="622300"/>
          </a:xfrm>
          <a:prstGeom prst="rect">
            <a:avLst/>
          </a:prstGeom>
          <a:noFill/>
          <a:ln w="25400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799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E774C14-BA6B-2D7B-4A90-484521B52CB0}"/>
              </a:ext>
            </a:extLst>
          </p:cNvPr>
          <p:cNvSpPr txBox="1"/>
          <p:nvPr/>
        </p:nvSpPr>
        <p:spPr>
          <a:xfrm>
            <a:off x="7735165" y="4004078"/>
            <a:ext cx="612668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360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836B16-74D6-AC7E-85F2-882ACCCC9D87}"/>
              </a:ext>
            </a:extLst>
          </p:cNvPr>
          <p:cNvSpPr txBox="1"/>
          <p:nvPr/>
        </p:nvSpPr>
        <p:spPr>
          <a:xfrm>
            <a:off x="7719504" y="3485379"/>
            <a:ext cx="327334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999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7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9C0F77A-D6E0-6F34-4B7D-DBA12BFAF5A2}"/>
              </a:ext>
            </a:extLst>
          </p:cNvPr>
          <p:cNvCxnSpPr>
            <a:cxnSpLocks/>
          </p:cNvCxnSpPr>
          <p:nvPr/>
        </p:nvCxnSpPr>
        <p:spPr>
          <a:xfrm flipH="1">
            <a:off x="3319252" y="1440996"/>
            <a:ext cx="925734" cy="764499"/>
          </a:xfrm>
          <a:prstGeom prst="straightConnector1">
            <a:avLst/>
          </a:prstGeom>
          <a:ln w="44450">
            <a:solidFill>
              <a:srgbClr val="00205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04A4929-FE94-E92E-059F-CF884B3F8E3C}"/>
              </a:ext>
            </a:extLst>
          </p:cNvPr>
          <p:cNvCxnSpPr>
            <a:cxnSpLocks/>
          </p:cNvCxnSpPr>
          <p:nvPr/>
        </p:nvCxnSpPr>
        <p:spPr>
          <a:xfrm>
            <a:off x="4825713" y="1440996"/>
            <a:ext cx="925734" cy="764499"/>
          </a:xfrm>
          <a:prstGeom prst="straightConnector1">
            <a:avLst/>
          </a:prstGeom>
          <a:ln w="44450">
            <a:solidFill>
              <a:srgbClr val="00205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3978CFC-249F-9F14-60D0-6AB1AA567EE1}"/>
              </a:ext>
            </a:extLst>
          </p:cNvPr>
          <p:cNvCxnSpPr>
            <a:cxnSpLocks/>
          </p:cNvCxnSpPr>
          <p:nvPr/>
        </p:nvCxnSpPr>
        <p:spPr>
          <a:xfrm flipH="1">
            <a:off x="1510284" y="3056262"/>
            <a:ext cx="564672" cy="651037"/>
          </a:xfrm>
          <a:prstGeom prst="straightConnector1">
            <a:avLst/>
          </a:prstGeom>
          <a:ln w="44450">
            <a:solidFill>
              <a:srgbClr val="00205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2192E65-02FC-E342-2BA9-BB0FFC74046E}"/>
              </a:ext>
            </a:extLst>
          </p:cNvPr>
          <p:cNvCxnSpPr>
            <a:cxnSpLocks/>
          </p:cNvCxnSpPr>
          <p:nvPr/>
        </p:nvCxnSpPr>
        <p:spPr>
          <a:xfrm>
            <a:off x="2384477" y="3056262"/>
            <a:ext cx="564672" cy="651037"/>
          </a:xfrm>
          <a:prstGeom prst="straightConnector1">
            <a:avLst/>
          </a:prstGeom>
          <a:ln w="44450">
            <a:solidFill>
              <a:srgbClr val="00205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CCE906D-7377-749B-A577-574BDF91C0D4}"/>
              </a:ext>
            </a:extLst>
          </p:cNvPr>
          <p:cNvCxnSpPr>
            <a:cxnSpLocks/>
          </p:cNvCxnSpPr>
          <p:nvPr/>
        </p:nvCxnSpPr>
        <p:spPr>
          <a:xfrm flipH="1">
            <a:off x="6222055" y="3073831"/>
            <a:ext cx="564672" cy="651037"/>
          </a:xfrm>
          <a:prstGeom prst="straightConnector1">
            <a:avLst/>
          </a:prstGeom>
          <a:ln w="44450">
            <a:solidFill>
              <a:srgbClr val="00205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F28D2C1-75E4-CE58-85B8-434CEAECB01E}"/>
              </a:ext>
            </a:extLst>
          </p:cNvPr>
          <p:cNvCxnSpPr>
            <a:cxnSpLocks/>
          </p:cNvCxnSpPr>
          <p:nvPr/>
        </p:nvCxnSpPr>
        <p:spPr>
          <a:xfrm>
            <a:off x="7096248" y="3073831"/>
            <a:ext cx="564672" cy="651037"/>
          </a:xfrm>
          <a:prstGeom prst="straightConnector1">
            <a:avLst/>
          </a:prstGeom>
          <a:ln w="44450">
            <a:solidFill>
              <a:srgbClr val="00205B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EB612BE3-430A-1792-2B7D-11CAEF935C48}"/>
              </a:ext>
            </a:extLst>
          </p:cNvPr>
          <p:cNvSpPr txBox="1"/>
          <p:nvPr/>
        </p:nvSpPr>
        <p:spPr>
          <a:xfrm>
            <a:off x="2577167" y="1464046"/>
            <a:ext cx="1261884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230より小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878545-EB14-7E20-916E-4592395D0281}"/>
              </a:ext>
            </a:extLst>
          </p:cNvPr>
          <p:cNvSpPr txBox="1"/>
          <p:nvPr/>
        </p:nvSpPr>
        <p:spPr>
          <a:xfrm>
            <a:off x="5408918" y="1453018"/>
            <a:ext cx="1261884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230より大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DC02BA2-59FF-DF3A-1865-75D44EF2FCC2}"/>
              </a:ext>
            </a:extLst>
          </p:cNvPr>
          <p:cNvSpPr txBox="1"/>
          <p:nvPr/>
        </p:nvSpPr>
        <p:spPr>
          <a:xfrm>
            <a:off x="478366" y="3041932"/>
            <a:ext cx="1261884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150より小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025FE35-6815-415C-5A4F-65214FE8A5AD}"/>
              </a:ext>
            </a:extLst>
          </p:cNvPr>
          <p:cNvSpPr txBox="1"/>
          <p:nvPr/>
        </p:nvSpPr>
        <p:spPr>
          <a:xfrm>
            <a:off x="2688309" y="3018608"/>
            <a:ext cx="1261884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150より大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8F6842B-8DA7-74B4-FCFA-5FEACF97D331}"/>
              </a:ext>
            </a:extLst>
          </p:cNvPr>
          <p:cNvSpPr txBox="1"/>
          <p:nvPr/>
        </p:nvSpPr>
        <p:spPr>
          <a:xfrm>
            <a:off x="5193807" y="3024812"/>
            <a:ext cx="1261884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300より小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4281AB9-1858-9A78-0A1C-5B14D82EC62A}"/>
              </a:ext>
            </a:extLst>
          </p:cNvPr>
          <p:cNvSpPr txBox="1"/>
          <p:nvPr/>
        </p:nvSpPr>
        <p:spPr>
          <a:xfrm>
            <a:off x="7403750" y="3001490"/>
            <a:ext cx="1261884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799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300より大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1D8A1E4-1BA9-5CBF-1C95-7A027558E7C6}"/>
              </a:ext>
            </a:extLst>
          </p:cNvPr>
          <p:cNvSpPr txBox="1"/>
          <p:nvPr/>
        </p:nvSpPr>
        <p:spPr>
          <a:xfrm>
            <a:off x="1181932" y="808060"/>
            <a:ext cx="928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索引キ</a:t>
            </a:r>
            <a:r>
              <a:rPr lang="en-JP" sz="1600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ー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1268B6A-E015-88EC-24A6-FB5DEAB7DAAD}"/>
              </a:ext>
            </a:extLst>
          </p:cNvPr>
          <p:cNvSpPr txBox="1"/>
          <p:nvPr/>
        </p:nvSpPr>
        <p:spPr>
          <a:xfrm>
            <a:off x="861547" y="32693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索引の行番号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247D40D-FA62-840D-E08A-6E78C0B43F47}"/>
              </a:ext>
            </a:extLst>
          </p:cNvPr>
          <p:cNvCxnSpPr>
            <a:cxnSpLocks/>
          </p:cNvCxnSpPr>
          <p:nvPr/>
        </p:nvCxnSpPr>
        <p:spPr>
          <a:xfrm>
            <a:off x="2110938" y="971347"/>
            <a:ext cx="346349" cy="0"/>
          </a:xfrm>
          <a:prstGeom prst="straightConnector1">
            <a:avLst/>
          </a:prstGeom>
          <a:ln w="34925">
            <a:solidFill>
              <a:srgbClr val="0070C0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2F65D61-1F96-BCCD-8B60-592AD648E08B}"/>
              </a:ext>
            </a:extLst>
          </p:cNvPr>
          <p:cNvCxnSpPr>
            <a:cxnSpLocks/>
          </p:cNvCxnSpPr>
          <p:nvPr/>
        </p:nvCxnSpPr>
        <p:spPr>
          <a:xfrm>
            <a:off x="2105602" y="460142"/>
            <a:ext cx="346349" cy="0"/>
          </a:xfrm>
          <a:prstGeom prst="straightConnector1">
            <a:avLst/>
          </a:prstGeom>
          <a:ln w="34925">
            <a:solidFill>
              <a:srgbClr val="0070C0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13C3672-983D-11E4-6539-579684E748C0}"/>
              </a:ext>
            </a:extLst>
          </p:cNvPr>
          <p:cNvSpPr txBox="1"/>
          <p:nvPr/>
        </p:nvSpPr>
        <p:spPr>
          <a:xfrm>
            <a:off x="1177115" y="1064429"/>
            <a:ext cx="9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400" dirty="0">
                <a:solidFill>
                  <a:srgbClr val="0070C0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(例: 単価)</a:t>
            </a:r>
          </a:p>
        </p:txBody>
      </p:sp>
    </p:spTree>
    <p:extLst>
      <p:ext uri="{BB962C8B-B14F-4D97-AF65-F5344CB8AC3E}">
        <p14:creationId xmlns:p14="http://schemas.microsoft.com/office/powerpoint/2010/main" val="23771816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4A30CA3-9E6B-2EE2-58E5-7E8DED009C38}"/>
              </a:ext>
            </a:extLst>
          </p:cNvPr>
          <p:cNvSpPr/>
          <p:nvPr/>
        </p:nvSpPr>
        <p:spPr>
          <a:xfrm>
            <a:off x="2584064" y="1014223"/>
            <a:ext cx="1268035" cy="3551509"/>
          </a:xfrm>
          <a:prstGeom prst="rect">
            <a:avLst/>
          </a:prstGeom>
          <a:solidFill>
            <a:srgbClr val="BA1C47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8ADA1-A8DD-39FF-F781-747849977D2F}"/>
              </a:ext>
            </a:extLst>
          </p:cNvPr>
          <p:cNvSpPr txBox="1"/>
          <p:nvPr/>
        </p:nvSpPr>
        <p:spPr>
          <a:xfrm>
            <a:off x="647272" y="6728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学籍番号</a:t>
            </a:r>
            <a:endParaRPr kumimoji="1" lang="en-JP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9C3D3-1429-BBFD-D56D-01999F1F92E9}"/>
              </a:ext>
            </a:extLst>
          </p:cNvPr>
          <p:cNvSpPr txBox="1"/>
          <p:nvPr/>
        </p:nvSpPr>
        <p:spPr>
          <a:xfrm>
            <a:off x="577156" y="1340298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cxxxx001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A3709-0FB2-55B3-7C4A-4A51E0A3320B}"/>
              </a:ext>
            </a:extLst>
          </p:cNvPr>
          <p:cNvSpPr txBox="1"/>
          <p:nvPr/>
        </p:nvSpPr>
        <p:spPr>
          <a:xfrm>
            <a:off x="577156" y="1848723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cxxxx002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D17DE-0CA8-5077-D5C4-7F8FF57D766C}"/>
              </a:ext>
            </a:extLst>
          </p:cNvPr>
          <p:cNvSpPr txBox="1"/>
          <p:nvPr/>
        </p:nvSpPr>
        <p:spPr>
          <a:xfrm>
            <a:off x="566321" y="3871804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cxxx5000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5D665-8E87-C892-A55E-38901A4E929F}"/>
              </a:ext>
            </a:extLst>
          </p:cNvPr>
          <p:cNvSpPr txBox="1"/>
          <p:nvPr/>
        </p:nvSpPr>
        <p:spPr>
          <a:xfrm>
            <a:off x="2433251" y="66259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ハッシュ関数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B8AADF-B961-FDA2-6A4D-6CBC52DC95E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1832628" y="1540353"/>
            <a:ext cx="1430921" cy="0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D34AC6-2732-4E03-7A8A-51A6AD487F0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32628" y="2048778"/>
            <a:ext cx="1423233" cy="0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C79B96-E335-1580-79B6-9D1EB9CE236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836220" y="4071859"/>
            <a:ext cx="1427329" cy="0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8EF6978-E3A6-3F0D-A99A-9F072F9A6BAC}"/>
              </a:ext>
            </a:extLst>
          </p:cNvPr>
          <p:cNvSpPr txBox="1"/>
          <p:nvPr/>
        </p:nvSpPr>
        <p:spPr>
          <a:xfrm>
            <a:off x="5114757" y="130381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800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757830-7386-0C8E-EA83-D6596CCCD229}"/>
              </a:ext>
            </a:extLst>
          </p:cNvPr>
          <p:cNvSpPr txBox="1"/>
          <p:nvPr/>
        </p:nvSpPr>
        <p:spPr>
          <a:xfrm>
            <a:off x="4914382" y="2374241"/>
            <a:ext cx="78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800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F6C53F-72B7-08FF-7D26-3CFE4C63F95F}"/>
              </a:ext>
            </a:extLst>
          </p:cNvPr>
          <p:cNvSpPr txBox="1"/>
          <p:nvPr/>
        </p:nvSpPr>
        <p:spPr>
          <a:xfrm>
            <a:off x="4824597" y="3730259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800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4999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A458E2-B826-77B3-0603-8EE5052BC3B1}"/>
              </a:ext>
            </a:extLst>
          </p:cNvPr>
          <p:cNvSpPr txBox="1"/>
          <p:nvPr/>
        </p:nvSpPr>
        <p:spPr>
          <a:xfrm>
            <a:off x="4576692" y="67287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ハッシュ値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8433A6-6D03-7C23-45B9-D2DD2BA54866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255861" y="1540353"/>
            <a:ext cx="1568736" cy="2451516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32150F-8593-2E5C-6321-0A8D7F797CAA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255861" y="2048778"/>
            <a:ext cx="1658521" cy="587073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DD5510-2FC7-7704-FF45-07FCDF3E1A1D}"/>
              </a:ext>
            </a:extLst>
          </p:cNvPr>
          <p:cNvCxnSpPr>
            <a:cxnSpLocks/>
          </p:cNvCxnSpPr>
          <p:nvPr/>
        </p:nvCxnSpPr>
        <p:spPr>
          <a:xfrm flipV="1">
            <a:off x="3263549" y="1775994"/>
            <a:ext cx="1803540" cy="2295865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50EC0BB-B4A4-E36E-76FB-877158CE4D5A}"/>
              </a:ext>
            </a:extLst>
          </p:cNvPr>
          <p:cNvSpPr txBox="1"/>
          <p:nvPr/>
        </p:nvSpPr>
        <p:spPr>
          <a:xfrm>
            <a:off x="2356331" y="2667904"/>
            <a:ext cx="1770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例: 5000で割った</a:t>
            </a:r>
          </a:p>
          <a:p>
            <a:pPr algn="ctr"/>
            <a:r>
              <a:rPr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時の余りを計算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AA8D60-76F3-E078-5AA7-CB7E01ED3285}"/>
              </a:ext>
            </a:extLst>
          </p:cNvPr>
          <p:cNvSpPr/>
          <p:nvPr/>
        </p:nvSpPr>
        <p:spPr>
          <a:xfrm>
            <a:off x="6397871" y="1016926"/>
            <a:ext cx="2043910" cy="3551509"/>
          </a:xfrm>
          <a:prstGeom prst="rect">
            <a:avLst/>
          </a:prstGeom>
          <a:solidFill>
            <a:srgbClr val="BA1C47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CA9D05-B2DA-BBE7-7365-BBA40503BB22}"/>
              </a:ext>
            </a:extLst>
          </p:cNvPr>
          <p:cNvSpPr txBox="1"/>
          <p:nvPr/>
        </p:nvSpPr>
        <p:spPr>
          <a:xfrm>
            <a:off x="6864232" y="6531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記憶装置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2ABA19-7612-0A94-92C6-136AA3A22B3A}"/>
              </a:ext>
            </a:extLst>
          </p:cNvPr>
          <p:cNvSpPr/>
          <p:nvPr/>
        </p:nvSpPr>
        <p:spPr>
          <a:xfrm>
            <a:off x="6531083" y="1148172"/>
            <a:ext cx="1774295" cy="7463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66B3DF-88F1-8CC3-84D2-23552BAEB41C}"/>
              </a:ext>
            </a:extLst>
          </p:cNvPr>
          <p:cNvSpPr txBox="1"/>
          <p:nvPr/>
        </p:nvSpPr>
        <p:spPr>
          <a:xfrm>
            <a:off x="6548206" y="1371256"/>
            <a:ext cx="17700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学籍番号cxxx5000</a:t>
            </a:r>
          </a:p>
          <a:p>
            <a:pPr algn="l"/>
            <a:r>
              <a:rPr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のレコード</a:t>
            </a:r>
            <a:endParaRPr kumimoji="1" lang="en-JP" sz="15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20E9DEE-8933-8AD5-F53F-BA56C1BF770E}"/>
              </a:ext>
            </a:extLst>
          </p:cNvPr>
          <p:cNvCxnSpPr>
            <a:cxnSpLocks/>
          </p:cNvCxnSpPr>
          <p:nvPr/>
        </p:nvCxnSpPr>
        <p:spPr>
          <a:xfrm>
            <a:off x="5488311" y="1565427"/>
            <a:ext cx="998372" cy="0"/>
          </a:xfrm>
          <a:prstGeom prst="straightConnector1">
            <a:avLst/>
          </a:prstGeom>
          <a:ln w="38100">
            <a:solidFill>
              <a:srgbClr val="BA1C47">
                <a:alpha val="49135"/>
              </a:srgb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F3334C2-EA5C-8F3A-A139-FFE64C98F116}"/>
              </a:ext>
            </a:extLst>
          </p:cNvPr>
          <p:cNvSpPr txBox="1"/>
          <p:nvPr/>
        </p:nvSpPr>
        <p:spPr>
          <a:xfrm>
            <a:off x="6554457" y="1148172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Arial" panose="020B0604020202020204" pitchFamily="34" charset="0"/>
              </a:rPr>
              <a:t>場所</a:t>
            </a:r>
            <a:r>
              <a:rPr kumimoji="1" lang="en-JP" sz="1200" b="1" u="sng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03862D-A2B0-2E33-EEBB-08C2AAC439BE}"/>
              </a:ext>
            </a:extLst>
          </p:cNvPr>
          <p:cNvSpPr/>
          <p:nvPr/>
        </p:nvSpPr>
        <p:spPr>
          <a:xfrm>
            <a:off x="6531083" y="2300855"/>
            <a:ext cx="1774295" cy="7463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B13F11-A078-4C68-12F4-330108EDF32B}"/>
              </a:ext>
            </a:extLst>
          </p:cNvPr>
          <p:cNvSpPr txBox="1"/>
          <p:nvPr/>
        </p:nvSpPr>
        <p:spPr>
          <a:xfrm>
            <a:off x="6548206" y="2523939"/>
            <a:ext cx="17588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学籍番号cxxxx002</a:t>
            </a:r>
          </a:p>
          <a:p>
            <a:pPr algn="l"/>
            <a:r>
              <a:rPr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のレコード</a:t>
            </a:r>
            <a:endParaRPr kumimoji="1" lang="en-JP" sz="15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2C1560-65A6-D110-2A84-CF9726A79C88}"/>
              </a:ext>
            </a:extLst>
          </p:cNvPr>
          <p:cNvSpPr txBox="1"/>
          <p:nvPr/>
        </p:nvSpPr>
        <p:spPr>
          <a:xfrm>
            <a:off x="6554457" y="2300855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Arial" panose="020B0604020202020204" pitchFamily="34" charset="0"/>
              </a:rPr>
              <a:t>場所</a:t>
            </a:r>
            <a:r>
              <a:rPr kumimoji="1" lang="en-JP" sz="1200" b="1" u="sng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70B253-9EF1-90D0-5E0F-9D9F636A7048}"/>
              </a:ext>
            </a:extLst>
          </p:cNvPr>
          <p:cNvSpPr/>
          <p:nvPr/>
        </p:nvSpPr>
        <p:spPr>
          <a:xfrm>
            <a:off x="6531083" y="3601968"/>
            <a:ext cx="1774295" cy="7463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D23BC2-B8C5-C85E-2393-E08AE5219F49}"/>
              </a:ext>
            </a:extLst>
          </p:cNvPr>
          <p:cNvSpPr txBox="1"/>
          <p:nvPr/>
        </p:nvSpPr>
        <p:spPr>
          <a:xfrm>
            <a:off x="6548206" y="3825052"/>
            <a:ext cx="17588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学籍番号cxxxx001</a:t>
            </a:r>
          </a:p>
          <a:p>
            <a:pPr algn="l"/>
            <a:r>
              <a:rPr lang="en-JP" sz="15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のレコード</a:t>
            </a:r>
            <a:endParaRPr kumimoji="1" lang="en-JP" sz="15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051AE3-5CE9-F75B-B67E-92133B0C063B}"/>
              </a:ext>
            </a:extLst>
          </p:cNvPr>
          <p:cNvSpPr txBox="1"/>
          <p:nvPr/>
        </p:nvSpPr>
        <p:spPr>
          <a:xfrm>
            <a:off x="6554457" y="3601968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200" u="sng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Arial" panose="020B0604020202020204" pitchFamily="34" charset="0"/>
              </a:rPr>
              <a:t>場所 </a:t>
            </a:r>
            <a:r>
              <a:rPr kumimoji="1" lang="en-JP" sz="1200" b="1" u="sng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4999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87D6B76-B735-17A9-5680-131660E03039}"/>
              </a:ext>
            </a:extLst>
          </p:cNvPr>
          <p:cNvCxnSpPr>
            <a:cxnSpLocks/>
          </p:cNvCxnSpPr>
          <p:nvPr/>
        </p:nvCxnSpPr>
        <p:spPr>
          <a:xfrm>
            <a:off x="5660918" y="2635851"/>
            <a:ext cx="825765" cy="0"/>
          </a:xfrm>
          <a:prstGeom prst="straightConnector1">
            <a:avLst/>
          </a:prstGeom>
          <a:ln w="38100">
            <a:solidFill>
              <a:srgbClr val="BA1C47">
                <a:alpha val="49135"/>
              </a:srgb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D75B9E7-2758-6067-D26F-75C85EF26C2E}"/>
              </a:ext>
            </a:extLst>
          </p:cNvPr>
          <p:cNvCxnSpPr>
            <a:cxnSpLocks/>
          </p:cNvCxnSpPr>
          <p:nvPr/>
        </p:nvCxnSpPr>
        <p:spPr>
          <a:xfrm>
            <a:off x="5722441" y="3980507"/>
            <a:ext cx="825765" cy="0"/>
          </a:xfrm>
          <a:prstGeom prst="straightConnector1">
            <a:avLst/>
          </a:prstGeom>
          <a:ln w="38100">
            <a:solidFill>
              <a:srgbClr val="BA1C47">
                <a:alpha val="49135"/>
              </a:srgb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70968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8D8176-7C02-4CD6-ED69-56906DB3A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07246"/>
              </p:ext>
            </p:extLst>
          </p:nvPr>
        </p:nvGraphicFramePr>
        <p:xfrm>
          <a:off x="2648197" y="1566966"/>
          <a:ext cx="3385185" cy="215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3994198236"/>
                    </a:ext>
                  </a:extLst>
                </a:gridCol>
                <a:gridCol w="2230755">
                  <a:extLst>
                    <a:ext uri="{9D8B030D-6E8A-4147-A177-3AD203B41FA5}">
                      <a16:colId xmlns:a16="http://schemas.microsoft.com/office/drawing/2014/main" val="1253664211"/>
                    </a:ext>
                  </a:extLst>
                </a:gridCol>
              </a:tblGrid>
              <a:tr h="255897"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544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user_xxxx</a:t>
                      </a:r>
                      <a:endParaRPr lang="en-JP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{address: 瑞穂区, age: 22}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754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user_yyyy</a:t>
                      </a:r>
                      <a:endParaRPr lang="en-JP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{address: 昭和区, age: 18}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61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ser_zzz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{age: 29}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106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roduct_xxx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{price: 250}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06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JP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43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7054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8D8176-7C02-4CD6-ED69-56906DB3A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724102"/>
              </p:ext>
            </p:extLst>
          </p:nvPr>
        </p:nvGraphicFramePr>
        <p:xfrm>
          <a:off x="531618" y="259712"/>
          <a:ext cx="8080764" cy="4568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977">
                  <a:extLst>
                    <a:ext uri="{9D8B030D-6E8A-4147-A177-3AD203B41FA5}">
                      <a16:colId xmlns:a16="http://schemas.microsoft.com/office/drawing/2014/main" val="3994198236"/>
                    </a:ext>
                  </a:extLst>
                </a:gridCol>
                <a:gridCol w="6759787">
                  <a:extLst>
                    <a:ext uri="{9D8B030D-6E8A-4147-A177-3AD203B41FA5}">
                      <a16:colId xmlns:a16="http://schemas.microsoft.com/office/drawing/2014/main" val="1253664211"/>
                    </a:ext>
                  </a:extLst>
                </a:gridCol>
              </a:tblGrid>
              <a:tr h="370208"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544870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cxxx0001</a:t>
                      </a:r>
                      <a:endParaRPr lang="en-JP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754834"/>
                  </a:ext>
                </a:extLst>
              </a:tr>
              <a:tr h="1469813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cxxx0002</a:t>
                      </a:r>
                      <a:endParaRPr lang="en-JP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615996"/>
                  </a:ext>
                </a:extLst>
              </a:tr>
              <a:tr h="115146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cxxx0003</a:t>
                      </a:r>
                      <a:endParaRPr lang="en-JP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106528"/>
                  </a:ext>
                </a:extLst>
              </a:tr>
              <a:tr h="520581">
                <a:tc>
                  <a:txBody>
                    <a:bodyPr/>
                    <a:lstStyle/>
                    <a:p>
                      <a:r>
                        <a:rPr lang="en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4336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28E392-13A1-43E2-A3F3-43D885251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707631"/>
              </p:ext>
            </p:extLst>
          </p:nvPr>
        </p:nvGraphicFramePr>
        <p:xfrm>
          <a:off x="2157393" y="722488"/>
          <a:ext cx="1530774" cy="683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774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252168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書籍名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86643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データベース入門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314266-F287-EED2-657D-7F1665C6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96017"/>
              </p:ext>
            </p:extLst>
          </p:nvPr>
        </p:nvGraphicFramePr>
        <p:xfrm>
          <a:off x="3962052" y="722488"/>
          <a:ext cx="1263403" cy="638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204513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出版日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41631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2009/05/22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783417-E128-2FEC-CB6D-76B81176E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375605"/>
              </p:ext>
            </p:extLst>
          </p:nvPr>
        </p:nvGraphicFramePr>
        <p:xfrm>
          <a:off x="5518573" y="722488"/>
          <a:ext cx="1263403" cy="60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19043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価格</a:t>
                      </a:r>
                      <a:endParaRPr lang="en-JP" dirty="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35D6DA-3168-81ED-BB7D-B5F38DDCF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28001"/>
              </p:ext>
            </p:extLst>
          </p:nvPr>
        </p:nvGraphicFramePr>
        <p:xfrm>
          <a:off x="2157393" y="1824732"/>
          <a:ext cx="1683004" cy="658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004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277618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タイトル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61193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はじめての機械学習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3EB122-50AE-143B-80D5-EB4DD4678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07667"/>
              </p:ext>
            </p:extLst>
          </p:nvPr>
        </p:nvGraphicFramePr>
        <p:xfrm>
          <a:off x="3962052" y="1824732"/>
          <a:ext cx="1263403" cy="638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204513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出版日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41631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2015/05/17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F2C702-7CDB-A2F4-FB1F-D1613EF0E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838334"/>
              </p:ext>
            </p:extLst>
          </p:nvPr>
        </p:nvGraphicFramePr>
        <p:xfrm>
          <a:off x="7065477" y="716197"/>
          <a:ext cx="1263403" cy="60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19043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著者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北 千種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A4CCAB8-DC97-F1BD-F5B0-42EF26C33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253617"/>
              </p:ext>
            </p:extLst>
          </p:nvPr>
        </p:nvGraphicFramePr>
        <p:xfrm>
          <a:off x="5518573" y="1840666"/>
          <a:ext cx="1263403" cy="60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19043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価格</a:t>
                      </a:r>
                      <a:endParaRPr lang="en-JP" dirty="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25C8ADC-7A1C-5E01-C833-AADBFBBD0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03811"/>
              </p:ext>
            </p:extLst>
          </p:nvPr>
        </p:nvGraphicFramePr>
        <p:xfrm>
          <a:off x="7065477" y="1850310"/>
          <a:ext cx="1263403" cy="1226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19043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著者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山畑 滝子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川澄 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261658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05373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B2EB11B-5633-AAC9-13D5-87FF36DA2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978990"/>
              </p:ext>
            </p:extLst>
          </p:nvPr>
        </p:nvGraphicFramePr>
        <p:xfrm>
          <a:off x="2157393" y="3273204"/>
          <a:ext cx="1465432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432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277618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タイトル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61193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データベースの</a:t>
                      </a:r>
                      <a:b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</a:br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講義ノート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A9CEA5-D195-BB61-18A8-6DF3BE93B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636810"/>
              </p:ext>
            </p:extLst>
          </p:nvPr>
        </p:nvGraphicFramePr>
        <p:xfrm>
          <a:off x="3962052" y="3273204"/>
          <a:ext cx="1263403" cy="638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204513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出版日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41631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2024/04/10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1E96AA-AA4E-608D-CF5C-E643C129C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73502"/>
              </p:ext>
            </p:extLst>
          </p:nvPr>
        </p:nvGraphicFramePr>
        <p:xfrm>
          <a:off x="5518573" y="3289138"/>
          <a:ext cx="1263403" cy="60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403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</a:tblGrid>
              <a:tr h="19043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価格</a:t>
                      </a:r>
                      <a:endParaRPr lang="en-JP" dirty="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918FA4B-63ED-88A1-7276-AABD1173C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355214"/>
              </p:ext>
            </p:extLst>
          </p:nvPr>
        </p:nvGraphicFramePr>
        <p:xfrm>
          <a:off x="7065476" y="3289138"/>
          <a:ext cx="1263404" cy="91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610">
                  <a:extLst>
                    <a:ext uri="{9D8B030D-6E8A-4147-A177-3AD203B41FA5}">
                      <a16:colId xmlns:a16="http://schemas.microsoft.com/office/drawing/2014/main" val="1522291028"/>
                    </a:ext>
                  </a:extLst>
                </a:gridCol>
                <a:gridCol w="621794">
                  <a:extLst>
                    <a:ext uri="{9D8B030D-6E8A-4147-A177-3AD203B41FA5}">
                      <a16:colId xmlns:a16="http://schemas.microsoft.com/office/drawing/2014/main" val="3901596929"/>
                    </a:ext>
                  </a:extLst>
                </a:gridCol>
              </a:tblGrid>
              <a:tr h="190432">
                <a:tc gridSpan="2">
                  <a:txBody>
                    <a:bodyPr/>
                    <a:lstStyle/>
                    <a:p>
                      <a:pPr algn="ctr"/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著者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JP" dirty="0">
                        <a:latin typeface="IPAPGothic" panose="020B0500000000000000" pitchFamily="34" charset="-128"/>
                        <a:ea typeface="IPAPGothic" panose="020B05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711119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pPr algn="ctr"/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40555"/>
                  </a:ext>
                </a:extLst>
              </a:tr>
              <a:tr h="309762">
                <a:tc>
                  <a:txBody>
                    <a:bodyPr/>
                    <a:lstStyle/>
                    <a:p>
                      <a:pPr algn="ctr"/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山本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dirty="0">
                          <a:latin typeface="IPAPGothic" panose="020B0500000000000000" pitchFamily="34" charset="-128"/>
                          <a:ea typeface="IPAPGothic" panose="020B0500000000000000" pitchFamily="34" charset="-128"/>
                        </a:rPr>
                        <a:t>祐輔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261658"/>
                  </a:ext>
                </a:extLst>
              </a:tr>
            </a:tbl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7BDBF2-C1B5-D30C-AF4A-24BCEAD1A896}"/>
              </a:ext>
            </a:extLst>
          </p:cNvPr>
          <p:cNvSpPr/>
          <p:nvPr/>
        </p:nvSpPr>
        <p:spPr>
          <a:xfrm>
            <a:off x="2066306" y="3138213"/>
            <a:ext cx="1621862" cy="1009797"/>
          </a:xfrm>
          <a:prstGeom prst="roundRect">
            <a:avLst/>
          </a:prstGeom>
          <a:noFill/>
          <a:ln w="44450">
            <a:solidFill>
              <a:srgbClr val="BA1C47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B64DA75-AC38-038C-96AC-74E7C3208DDB}"/>
              </a:ext>
            </a:extLst>
          </p:cNvPr>
          <p:cNvSpPr/>
          <p:nvPr/>
        </p:nvSpPr>
        <p:spPr>
          <a:xfrm>
            <a:off x="3877739" y="3138214"/>
            <a:ext cx="1432028" cy="1009796"/>
          </a:xfrm>
          <a:prstGeom prst="roundRect">
            <a:avLst/>
          </a:prstGeom>
          <a:noFill/>
          <a:ln w="44450">
            <a:solidFill>
              <a:srgbClr val="BA1C47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DCAEA9-AAFE-E0F9-3274-0EBDA9CDA3DF}"/>
              </a:ext>
            </a:extLst>
          </p:cNvPr>
          <p:cNvSpPr txBox="1"/>
          <p:nvPr/>
        </p:nvSpPr>
        <p:spPr>
          <a:xfrm>
            <a:off x="2868180" y="2777261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カラムファミリー</a:t>
            </a:r>
            <a:endParaRPr kumimoji="1" lang="en-JP" sz="1600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2376B2F-753A-E705-AFFB-4D0EA70A1FEA}"/>
              </a:ext>
            </a:extLst>
          </p:cNvPr>
          <p:cNvSpPr/>
          <p:nvPr/>
        </p:nvSpPr>
        <p:spPr>
          <a:xfrm>
            <a:off x="6971176" y="3537334"/>
            <a:ext cx="1432028" cy="784159"/>
          </a:xfrm>
          <a:prstGeom prst="roundRect">
            <a:avLst>
              <a:gd name="adj" fmla="val 7181"/>
            </a:avLst>
          </a:prstGeom>
          <a:solidFill>
            <a:srgbClr val="BA1C47">
              <a:alpha val="16000"/>
            </a:srgbClr>
          </a:solidFill>
          <a:ln w="44450">
            <a:noFill/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ACB730-6866-6F18-E645-441FC6A437CC}"/>
              </a:ext>
            </a:extLst>
          </p:cNvPr>
          <p:cNvSpPr txBox="1"/>
          <p:nvPr/>
        </p:nvSpPr>
        <p:spPr>
          <a:xfrm>
            <a:off x="6437138" y="4482735"/>
            <a:ext cx="264687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カラムファミリ</a:t>
            </a:r>
            <a:r>
              <a:rPr lang="en-JP" sz="160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ー内には</a:t>
            </a:r>
            <a:endParaRPr lang="en-JP" sz="1600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  <a:p>
            <a:pPr algn="l"/>
            <a:r>
              <a:rPr lang="en-JP" sz="1600" dirty="0">
                <a:solidFill>
                  <a:srgbClr val="BA1C47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カラムを自由に設定できる</a:t>
            </a:r>
            <a:endParaRPr kumimoji="1" lang="en-JP" sz="1600" dirty="0">
              <a:solidFill>
                <a:srgbClr val="BA1C47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CF1848-AF4A-8D8E-8928-9D46D0D203BB}"/>
              </a:ext>
            </a:extLst>
          </p:cNvPr>
          <p:cNvCxnSpPr>
            <a:cxnSpLocks/>
          </p:cNvCxnSpPr>
          <p:nvPr/>
        </p:nvCxnSpPr>
        <p:spPr>
          <a:xfrm flipV="1">
            <a:off x="7697178" y="4116480"/>
            <a:ext cx="0" cy="366255"/>
          </a:xfrm>
          <a:prstGeom prst="straightConnector1">
            <a:avLst/>
          </a:prstGeom>
          <a:ln w="34925">
            <a:solidFill>
              <a:srgbClr val="BA1C47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7068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FD364E-1178-3DB0-2285-C89C25AED560}"/>
              </a:ext>
            </a:extLst>
          </p:cNvPr>
          <p:cNvSpPr/>
          <p:nvPr/>
        </p:nvSpPr>
        <p:spPr>
          <a:xfrm>
            <a:off x="5112234" y="187205"/>
            <a:ext cx="3647191" cy="4488872"/>
          </a:xfrm>
          <a:prstGeom prst="rect">
            <a:avLst/>
          </a:prstGeom>
          <a:solidFill>
            <a:schemeClr val="tx1">
              <a:alpha val="9847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018E78-427C-955C-2175-04B239127017}"/>
              </a:ext>
            </a:extLst>
          </p:cNvPr>
          <p:cNvSpPr/>
          <p:nvPr/>
        </p:nvSpPr>
        <p:spPr>
          <a:xfrm>
            <a:off x="220842" y="187205"/>
            <a:ext cx="4410786" cy="4488872"/>
          </a:xfrm>
          <a:prstGeom prst="rect">
            <a:avLst/>
          </a:prstGeom>
          <a:solidFill>
            <a:schemeClr val="tx1">
              <a:alpha val="9847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1FAE12-D5CA-5C5F-9C76-0DD4399048CC}"/>
              </a:ext>
            </a:extLst>
          </p:cNvPr>
          <p:cNvSpPr txBox="1"/>
          <p:nvPr/>
        </p:nvSpPr>
        <p:spPr>
          <a:xfrm>
            <a:off x="289700" y="314305"/>
            <a:ext cx="43855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&lt;students&gt;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&lt;student&gt;</a:t>
            </a:r>
          </a:p>
          <a:p>
            <a:pPr algn="l"/>
            <a:r>
              <a:rPr lang="ja-JP" altLang="en-US" sz="1200" b="1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b="1" dirty="0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&lt;name&gt;山畑 滝子&lt;/name&gt;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&lt;birthdate&gt;2003/12/01&lt;/birthdate&gt;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&lt;gender&gt;女&lt;/gender&gt;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 &lt;department&gt;経済学部&lt;/department&gt;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ja-JP" altLang="en-US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&lt;/student&gt;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ja-JP" altLang="en-US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&lt;student&gt;</a:t>
            </a:r>
          </a:p>
          <a:p>
            <a:pPr algn="l"/>
            <a:r>
              <a:rPr lang="ja-JP" altLang="en-US" sz="120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&lt;name&gt;</a:t>
            </a:r>
          </a:p>
          <a:p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　</a:t>
            </a:r>
            <a:r>
              <a:rPr lang="ja-JP" altLang="en-US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&lt;family_name&gt;川澄&lt;/family_name&gt;</a:t>
            </a:r>
          </a:p>
          <a:p>
            <a:pPr algn="l"/>
            <a:r>
              <a:rPr lang="en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		&lt;first_name&gt;桜&lt;/first_name&gt;</a:t>
            </a:r>
          </a:p>
          <a:p>
            <a:pPr algn="l"/>
            <a:r>
              <a:rPr lang="en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	</a:t>
            </a:r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&lt;/name&gt;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&lt;birthdate&gt;2001/07/07&lt;/birthdate&gt;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&lt;gender&gt;女&lt;/gender&gt;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&lt;department&gt;医学部&lt;/department&gt;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&lt;scholarships&gt;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　</a:t>
            </a:r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&lt;scholarship&gt;</a:t>
            </a:r>
          </a:p>
          <a:p>
            <a:pPr algn="l"/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	</a:t>
            </a:r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&lt;name&gt;YASSO&lt;/name&gt;</a:t>
            </a:r>
          </a:p>
          <a:p>
            <a:pPr algn="l"/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	</a:t>
            </a:r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	&lt;registered_at&gt; 2023/05/01&lt;/resgistered_at&gt;</a:t>
            </a:r>
          </a:p>
          <a:p>
            <a:pPr algn="l"/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	</a:t>
            </a:r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&lt;/scholarship&gt;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&lt;/scholarships&gt;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ja-JP" altLang="en-US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&lt;/student&gt;</a:t>
            </a:r>
          </a:p>
          <a:p>
            <a:pPr algn="l"/>
            <a:r>
              <a:rPr kumimoji="1" lang="en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&lt;/students&gt;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56957-DA99-ABF2-BA6B-8A783C862AA0}"/>
              </a:ext>
            </a:extLst>
          </p:cNvPr>
          <p:cNvSpPr txBox="1"/>
          <p:nvPr/>
        </p:nvSpPr>
        <p:spPr>
          <a:xfrm>
            <a:off x="5333460" y="226925"/>
            <a:ext cx="34987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{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“students”: [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“student”: {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b="1" dirty="0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“name”: “</a:t>
            </a:r>
            <a:r>
              <a:rPr lang="ja-JP" altLang="en-US" sz="1200" b="1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山畑</a:t>
            </a:r>
            <a:r>
              <a:rPr lang="en-US" altLang="ja-JP" sz="1200" b="1" dirty="0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1200" b="1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滝子</a:t>
            </a:r>
            <a:r>
              <a:rPr lang="en-US" altLang="ja-JP" sz="1200" b="1" dirty="0">
                <a:solidFill>
                  <a:srgbClr val="0070C0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“birthdate”: 2003/12/01”,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“gender”: “</a:t>
            </a:r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女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“department”: “</a:t>
            </a:r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経済学部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“student”: {</a:t>
            </a:r>
          </a:p>
          <a:p>
            <a:pPr algn="l"/>
            <a:r>
              <a:rPr lang="ja-JP" altLang="en-US" sz="120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“name”: {</a:t>
            </a:r>
          </a:p>
          <a:p>
            <a:pPr algn="l"/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</a:t>
            </a:r>
            <a:r>
              <a:rPr lang="en-US" altLang="ja-JP" sz="1200" b="1" dirty="0" err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family_name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”: “</a:t>
            </a:r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川澄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</a:t>
            </a:r>
            <a:r>
              <a:rPr lang="en-US" altLang="ja-JP" sz="1200" b="1" dirty="0" err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first_name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”: “</a:t>
            </a:r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桜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</a:t>
            </a:r>
          </a:p>
          <a:p>
            <a:pPr algn="l"/>
            <a:r>
              <a:rPr lang="ja-JP" altLang="en-US" sz="1200" b="1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b="1" dirty="0">
                <a:solidFill>
                  <a:srgbClr val="37AA73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“birthdate”: 2001/07/07”,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“gender”: “</a:t>
            </a:r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女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“department”: “</a:t>
            </a:r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医学部</a:t>
            </a:r>
            <a:r>
              <a:rPr lang="en-US" altLang="ja-JP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12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“scholarship”: [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US" altLang="ja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“scholarship”: {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　</a:t>
            </a:r>
            <a:r>
              <a:rPr lang="en-US" altLang="ja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“name”: “YASSO”, 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　</a:t>
            </a:r>
            <a:r>
              <a:rPr lang="en-US" altLang="ja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</a:t>
            </a:r>
            <a:r>
              <a:rPr lang="en-US" altLang="ja-JP" sz="1200" b="1" dirty="0" err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registered_at</a:t>
            </a:r>
            <a:r>
              <a:rPr lang="en-US" altLang="ja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”: “2023/05/01”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　</a:t>
            </a:r>
            <a:r>
              <a:rPr lang="en-US" altLang="ja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</a:t>
            </a:r>
          </a:p>
          <a:p>
            <a:pPr algn="l"/>
            <a:r>
              <a:rPr lang="ja-JP" altLang="en-US" sz="1200" b="1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　</a:t>
            </a:r>
            <a:r>
              <a:rPr lang="en-US" altLang="ja-JP" sz="1200" b="1" dirty="0">
                <a:solidFill>
                  <a:srgbClr val="BA1C47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]</a:t>
            </a:r>
          </a:p>
          <a:p>
            <a:pPr algn="l"/>
            <a:r>
              <a:rPr lang="en-US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]</a:t>
            </a:r>
          </a:p>
          <a:p>
            <a:pPr algn="l"/>
            <a:r>
              <a:rPr kumimoji="1" lang="en-US" sz="12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</a:t>
            </a:r>
            <a:endParaRPr kumimoji="1" lang="en-JP" sz="12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1C9F3-2B49-02C8-4FEA-B9387B0E20EA}"/>
              </a:ext>
            </a:extLst>
          </p:cNvPr>
          <p:cNvSpPr txBox="1"/>
          <p:nvPr/>
        </p:nvSpPr>
        <p:spPr>
          <a:xfrm>
            <a:off x="1471216" y="4676077"/>
            <a:ext cx="2218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XMLドキュメント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A6603-F25E-7738-0218-82A3F2F1C24E}"/>
              </a:ext>
            </a:extLst>
          </p:cNvPr>
          <p:cNvSpPr txBox="1"/>
          <p:nvPr/>
        </p:nvSpPr>
        <p:spPr>
          <a:xfrm>
            <a:off x="5886818" y="4653955"/>
            <a:ext cx="2392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JSONドキュメント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</p:spTree>
    <p:extLst>
      <p:ext uri="{BB962C8B-B14F-4D97-AF65-F5344CB8AC3E}">
        <p14:creationId xmlns:p14="http://schemas.microsoft.com/office/powerpoint/2010/main" val="33212119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DC8AE202-71A5-7F79-8824-CCE8AFCB7066}"/>
              </a:ext>
            </a:extLst>
          </p:cNvPr>
          <p:cNvSpPr/>
          <p:nvPr/>
        </p:nvSpPr>
        <p:spPr>
          <a:xfrm>
            <a:off x="2650066" y="452384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84B2A3-4CD2-5D06-076E-616612282DF7}"/>
              </a:ext>
            </a:extLst>
          </p:cNvPr>
          <p:cNvSpPr/>
          <p:nvPr/>
        </p:nvSpPr>
        <p:spPr>
          <a:xfrm>
            <a:off x="825023" y="2756667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15548B-E983-2828-8078-8DAA56D5184A}"/>
              </a:ext>
            </a:extLst>
          </p:cNvPr>
          <p:cNvSpPr txBox="1"/>
          <p:nvPr/>
        </p:nvSpPr>
        <p:spPr>
          <a:xfrm>
            <a:off x="2605736" y="20752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愛知県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AF5C57-4B15-2A8E-1B7E-4BAC9C9BB7C1}"/>
              </a:ext>
            </a:extLst>
          </p:cNvPr>
          <p:cNvSpPr/>
          <p:nvPr/>
        </p:nvSpPr>
        <p:spPr>
          <a:xfrm>
            <a:off x="2650066" y="1865702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7ECAD-0FD4-4D86-39AC-3382B36DE5B8}"/>
              </a:ext>
            </a:extLst>
          </p:cNvPr>
          <p:cNvSpPr txBox="1"/>
          <p:nvPr/>
        </p:nvSpPr>
        <p:spPr>
          <a:xfrm>
            <a:off x="780693" y="296625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名古屋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75FAC0-4912-76A7-A4C3-F19E4A682AFF}"/>
              </a:ext>
            </a:extLst>
          </p:cNvPr>
          <p:cNvSpPr/>
          <p:nvPr/>
        </p:nvSpPr>
        <p:spPr>
          <a:xfrm>
            <a:off x="3671431" y="3495027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BE0DD5-DF36-75C8-1E45-F83883386765}"/>
              </a:ext>
            </a:extLst>
          </p:cNvPr>
          <p:cNvSpPr txBox="1"/>
          <p:nvPr/>
        </p:nvSpPr>
        <p:spPr>
          <a:xfrm>
            <a:off x="3742517" y="37046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南京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84B420-853E-9D1B-A47F-FE7A4C24A0EC}"/>
              </a:ext>
            </a:extLst>
          </p:cNvPr>
          <p:cNvSpPr/>
          <p:nvPr/>
        </p:nvSpPr>
        <p:spPr>
          <a:xfrm>
            <a:off x="5292771" y="1161405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4B83A-42D5-1633-9E01-2562DC5E81CA}"/>
              </a:ext>
            </a:extLst>
          </p:cNvPr>
          <p:cNvSpPr txBox="1"/>
          <p:nvPr/>
        </p:nvSpPr>
        <p:spPr>
          <a:xfrm>
            <a:off x="5248441" y="13959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トリノ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277509-95BE-33DD-8D57-9E29779FC526}"/>
              </a:ext>
            </a:extLst>
          </p:cNvPr>
          <p:cNvSpPr/>
          <p:nvPr/>
        </p:nvSpPr>
        <p:spPr>
          <a:xfrm>
            <a:off x="4698011" y="2566326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4DAAF-ED4B-999C-2F05-36354048771E}"/>
              </a:ext>
            </a:extLst>
          </p:cNvPr>
          <p:cNvSpPr txBox="1"/>
          <p:nvPr/>
        </p:nvSpPr>
        <p:spPr>
          <a:xfrm>
            <a:off x="4647598" y="27759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シドニー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0ACB17-7774-7BA6-0387-6D2A18B88718}"/>
              </a:ext>
            </a:extLst>
          </p:cNvPr>
          <p:cNvCxnSpPr>
            <a:stCxn id="3" idx="3"/>
            <a:endCxn id="5" idx="7"/>
          </p:cNvCxnSpPr>
          <p:nvPr/>
        </p:nvCxnSpPr>
        <p:spPr>
          <a:xfrm flipH="1">
            <a:off x="1498054" y="2538733"/>
            <a:ext cx="1267486" cy="33340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BB6FE8-5AEC-A61F-31E4-D1C5DACB7E0A}"/>
              </a:ext>
            </a:extLst>
          </p:cNvPr>
          <p:cNvSpPr txBox="1"/>
          <p:nvPr/>
        </p:nvSpPr>
        <p:spPr>
          <a:xfrm>
            <a:off x="1404454" y="232914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県庁所在地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9A1B65-E6CF-FFCD-D899-2786AC97D1FB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3323097" y="2538733"/>
            <a:ext cx="463808" cy="1071768"/>
          </a:xfrm>
          <a:prstGeom prst="straightConnector1">
            <a:avLst/>
          </a:prstGeom>
          <a:ln>
            <a:solidFill>
              <a:srgbClr val="002060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CA75BC-DF3E-D928-8524-6AAF6DD86BB1}"/>
              </a:ext>
            </a:extLst>
          </p:cNvPr>
          <p:cNvCxnSpPr>
            <a:cxnSpLocks/>
            <a:stCxn id="3" idx="6"/>
            <a:endCxn id="10" idx="2"/>
          </p:cNvCxnSpPr>
          <p:nvPr/>
        </p:nvCxnSpPr>
        <p:spPr>
          <a:xfrm>
            <a:off x="3438571" y="2259955"/>
            <a:ext cx="1259440" cy="700624"/>
          </a:xfrm>
          <a:prstGeom prst="straightConnector1">
            <a:avLst/>
          </a:prstGeom>
          <a:ln>
            <a:solidFill>
              <a:srgbClr val="002060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623A86-3920-1423-F247-027A17841B65}"/>
              </a:ext>
            </a:extLst>
          </p:cNvPr>
          <p:cNvCxnSpPr>
            <a:cxnSpLocks/>
            <a:stCxn id="3" idx="6"/>
            <a:endCxn id="9" idx="1"/>
          </p:cNvCxnSpPr>
          <p:nvPr/>
        </p:nvCxnSpPr>
        <p:spPr>
          <a:xfrm flipV="1">
            <a:off x="3438571" y="1580578"/>
            <a:ext cx="1809870" cy="679377"/>
          </a:xfrm>
          <a:prstGeom prst="straightConnector1">
            <a:avLst/>
          </a:prstGeom>
          <a:ln>
            <a:solidFill>
              <a:srgbClr val="002060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4D3F02-7041-AF4F-FC4B-7980493DDC45}"/>
              </a:ext>
            </a:extLst>
          </p:cNvPr>
          <p:cNvSpPr txBox="1"/>
          <p:nvPr/>
        </p:nvSpPr>
        <p:spPr>
          <a:xfrm rot="20538469">
            <a:off x="3768703" y="159586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姉妹都市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A26A32-5C77-052C-50B6-164A78B96A31}"/>
              </a:ext>
            </a:extLst>
          </p:cNvPr>
          <p:cNvSpPr txBox="1"/>
          <p:nvPr/>
        </p:nvSpPr>
        <p:spPr>
          <a:xfrm rot="1800000">
            <a:off x="3693935" y="235233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姉妹都市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7246F7-6CA6-B3A2-9FC0-E431B955E0D2}"/>
              </a:ext>
            </a:extLst>
          </p:cNvPr>
          <p:cNvSpPr txBox="1"/>
          <p:nvPr/>
        </p:nvSpPr>
        <p:spPr>
          <a:xfrm rot="3974085">
            <a:off x="2900113" y="296307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16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姉妹都市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1B6C17-E39D-D253-A8E2-4FF0BB1EBA19}"/>
              </a:ext>
            </a:extLst>
          </p:cNvPr>
          <p:cNvCxnSpPr>
            <a:cxnSpLocks/>
            <a:stCxn id="3" idx="0"/>
            <a:endCxn id="37" idx="4"/>
          </p:cNvCxnSpPr>
          <p:nvPr/>
        </p:nvCxnSpPr>
        <p:spPr>
          <a:xfrm flipV="1">
            <a:off x="3044319" y="1240889"/>
            <a:ext cx="0" cy="624813"/>
          </a:xfrm>
          <a:prstGeom prst="straightConnector1">
            <a:avLst/>
          </a:prstGeom>
          <a:ln>
            <a:solidFill>
              <a:srgbClr val="002060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98577A7-A5B7-5BFA-D26B-504CCF5A996D}"/>
              </a:ext>
            </a:extLst>
          </p:cNvPr>
          <p:cNvSpPr txBox="1"/>
          <p:nvPr/>
        </p:nvSpPr>
        <p:spPr>
          <a:xfrm>
            <a:off x="2704070" y="6675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日本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E0280A-72AE-35E7-5690-7A99D1EF3CAB}"/>
              </a:ext>
            </a:extLst>
          </p:cNvPr>
          <p:cNvSpPr txBox="1"/>
          <p:nvPr/>
        </p:nvSpPr>
        <p:spPr>
          <a:xfrm>
            <a:off x="2686256" y="13709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県</a:t>
            </a:r>
            <a:endParaRPr kumimoji="1" lang="en-JP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14E0690-85BA-0DD8-F13C-8711B10641A0}"/>
              </a:ext>
            </a:extLst>
          </p:cNvPr>
          <p:cNvSpPr/>
          <p:nvPr/>
        </p:nvSpPr>
        <p:spPr>
          <a:xfrm>
            <a:off x="7483786" y="1698044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BE5C3C-D42A-D3DD-BC97-98403FEEE240}"/>
              </a:ext>
            </a:extLst>
          </p:cNvPr>
          <p:cNvSpPr txBox="1"/>
          <p:nvPr/>
        </p:nvSpPr>
        <p:spPr>
          <a:xfrm>
            <a:off x="7124663" y="192757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ラグランジュ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35E24BA-1E90-576A-E6DF-1927E96830DD}"/>
              </a:ext>
            </a:extLst>
          </p:cNvPr>
          <p:cNvSpPr/>
          <p:nvPr/>
        </p:nvSpPr>
        <p:spPr>
          <a:xfrm>
            <a:off x="6828420" y="2872141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919CAE-2D15-1554-59CD-109720A33920}"/>
              </a:ext>
            </a:extLst>
          </p:cNvPr>
          <p:cNvSpPr txBox="1"/>
          <p:nvPr/>
        </p:nvSpPr>
        <p:spPr>
          <a:xfrm>
            <a:off x="6540564" y="311930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アボガドロ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81BFEE2-A93C-DD4F-07DF-26C70F64297C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6125604" y="1580578"/>
            <a:ext cx="1410578" cy="329347"/>
          </a:xfrm>
          <a:prstGeom prst="straightConnector1">
            <a:avLst/>
          </a:prstGeom>
          <a:ln>
            <a:solidFill>
              <a:srgbClr val="002060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2B53C88-044D-0FAF-5683-B1C98DB00233}"/>
              </a:ext>
            </a:extLst>
          </p:cNvPr>
          <p:cNvCxnSpPr>
            <a:cxnSpLocks/>
            <a:stCxn id="50" idx="1"/>
            <a:endCxn id="8" idx="5"/>
          </p:cNvCxnSpPr>
          <p:nvPr/>
        </p:nvCxnSpPr>
        <p:spPr>
          <a:xfrm flipH="1" flipV="1">
            <a:off x="5965802" y="1834436"/>
            <a:ext cx="978092" cy="1153179"/>
          </a:xfrm>
          <a:prstGeom prst="straightConnector1">
            <a:avLst/>
          </a:prstGeom>
          <a:ln>
            <a:solidFill>
              <a:srgbClr val="002060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CB4893C-EF24-9888-ACDB-6F90C53FE2D8}"/>
              </a:ext>
            </a:extLst>
          </p:cNvPr>
          <p:cNvSpPr txBox="1"/>
          <p:nvPr/>
        </p:nvSpPr>
        <p:spPr>
          <a:xfrm>
            <a:off x="6722038" y="140857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出身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E36040-98B8-A753-B88E-3F4AC9B959E6}"/>
              </a:ext>
            </a:extLst>
          </p:cNvPr>
          <p:cNvSpPr txBox="1"/>
          <p:nvPr/>
        </p:nvSpPr>
        <p:spPr>
          <a:xfrm>
            <a:off x="5943563" y="24648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出身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403EBAF-FF6B-1C3A-05C3-078FC8211C7C}"/>
              </a:ext>
            </a:extLst>
          </p:cNvPr>
          <p:cNvSpPr/>
          <p:nvPr/>
        </p:nvSpPr>
        <p:spPr>
          <a:xfrm>
            <a:off x="5571549" y="4073946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D78550-9A89-2286-59A0-1137F6400D11}"/>
              </a:ext>
            </a:extLst>
          </p:cNvPr>
          <p:cNvSpPr txBox="1"/>
          <p:nvPr/>
        </p:nvSpPr>
        <p:spPr>
          <a:xfrm>
            <a:off x="5642635" y="42835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物理</a:t>
            </a:r>
            <a:endParaRPr kumimoji="1" lang="en-JP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1FC888F-1039-0B80-2E5F-4C6CAE20875A}"/>
              </a:ext>
            </a:extLst>
          </p:cNvPr>
          <p:cNvCxnSpPr>
            <a:cxnSpLocks/>
            <a:stCxn id="50" idx="3"/>
            <a:endCxn id="65" idx="7"/>
          </p:cNvCxnSpPr>
          <p:nvPr/>
        </p:nvCxnSpPr>
        <p:spPr>
          <a:xfrm flipH="1">
            <a:off x="6244580" y="3545172"/>
            <a:ext cx="699314" cy="644248"/>
          </a:xfrm>
          <a:prstGeom prst="straightConnector1">
            <a:avLst/>
          </a:prstGeom>
          <a:ln>
            <a:solidFill>
              <a:srgbClr val="002060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243D31F-5932-4CB6-8E5D-49F0B284EB37}"/>
              </a:ext>
            </a:extLst>
          </p:cNvPr>
          <p:cNvSpPr txBox="1"/>
          <p:nvPr/>
        </p:nvSpPr>
        <p:spPr>
          <a:xfrm>
            <a:off x="6493133" y="39078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専門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3C7FDC-3890-C13A-2B73-5443B70DC1CB}"/>
              </a:ext>
            </a:extLst>
          </p:cNvPr>
          <p:cNvSpPr txBox="1"/>
          <p:nvPr/>
        </p:nvSpPr>
        <p:spPr>
          <a:xfrm>
            <a:off x="7949468" y="13164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専門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E82B2DB-C48D-CEC9-38BA-6BF8E2BA8239}"/>
              </a:ext>
            </a:extLst>
          </p:cNvPr>
          <p:cNvSpPr/>
          <p:nvPr/>
        </p:nvSpPr>
        <p:spPr>
          <a:xfrm>
            <a:off x="7626644" y="404176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CCC3BB-9732-C860-A729-09D1B3F9D304}"/>
              </a:ext>
            </a:extLst>
          </p:cNvPr>
          <p:cNvSpPr txBox="1"/>
          <p:nvPr/>
        </p:nvSpPr>
        <p:spPr>
          <a:xfrm>
            <a:off x="7697730" y="6137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数学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87849A6-E31A-F016-E415-BC9744997DBC}"/>
              </a:ext>
            </a:extLst>
          </p:cNvPr>
          <p:cNvCxnSpPr>
            <a:cxnSpLocks/>
            <a:stCxn id="48" idx="0"/>
            <a:endCxn id="73" idx="4"/>
          </p:cNvCxnSpPr>
          <p:nvPr/>
        </p:nvCxnSpPr>
        <p:spPr>
          <a:xfrm flipV="1">
            <a:off x="7878039" y="1192681"/>
            <a:ext cx="142858" cy="505363"/>
          </a:xfrm>
          <a:prstGeom prst="straightConnector1">
            <a:avLst/>
          </a:prstGeom>
          <a:ln>
            <a:solidFill>
              <a:srgbClr val="002060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A143072F-44CD-2AF0-79A2-60C450AAFA75}"/>
              </a:ext>
            </a:extLst>
          </p:cNvPr>
          <p:cNvSpPr/>
          <p:nvPr/>
        </p:nvSpPr>
        <p:spPr>
          <a:xfrm>
            <a:off x="825023" y="4134818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BBA3A8-1D2E-2D3F-4120-432C9E862F1A}"/>
              </a:ext>
            </a:extLst>
          </p:cNvPr>
          <p:cNvSpPr txBox="1"/>
          <p:nvPr/>
        </p:nvSpPr>
        <p:spPr>
          <a:xfrm>
            <a:off x="780693" y="42122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名古屋</a:t>
            </a:r>
          </a:p>
          <a:p>
            <a:pPr algn="ctr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大学</a:t>
            </a:r>
            <a:endParaRPr kumimoji="1" lang="en-JP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3D842C7-ABB4-9BB9-D5F3-6715F780F86A}"/>
              </a:ext>
            </a:extLst>
          </p:cNvPr>
          <p:cNvCxnSpPr>
            <a:cxnSpLocks/>
            <a:stCxn id="3" idx="4"/>
          </p:cNvCxnSpPr>
          <p:nvPr/>
        </p:nvCxnSpPr>
        <p:spPr>
          <a:xfrm flipH="1">
            <a:off x="1497098" y="2654207"/>
            <a:ext cx="1547221" cy="162293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4F99A6D-E102-31B9-FE8F-7411EBB9B0A8}"/>
              </a:ext>
            </a:extLst>
          </p:cNvPr>
          <p:cNvSpPr txBox="1"/>
          <p:nvPr/>
        </p:nvSpPr>
        <p:spPr>
          <a:xfrm>
            <a:off x="2143562" y="351994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国立大学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7992AAE-2FF9-7CC3-791E-604B7546004F}"/>
              </a:ext>
            </a:extLst>
          </p:cNvPr>
          <p:cNvSpPr/>
          <p:nvPr/>
        </p:nvSpPr>
        <p:spPr>
          <a:xfrm>
            <a:off x="2714320" y="4258307"/>
            <a:ext cx="788505" cy="788505"/>
          </a:xfrm>
          <a:prstGeom prst="ellipse">
            <a:avLst/>
          </a:prstGeom>
          <a:solidFill>
            <a:srgbClr val="0070C0">
              <a:alpha val="248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1F9339F-D62C-A63C-1E95-11799208CBA2}"/>
              </a:ext>
            </a:extLst>
          </p:cNvPr>
          <p:cNvSpPr txBox="1"/>
          <p:nvPr/>
        </p:nvSpPr>
        <p:spPr>
          <a:xfrm>
            <a:off x="2669990" y="44867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小林誠</a:t>
            </a:r>
            <a:endParaRPr kumimoji="1" lang="en-JP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C93FB76-18D7-3EF7-B8D0-CBF7AE1179BE}"/>
              </a:ext>
            </a:extLst>
          </p:cNvPr>
          <p:cNvCxnSpPr>
            <a:cxnSpLocks/>
            <a:stCxn id="92" idx="1"/>
            <a:endCxn id="81" idx="3"/>
          </p:cNvCxnSpPr>
          <p:nvPr/>
        </p:nvCxnSpPr>
        <p:spPr>
          <a:xfrm flipH="1" flipV="1">
            <a:off x="1657856" y="4535458"/>
            <a:ext cx="1012134" cy="135939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881DEBC-9EE1-F546-8D74-1DD497152A5B}"/>
              </a:ext>
            </a:extLst>
          </p:cNvPr>
          <p:cNvSpPr txBox="1"/>
          <p:nvPr/>
        </p:nvSpPr>
        <p:spPr>
          <a:xfrm>
            <a:off x="1837155" y="42583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出身校</a:t>
            </a:r>
            <a:endParaRPr kumimoji="1" lang="en-JP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63A9C3-31F5-3648-8137-1EA82611C523}"/>
              </a:ext>
            </a:extLst>
          </p:cNvPr>
          <p:cNvCxnSpPr>
            <a:cxnSpLocks/>
            <a:stCxn id="92" idx="3"/>
            <a:endCxn id="65" idx="2"/>
          </p:cNvCxnSpPr>
          <p:nvPr/>
        </p:nvCxnSpPr>
        <p:spPr>
          <a:xfrm flipV="1">
            <a:off x="3547153" y="4468199"/>
            <a:ext cx="2024396" cy="203198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1BE1D7F-D051-6B7A-713B-B816A15212BB}"/>
              </a:ext>
            </a:extLst>
          </p:cNvPr>
          <p:cNvSpPr txBox="1"/>
          <p:nvPr/>
        </p:nvSpPr>
        <p:spPr>
          <a:xfrm>
            <a:off x="4305620" y="458791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専門</a:t>
            </a:r>
          </a:p>
        </p:txBody>
      </p:sp>
    </p:spTree>
    <p:extLst>
      <p:ext uri="{BB962C8B-B14F-4D97-AF65-F5344CB8AC3E}">
        <p14:creationId xmlns:p14="http://schemas.microsoft.com/office/powerpoint/2010/main" val="40693960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334ECD-942F-2D96-74D5-81F0EBFC0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58878"/>
              </p:ext>
            </p:extLst>
          </p:nvPr>
        </p:nvGraphicFramePr>
        <p:xfrm>
          <a:off x="728133" y="1967972"/>
          <a:ext cx="1303867" cy="1515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267">
                  <a:extLst>
                    <a:ext uri="{9D8B030D-6E8A-4147-A177-3AD203B41FA5}">
                      <a16:colId xmlns:a16="http://schemas.microsoft.com/office/drawing/2014/main" val="274586931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717499992"/>
                    </a:ext>
                  </a:extLst>
                </a:gridCol>
              </a:tblGrid>
              <a:tr h="349504">
                <a:tc>
                  <a:txBody>
                    <a:bodyPr/>
                    <a:lstStyle/>
                    <a:p>
                      <a:r>
                        <a:rPr lang="en-JP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87865"/>
                  </a:ext>
                </a:extLst>
              </a:tr>
              <a:tr h="582822">
                <a:tc>
                  <a:txBody>
                    <a:bodyPr/>
                    <a:lstStyle/>
                    <a:p>
                      <a:pPr algn="ctr"/>
                      <a:r>
                        <a:rPr lang="en-JP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0508"/>
                  </a:ext>
                </a:extLst>
              </a:tr>
              <a:tr h="582822">
                <a:tc>
                  <a:txBody>
                    <a:bodyPr/>
                    <a:lstStyle/>
                    <a:p>
                      <a:pPr algn="ctr"/>
                      <a:r>
                        <a:rPr lang="en-JP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75057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08CC9A-C39E-6836-C9EB-BB562C17B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750339"/>
              </p:ext>
            </p:extLst>
          </p:nvPr>
        </p:nvGraphicFramePr>
        <p:xfrm>
          <a:off x="2514601" y="1967973"/>
          <a:ext cx="2150534" cy="1515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847">
                  <a:extLst>
                    <a:ext uri="{9D8B030D-6E8A-4147-A177-3AD203B41FA5}">
                      <a16:colId xmlns:a16="http://schemas.microsoft.com/office/drawing/2014/main" val="2745869319"/>
                    </a:ext>
                  </a:extLst>
                </a:gridCol>
                <a:gridCol w="570229">
                  <a:extLst>
                    <a:ext uri="{9D8B030D-6E8A-4147-A177-3AD203B41FA5}">
                      <a16:colId xmlns:a16="http://schemas.microsoft.com/office/drawing/2014/main" val="717499992"/>
                    </a:ext>
                  </a:extLst>
                </a:gridCol>
                <a:gridCol w="570229">
                  <a:extLst>
                    <a:ext uri="{9D8B030D-6E8A-4147-A177-3AD203B41FA5}">
                      <a16:colId xmlns:a16="http://schemas.microsoft.com/office/drawing/2014/main" val="2107459392"/>
                    </a:ext>
                  </a:extLst>
                </a:gridCol>
                <a:gridCol w="570229">
                  <a:extLst>
                    <a:ext uri="{9D8B030D-6E8A-4147-A177-3AD203B41FA5}">
                      <a16:colId xmlns:a16="http://schemas.microsoft.com/office/drawing/2014/main" val="930283688"/>
                    </a:ext>
                  </a:extLst>
                </a:gridCol>
              </a:tblGrid>
              <a:tr h="306917">
                <a:tc>
                  <a:txBody>
                    <a:bodyPr/>
                    <a:lstStyle/>
                    <a:p>
                      <a:r>
                        <a:rPr lang="en-JP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87865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/>
                      <a:r>
                        <a:rPr lang="en-JP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0508"/>
                  </a:ext>
                </a:extLst>
              </a:tr>
              <a:tr h="604116">
                <a:tc>
                  <a:txBody>
                    <a:bodyPr/>
                    <a:lstStyle/>
                    <a:p>
                      <a:pPr algn="ctr"/>
                      <a:r>
                        <a:rPr lang="en-JP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7505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369549-2967-1A1C-AE75-1E6E2CAA3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472342"/>
              </p:ext>
            </p:extLst>
          </p:nvPr>
        </p:nvGraphicFramePr>
        <p:xfrm>
          <a:off x="3136055" y="3023127"/>
          <a:ext cx="2082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45869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8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05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CCDC-C130-DFEF-E703-BA325AD5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615982"/>
              </p:ext>
            </p:extLst>
          </p:nvPr>
        </p:nvGraphicFramePr>
        <p:xfrm>
          <a:off x="3100496" y="2444749"/>
          <a:ext cx="294638" cy="25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38">
                  <a:extLst>
                    <a:ext uri="{9D8B030D-6E8A-4147-A177-3AD203B41FA5}">
                      <a16:colId xmlns:a16="http://schemas.microsoft.com/office/drawing/2014/main" val="2745869319"/>
                    </a:ext>
                  </a:extLst>
                </a:gridCol>
              </a:tblGrid>
              <a:tr h="254002"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050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425817-343E-8B4D-2CB2-D889019E6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90826"/>
              </p:ext>
            </p:extLst>
          </p:nvPr>
        </p:nvGraphicFramePr>
        <p:xfrm>
          <a:off x="4174068" y="3003551"/>
          <a:ext cx="41656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458693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17499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8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050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61708C-C4A2-50EC-D1C3-BA2207E09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133297"/>
              </p:ext>
            </p:extLst>
          </p:nvPr>
        </p:nvGraphicFramePr>
        <p:xfrm>
          <a:off x="3613574" y="2419350"/>
          <a:ext cx="41656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458693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17499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8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050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331081-F4B0-8FCE-6C27-8B1E4F6E0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692364"/>
              </p:ext>
            </p:extLst>
          </p:nvPr>
        </p:nvGraphicFramePr>
        <p:xfrm>
          <a:off x="5208239" y="1980197"/>
          <a:ext cx="1303867" cy="1515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267">
                  <a:extLst>
                    <a:ext uri="{9D8B030D-6E8A-4147-A177-3AD203B41FA5}">
                      <a16:colId xmlns:a16="http://schemas.microsoft.com/office/drawing/2014/main" val="274586931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717499992"/>
                    </a:ext>
                  </a:extLst>
                </a:gridCol>
              </a:tblGrid>
              <a:tr h="301917">
                <a:tc>
                  <a:txBody>
                    <a:bodyPr/>
                    <a:lstStyle/>
                    <a:p>
                      <a:r>
                        <a:rPr lang="en-JP" dirty="0"/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87865"/>
                  </a:ext>
                </a:extLst>
              </a:tr>
              <a:tr h="606616">
                <a:tc>
                  <a:txBody>
                    <a:bodyPr/>
                    <a:lstStyle/>
                    <a:p>
                      <a:pPr algn="ctr"/>
                      <a:r>
                        <a:rPr lang="en-JP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60508"/>
                  </a:ext>
                </a:extLst>
              </a:tr>
              <a:tr h="606616">
                <a:tc>
                  <a:txBody>
                    <a:bodyPr/>
                    <a:lstStyle/>
                    <a:p>
                      <a:pPr algn="ctr"/>
                      <a:r>
                        <a:rPr lang="en-JP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JP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75057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68E8251-1F85-015D-C8C4-066790BDA0C4}"/>
              </a:ext>
            </a:extLst>
          </p:cNvPr>
          <p:cNvSpPr txBox="1"/>
          <p:nvPr/>
        </p:nvSpPr>
        <p:spPr>
          <a:xfrm>
            <a:off x="5613402" y="2256279"/>
            <a:ext cx="13038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sz="5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{</a:t>
            </a:r>
          </a:p>
          <a:p>
            <a:pPr algn="l"/>
            <a:r>
              <a:rPr lang="ja-JP" altLang="en-US" sz="5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US" altLang="ja-JP" sz="5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student”: {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“name”: “</a:t>
            </a:r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山畑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滝子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“birthdate”: 2003/12/01”,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“gender”: “</a:t>
            </a:r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女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kumimoji="1" lang="en-US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</a:t>
            </a:r>
          </a:p>
          <a:p>
            <a:pPr algn="l"/>
            <a:r>
              <a:rPr lang="en-US" sz="5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</a:t>
            </a:r>
            <a:endParaRPr kumimoji="1" lang="en-JP" sz="5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6F04B-0055-F962-07BE-6C5FA7A0826B}"/>
              </a:ext>
            </a:extLst>
          </p:cNvPr>
          <p:cNvSpPr txBox="1"/>
          <p:nvPr/>
        </p:nvSpPr>
        <p:spPr>
          <a:xfrm>
            <a:off x="5613402" y="2864404"/>
            <a:ext cx="13038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sz="5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{</a:t>
            </a:r>
          </a:p>
          <a:p>
            <a:pPr algn="l"/>
            <a:r>
              <a:rPr lang="ja-JP" altLang="en-US" sz="50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lang="en-US" altLang="ja-JP" sz="5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student”: {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“name”: “</a:t>
            </a:r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山畑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 </a:t>
            </a:r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滝子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“birthdate”: 2003/12/01”,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　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“gender”: “</a:t>
            </a:r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女</a:t>
            </a:r>
            <a:r>
              <a:rPr lang="en-US" altLang="ja-JP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”,</a:t>
            </a:r>
          </a:p>
          <a:p>
            <a:pPr algn="l"/>
            <a:r>
              <a:rPr lang="ja-JP" altLang="en-US" sz="50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　</a:t>
            </a:r>
            <a:r>
              <a:rPr kumimoji="1" lang="en-US" sz="500" dirty="0"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</a:t>
            </a:r>
          </a:p>
          <a:p>
            <a:pPr algn="l"/>
            <a:r>
              <a:rPr lang="en-US" sz="500" dirty="0">
                <a:solidFill>
                  <a:srgbClr val="2B3348"/>
                </a:solidFill>
                <a:latin typeface="Arial" panose="020B0604020202020204" pitchFamily="34" charset="0"/>
                <a:ea typeface="Noto Sans CJK JP Regular" panose="020B0500000000000000" pitchFamily="34" charset="-128"/>
                <a:cs typeface="Arial" panose="020B0604020202020204" pitchFamily="34" charset="0"/>
              </a:rPr>
              <a:t>}</a:t>
            </a:r>
            <a:endParaRPr kumimoji="1" lang="en-JP" sz="500" dirty="0">
              <a:solidFill>
                <a:srgbClr val="2B3348"/>
              </a:solidFill>
              <a:latin typeface="Arial" panose="020B0604020202020204" pitchFamily="34" charset="0"/>
              <a:ea typeface="Noto Sans CJK JP Regular" panose="020B05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B91404-B67C-9FC4-9E42-05E95F959CC5}"/>
              </a:ext>
            </a:extLst>
          </p:cNvPr>
          <p:cNvCxnSpPr>
            <a:cxnSpLocks/>
            <a:stCxn id="26" idx="1"/>
            <a:endCxn id="22" idx="5"/>
          </p:cNvCxnSpPr>
          <p:nvPr/>
        </p:nvCxnSpPr>
        <p:spPr>
          <a:xfrm flipH="1" flipV="1">
            <a:off x="7260383" y="2842682"/>
            <a:ext cx="268440" cy="160019"/>
          </a:xfrm>
          <a:prstGeom prst="straightConnector1">
            <a:avLst/>
          </a:prstGeom>
          <a:ln w="15875">
            <a:solidFill>
              <a:srgbClr val="0070C0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935E80D-10C0-8564-A0A4-30858457C04B}"/>
              </a:ext>
            </a:extLst>
          </p:cNvPr>
          <p:cNvSpPr/>
          <p:nvPr/>
        </p:nvSpPr>
        <p:spPr>
          <a:xfrm>
            <a:off x="7027338" y="2609637"/>
            <a:ext cx="273029" cy="273029"/>
          </a:xfrm>
          <a:prstGeom prst="ellipse">
            <a:avLst/>
          </a:prstGeom>
          <a:solidFill>
            <a:srgbClr val="0070C0">
              <a:alpha val="802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0CF7EB-8EF7-B6A8-6F1D-6A36768A1915}"/>
              </a:ext>
            </a:extLst>
          </p:cNvPr>
          <p:cNvSpPr/>
          <p:nvPr/>
        </p:nvSpPr>
        <p:spPr>
          <a:xfrm>
            <a:off x="7829732" y="2610167"/>
            <a:ext cx="273029" cy="273029"/>
          </a:xfrm>
          <a:prstGeom prst="ellipse">
            <a:avLst/>
          </a:prstGeom>
          <a:solidFill>
            <a:srgbClr val="0070C0">
              <a:alpha val="802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359B723-03DB-C0EA-2CCC-D1C414FC5CD6}"/>
              </a:ext>
            </a:extLst>
          </p:cNvPr>
          <p:cNvSpPr/>
          <p:nvPr/>
        </p:nvSpPr>
        <p:spPr>
          <a:xfrm>
            <a:off x="7488839" y="2962717"/>
            <a:ext cx="273029" cy="273029"/>
          </a:xfrm>
          <a:prstGeom prst="ellipse">
            <a:avLst/>
          </a:prstGeom>
          <a:solidFill>
            <a:srgbClr val="0070C0">
              <a:alpha val="802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CF0131-BF96-E05F-AD97-6ECB46C0D5F7}"/>
              </a:ext>
            </a:extLst>
          </p:cNvPr>
          <p:cNvCxnSpPr>
            <a:cxnSpLocks/>
            <a:stCxn id="34" idx="5"/>
            <a:endCxn id="25" idx="1"/>
          </p:cNvCxnSpPr>
          <p:nvPr/>
        </p:nvCxnSpPr>
        <p:spPr>
          <a:xfrm>
            <a:off x="7793907" y="2490661"/>
            <a:ext cx="75809" cy="159490"/>
          </a:xfrm>
          <a:prstGeom prst="straightConnector1">
            <a:avLst/>
          </a:prstGeom>
          <a:ln w="15875">
            <a:solidFill>
              <a:srgbClr val="0070C0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3153914-6338-8604-40DE-B056EE3DDF06}"/>
              </a:ext>
            </a:extLst>
          </p:cNvPr>
          <p:cNvCxnSpPr>
            <a:cxnSpLocks/>
            <a:stCxn id="25" idx="3"/>
            <a:endCxn id="26" idx="7"/>
          </p:cNvCxnSpPr>
          <p:nvPr/>
        </p:nvCxnSpPr>
        <p:spPr>
          <a:xfrm flipH="1">
            <a:off x="7721884" y="2843212"/>
            <a:ext cx="147832" cy="159489"/>
          </a:xfrm>
          <a:prstGeom prst="straightConnector1">
            <a:avLst/>
          </a:prstGeom>
          <a:ln w="15875">
            <a:solidFill>
              <a:srgbClr val="0070C0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5969DF7-7ACB-47F3-ED8A-89C797E95BD0}"/>
              </a:ext>
            </a:extLst>
          </p:cNvPr>
          <p:cNvSpPr/>
          <p:nvPr/>
        </p:nvSpPr>
        <p:spPr>
          <a:xfrm>
            <a:off x="7560862" y="2257616"/>
            <a:ext cx="273029" cy="273029"/>
          </a:xfrm>
          <a:prstGeom prst="ellipse">
            <a:avLst/>
          </a:prstGeom>
          <a:solidFill>
            <a:srgbClr val="0070C0">
              <a:alpha val="802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6A62E4C-6EF5-E429-EBBF-E51BAEE2727D}"/>
              </a:ext>
            </a:extLst>
          </p:cNvPr>
          <p:cNvSpPr/>
          <p:nvPr/>
        </p:nvSpPr>
        <p:spPr>
          <a:xfrm>
            <a:off x="8165801" y="2971222"/>
            <a:ext cx="273029" cy="273029"/>
          </a:xfrm>
          <a:prstGeom prst="ellipse">
            <a:avLst/>
          </a:prstGeom>
          <a:solidFill>
            <a:srgbClr val="0070C0">
              <a:alpha val="802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7612A2-8647-4203-A5DD-7D9DB7B0590C}"/>
              </a:ext>
            </a:extLst>
          </p:cNvPr>
          <p:cNvCxnSpPr>
            <a:cxnSpLocks/>
            <a:stCxn id="43" idx="1"/>
            <a:endCxn id="25" idx="5"/>
          </p:cNvCxnSpPr>
          <p:nvPr/>
        </p:nvCxnSpPr>
        <p:spPr>
          <a:xfrm flipH="1" flipV="1">
            <a:off x="8062777" y="2843212"/>
            <a:ext cx="143008" cy="167994"/>
          </a:xfrm>
          <a:prstGeom prst="straightConnector1">
            <a:avLst/>
          </a:prstGeom>
          <a:ln w="15875">
            <a:solidFill>
              <a:srgbClr val="0070C0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F54FC40-4A1C-5B9C-CB91-F8AA6DDCC218}"/>
              </a:ext>
            </a:extLst>
          </p:cNvPr>
          <p:cNvSpPr/>
          <p:nvPr/>
        </p:nvSpPr>
        <p:spPr>
          <a:xfrm>
            <a:off x="8358581" y="2298721"/>
            <a:ext cx="273029" cy="273029"/>
          </a:xfrm>
          <a:prstGeom prst="ellipse">
            <a:avLst/>
          </a:prstGeom>
          <a:solidFill>
            <a:srgbClr val="0070C0">
              <a:alpha val="802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0E8FF93-1789-DA56-FF07-6F801D017F84}"/>
              </a:ext>
            </a:extLst>
          </p:cNvPr>
          <p:cNvCxnSpPr>
            <a:cxnSpLocks/>
            <a:stCxn id="51" idx="3"/>
            <a:endCxn id="25" idx="7"/>
          </p:cNvCxnSpPr>
          <p:nvPr/>
        </p:nvCxnSpPr>
        <p:spPr>
          <a:xfrm flipH="1">
            <a:off x="8062777" y="2531766"/>
            <a:ext cx="335788" cy="118385"/>
          </a:xfrm>
          <a:prstGeom prst="straightConnector1">
            <a:avLst/>
          </a:prstGeom>
          <a:ln w="15875">
            <a:solidFill>
              <a:srgbClr val="0070C0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9869A40-0862-50A1-C528-4CB072E7546E}"/>
              </a:ext>
            </a:extLst>
          </p:cNvPr>
          <p:cNvSpPr txBox="1"/>
          <p:nvPr/>
        </p:nvSpPr>
        <p:spPr>
          <a:xfrm>
            <a:off x="208911" y="1544919"/>
            <a:ext cx="234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キ</a:t>
            </a:r>
            <a:r>
              <a:rPr lang="en-US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ー・</a:t>
            </a:r>
            <a:r>
              <a:rPr lang="en-US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バリュー型</a:t>
            </a:r>
            <a:r>
              <a:rPr kumimoji="1" lang="en-US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DB</a:t>
            </a:r>
            <a:endParaRPr kumimoji="1" lang="en-JP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64961E-6361-9C49-DA8A-059E857B284D}"/>
              </a:ext>
            </a:extLst>
          </p:cNvPr>
          <p:cNvSpPr txBox="1"/>
          <p:nvPr/>
        </p:nvSpPr>
        <p:spPr>
          <a:xfrm>
            <a:off x="3019501" y="1544919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列指向</a:t>
            </a:r>
            <a:r>
              <a:rPr lang="en-JP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DB</a:t>
            </a:r>
            <a:endParaRPr lang="en-US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0713FF-A319-8507-3A39-943396EB52B1}"/>
              </a:ext>
            </a:extLst>
          </p:cNvPr>
          <p:cNvSpPr txBox="1"/>
          <p:nvPr/>
        </p:nvSpPr>
        <p:spPr>
          <a:xfrm>
            <a:off x="4689018" y="1544919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ドキュメント指向</a:t>
            </a:r>
            <a:r>
              <a:rPr kumimoji="1" lang="en-US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DB</a:t>
            </a:r>
            <a:endParaRPr kumimoji="1" lang="en-JP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B078B7-1796-3CF6-BE43-AE9D3A977B21}"/>
              </a:ext>
            </a:extLst>
          </p:cNvPr>
          <p:cNvSpPr txBox="1"/>
          <p:nvPr/>
        </p:nvSpPr>
        <p:spPr>
          <a:xfrm>
            <a:off x="7260383" y="1538639"/>
            <a:ext cx="1188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dirty="0" err="1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グラフDB</a:t>
            </a:r>
            <a:endParaRPr kumimoji="1" lang="en-JP" dirty="0" err="1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04AE500-FB58-6B07-9EBF-4DF5D12380DF}"/>
              </a:ext>
            </a:extLst>
          </p:cNvPr>
          <p:cNvCxnSpPr>
            <a:cxnSpLocks/>
          </p:cNvCxnSpPr>
          <p:nvPr/>
        </p:nvCxnSpPr>
        <p:spPr>
          <a:xfrm>
            <a:off x="132711" y="3750126"/>
            <a:ext cx="8726178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19E7B5A-50E8-760D-602C-8B18920F470F}"/>
              </a:ext>
            </a:extLst>
          </p:cNvPr>
          <p:cNvSpPr txBox="1"/>
          <p:nvPr/>
        </p:nvSpPr>
        <p:spPr>
          <a:xfrm>
            <a:off x="0" y="3864397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データ処理が高速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7BD390-D2F8-EB8B-757D-9C17672863C0}"/>
              </a:ext>
            </a:extLst>
          </p:cNvPr>
          <p:cNvSpPr txBox="1"/>
          <p:nvPr/>
        </p:nvSpPr>
        <p:spPr>
          <a:xfrm>
            <a:off x="6651010" y="387411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JP" sz="2000" dirty="0">
                <a:solidFill>
                  <a:srgbClr val="2B3348"/>
                </a:solidFill>
                <a:latin typeface="Noto Sans CJK JP Regular" panose="020B0500000000000000" pitchFamily="34" charset="-128"/>
                <a:ea typeface="Noto Sans CJK JP Regular" panose="020B0500000000000000" pitchFamily="34" charset="-128"/>
                <a:cs typeface="IPAPGothic"/>
              </a:rPr>
              <a:t>複雑なデータを表現</a:t>
            </a:r>
            <a:endParaRPr kumimoji="1" lang="en-JP" sz="2000" dirty="0">
              <a:solidFill>
                <a:srgbClr val="2B3348"/>
              </a:solidFill>
              <a:latin typeface="Noto Sans CJK JP Regular" panose="020B0500000000000000" pitchFamily="34" charset="-128"/>
              <a:ea typeface="Noto Sans CJK JP Regular" panose="020B0500000000000000" pitchFamily="34" charset="-128"/>
              <a:cs typeface="IPAPGothic"/>
            </a:endParaRPr>
          </a:p>
        </p:txBody>
      </p:sp>
    </p:spTree>
    <p:extLst>
      <p:ext uri="{BB962C8B-B14F-4D97-AF65-F5344CB8AC3E}">
        <p14:creationId xmlns:p14="http://schemas.microsoft.com/office/powerpoint/2010/main" val="1603057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2000" dirty="0" err="1" smtClean="0">
            <a:solidFill>
              <a:srgbClr val="2B3348"/>
            </a:solidFill>
            <a:latin typeface="Noto Sans CJK JP Regular" panose="020B0500000000000000" pitchFamily="34" charset="-128"/>
            <a:ea typeface="Noto Sans CJK JP Regular" panose="020B0500000000000000" pitchFamily="34" charset="-128"/>
            <a:cs typeface="IPAPGothic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17640</TotalTime>
  <Words>4017</Words>
  <Application>Microsoft Macintosh PowerPoint</Application>
  <PresentationFormat>On-screen Show (16:9)</PresentationFormat>
  <Paragraphs>2290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1" baseType="lpstr">
      <vt:lpstr>HGP創英角ｺﾞｼｯｸUB</vt:lpstr>
      <vt:lpstr>HGP創英角ｺﾞｼｯｸUB</vt:lpstr>
      <vt:lpstr>IPAPGothic</vt:lpstr>
      <vt:lpstr>Noto Sans CJK JP Light</vt:lpstr>
      <vt:lpstr>Noto Sans CJK JP Regular</vt:lpstr>
      <vt:lpstr>Source Han Sans JP Medium</vt:lpstr>
      <vt:lpstr>Arial</vt:lpstr>
      <vt:lpstr>Calibri</vt:lpstr>
      <vt:lpstr>Times New Roman</vt:lpstr>
      <vt:lpstr>Wingdings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山本 祐輔</dc:creator>
  <cp:lastModifiedBy>Yusuke Yamamoto</cp:lastModifiedBy>
  <cp:revision>749</cp:revision>
  <cp:lastPrinted>2026-03-26T06:10:20Z</cp:lastPrinted>
  <dcterms:created xsi:type="dcterms:W3CDTF">2010-10-04T15:13:58Z</dcterms:created>
  <dcterms:modified xsi:type="dcterms:W3CDTF">2026-03-31T10:42:57Z</dcterms:modified>
</cp:coreProperties>
</file>